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75" r:id="rId2"/>
    <p:sldId id="267" r:id="rId3"/>
    <p:sldId id="282" r:id="rId4"/>
    <p:sldId id="283" r:id="rId5"/>
    <p:sldId id="287" r:id="rId6"/>
    <p:sldId id="281" r:id="rId7"/>
    <p:sldId id="280" r:id="rId8"/>
    <p:sldId id="279" r:id="rId9"/>
    <p:sldId id="277" r:id="rId10"/>
    <p:sldId id="296" r:id="rId11"/>
    <p:sldId id="291" r:id="rId12"/>
    <p:sldId id="299" r:id="rId13"/>
    <p:sldId id="289" r:id="rId14"/>
    <p:sldId id="292" r:id="rId15"/>
    <p:sldId id="290" r:id="rId16"/>
    <p:sldId id="294" r:id="rId17"/>
    <p:sldId id="300" r:id="rId18"/>
    <p:sldId id="26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90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348" y="3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3EAD1-0DC7-4C89-B635-DCB6D5AAD651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76FD4-E9E8-45C7-B196-BA0E2C43C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769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76FD4-E9E8-45C7-B196-BA0E2C43CA7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914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39F93-616F-0DCC-2D90-E45AB6616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0A1943-19DC-D35A-5B1F-03402C6AE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AC5031-F965-AF81-5320-423F931CF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CF202D-661C-2400-8F02-06FAFE73F9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76FD4-E9E8-45C7-B196-BA0E2C43CA7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984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F6929-209C-2340-FB0C-635162146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6D6899-EE17-CDD1-ADC6-864385972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EAA76B-E9C9-3C18-8AAE-06F97EB8D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1BE5AA-4E43-4CAC-05D7-020E4C700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76FD4-E9E8-45C7-B196-BA0E2C43CA7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256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bg>
      <p:bgPr>
        <a:gradFill>
          <a:gsLst>
            <a:gs pos="71000">
              <a:schemeClr val="bg1"/>
            </a:gs>
            <a:gs pos="33000">
              <a:srgbClr val="F4FBFC"/>
            </a:gs>
            <a:gs pos="100000">
              <a:schemeClr val="bg2">
                <a:alpha val="22000"/>
                <a:lumMod val="68000"/>
                <a:lumOff val="32000"/>
              </a:schemeClr>
            </a:gs>
            <a:gs pos="0">
              <a:schemeClr val="bg2">
                <a:lumMod val="39000"/>
                <a:lumOff val="61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1"/>
          <p:cNvPicPr>
            <a:picLocks noChangeAspect="1"/>
          </p:cNvPicPr>
          <p:nvPr userDrawn="1"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-8013" y="576970"/>
            <a:ext cx="12208027" cy="628103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2417"/>
            <a:ext cx="12192000" cy="5236495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平行四边形 4"/>
          <p:cNvSpPr/>
          <p:nvPr userDrawn="1"/>
        </p:nvSpPr>
        <p:spPr>
          <a:xfrm flipH="1">
            <a:off x="-395417" y="135153"/>
            <a:ext cx="4162555" cy="503022"/>
          </a:xfrm>
          <a:prstGeom prst="parallelogram">
            <a:avLst/>
          </a:prstGeom>
          <a:gradFill>
            <a:gsLst>
              <a:gs pos="96000">
                <a:schemeClr val="accent1"/>
              </a:gs>
              <a:gs pos="0">
                <a:schemeClr val="accent4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五边形 5"/>
          <p:cNvSpPr/>
          <p:nvPr userDrawn="1"/>
        </p:nvSpPr>
        <p:spPr>
          <a:xfrm>
            <a:off x="-32652" y="135153"/>
            <a:ext cx="681038" cy="503022"/>
          </a:xfrm>
          <a:prstGeom prst="homePlate">
            <a:avLst>
              <a:gd name="adj" fmla="val 37376"/>
            </a:avLst>
          </a:prstGeom>
          <a:gradFill>
            <a:gsLst>
              <a:gs pos="100000">
                <a:schemeClr val="accent6">
                  <a:lumMod val="60000"/>
                  <a:lumOff val="40000"/>
                </a:schemeClr>
              </a:gs>
              <a:gs pos="17000">
                <a:schemeClr val="accent6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flipV="1">
            <a:off x="353669" y="91732"/>
            <a:ext cx="11517203" cy="549200"/>
          </a:xfrm>
          <a:custGeom>
            <a:avLst/>
            <a:gdLst>
              <a:gd name="csX0" fmla="*/ 0 w 9020175"/>
              <a:gd name="csY0" fmla="*/ 514350 h 514350"/>
              <a:gd name="csX1" fmla="*/ 3238500 w 9020175"/>
              <a:gd name="csY1" fmla="*/ 514350 h 514350"/>
              <a:gd name="csX2" fmla="*/ 3362325 w 9020175"/>
              <a:gd name="csY2" fmla="*/ 0 h 514350"/>
              <a:gd name="csX3" fmla="*/ 9020175 w 9020175"/>
              <a:gd name="csY3" fmla="*/ 0 h 514350"/>
              <a:gd name="csX0-1" fmla="*/ 0 w 9020175"/>
              <a:gd name="csY0-2" fmla="*/ 514350 h 514350"/>
              <a:gd name="csX1-3" fmla="*/ 3397701 w 9020175"/>
              <a:gd name="csY1-4" fmla="*/ 514350 h 514350"/>
              <a:gd name="csX2-5" fmla="*/ 3362325 w 9020175"/>
              <a:gd name="csY2-6" fmla="*/ 0 h 514350"/>
              <a:gd name="csX3-7" fmla="*/ 9020175 w 9020175"/>
              <a:gd name="csY3-8" fmla="*/ 0 h 514350"/>
              <a:gd name="csX0-9" fmla="*/ 0 w 9020175"/>
              <a:gd name="csY0-10" fmla="*/ 514350 h 514350"/>
              <a:gd name="csX1-11" fmla="*/ 3397701 w 9020175"/>
              <a:gd name="csY1-12" fmla="*/ 514350 h 514350"/>
              <a:gd name="csX2-13" fmla="*/ 3521526 w 9020175"/>
              <a:gd name="csY2-14" fmla="*/ 0 h 514350"/>
              <a:gd name="csX3-15" fmla="*/ 9020175 w 9020175"/>
              <a:gd name="csY3-16" fmla="*/ 0 h 514350"/>
              <a:gd name="csX0-17" fmla="*/ 0 w 11346959"/>
              <a:gd name="csY0-18" fmla="*/ 514350 h 514350"/>
              <a:gd name="csX1-19" fmla="*/ 3397701 w 11346959"/>
              <a:gd name="csY1-20" fmla="*/ 514350 h 514350"/>
              <a:gd name="csX2-21" fmla="*/ 3521526 w 11346959"/>
              <a:gd name="csY2-22" fmla="*/ 0 h 514350"/>
              <a:gd name="csX3-23" fmla="*/ 11346959 w 11346959"/>
              <a:gd name="csY3-24" fmla="*/ 0 h 514350"/>
              <a:gd name="csX0-25" fmla="*/ 0 w 11346959"/>
              <a:gd name="csY0-26" fmla="*/ 514350 h 514350"/>
              <a:gd name="csX1-27" fmla="*/ 3381952 w 11346959"/>
              <a:gd name="csY1-28" fmla="*/ 514350 h 514350"/>
              <a:gd name="csX2-29" fmla="*/ 3521526 w 11346959"/>
              <a:gd name="csY2-30" fmla="*/ 0 h 514350"/>
              <a:gd name="csX3-31" fmla="*/ 11346959 w 11346959"/>
              <a:gd name="csY3-32" fmla="*/ 0 h 514350"/>
              <a:gd name="csX0-33" fmla="*/ 0 w 11346959"/>
              <a:gd name="csY0-34" fmla="*/ 514350 h 514350"/>
              <a:gd name="csX1-35" fmla="*/ 3363054 w 11346959"/>
              <a:gd name="csY1-36" fmla="*/ 514350 h 514350"/>
              <a:gd name="csX2-37" fmla="*/ 3521526 w 11346959"/>
              <a:gd name="csY2-38" fmla="*/ 0 h 514350"/>
              <a:gd name="csX3-39" fmla="*/ 11346959 w 11346959"/>
              <a:gd name="csY3-40" fmla="*/ 0 h 514350"/>
              <a:gd name="csX0-41" fmla="*/ 0 w 11346959"/>
              <a:gd name="csY0-42" fmla="*/ 514350 h 514350"/>
              <a:gd name="csX1-43" fmla="*/ 3363054 w 11346959"/>
              <a:gd name="csY1-44" fmla="*/ 514350 h 514350"/>
              <a:gd name="csX2-45" fmla="*/ 3502628 w 11346959"/>
              <a:gd name="csY2-46" fmla="*/ 0 h 514350"/>
              <a:gd name="csX3-47" fmla="*/ 11346959 w 11346959"/>
              <a:gd name="csY3-48" fmla="*/ 0 h 514350"/>
              <a:gd name="csX0-49" fmla="*/ 0 w 11346959"/>
              <a:gd name="csY0-50" fmla="*/ 514350 h 514350"/>
              <a:gd name="csX1-51" fmla="*/ 3347305 w 11346959"/>
              <a:gd name="csY1-52" fmla="*/ 511200 h 514350"/>
              <a:gd name="csX2-53" fmla="*/ 3502628 w 11346959"/>
              <a:gd name="csY2-54" fmla="*/ 0 h 514350"/>
              <a:gd name="csX3-55" fmla="*/ 11346959 w 11346959"/>
              <a:gd name="csY3-56" fmla="*/ 0 h 514350"/>
              <a:gd name="csX0-57" fmla="*/ 0 w 11346959"/>
              <a:gd name="csY0-58" fmla="*/ 517500 h 517500"/>
              <a:gd name="csX1-59" fmla="*/ 3347305 w 11346959"/>
              <a:gd name="csY1-60" fmla="*/ 514350 h 517500"/>
              <a:gd name="csX2-61" fmla="*/ 3486879 w 11346959"/>
              <a:gd name="csY2-62" fmla="*/ 0 h 517500"/>
              <a:gd name="csX3-63" fmla="*/ 11346959 w 11346959"/>
              <a:gd name="csY3-64" fmla="*/ 3150 h 517500"/>
              <a:gd name="csX0-65" fmla="*/ 0 w 11346959"/>
              <a:gd name="csY0-66" fmla="*/ 517500 h 517500"/>
              <a:gd name="csX1-67" fmla="*/ 3325257 w 11346959"/>
              <a:gd name="csY1-68" fmla="*/ 511200 h 517500"/>
              <a:gd name="csX2-69" fmla="*/ 3486879 w 11346959"/>
              <a:gd name="csY2-70" fmla="*/ 0 h 517500"/>
              <a:gd name="csX3-71" fmla="*/ 11346959 w 11346959"/>
              <a:gd name="csY3-72" fmla="*/ 3150 h 517500"/>
              <a:gd name="csX0-73" fmla="*/ 0 w 11346959"/>
              <a:gd name="csY0-74" fmla="*/ 520650 h 520650"/>
              <a:gd name="csX1-75" fmla="*/ 3325257 w 11346959"/>
              <a:gd name="csY1-76" fmla="*/ 514350 h 520650"/>
              <a:gd name="csX2-77" fmla="*/ 3464831 w 11346959"/>
              <a:gd name="csY2-78" fmla="*/ 0 h 520650"/>
              <a:gd name="csX3-79" fmla="*/ 11346959 w 11346959"/>
              <a:gd name="csY3-80" fmla="*/ 6300 h 520650"/>
              <a:gd name="csX0-81" fmla="*/ 0 w 11346959"/>
              <a:gd name="csY0-82" fmla="*/ 520650 h 520650"/>
              <a:gd name="csX1-83" fmla="*/ 3312658 w 11346959"/>
              <a:gd name="csY1-84" fmla="*/ 514350 h 520650"/>
              <a:gd name="csX2-85" fmla="*/ 3464831 w 11346959"/>
              <a:gd name="csY2-86" fmla="*/ 0 h 520650"/>
              <a:gd name="csX3-87" fmla="*/ 11346959 w 11346959"/>
              <a:gd name="csY3-88" fmla="*/ 6300 h 520650"/>
              <a:gd name="csX0-89" fmla="*/ 0 w 11346959"/>
              <a:gd name="csY0-90" fmla="*/ 520650 h 520650"/>
              <a:gd name="csX1-91" fmla="*/ 3312658 w 11346959"/>
              <a:gd name="csY1-92" fmla="*/ 514350 h 520650"/>
              <a:gd name="csX2-93" fmla="*/ 3452232 w 11346959"/>
              <a:gd name="csY2-94" fmla="*/ 0 h 520650"/>
              <a:gd name="csX3-95" fmla="*/ 11346959 w 11346959"/>
              <a:gd name="csY3-96" fmla="*/ 6300 h 520650"/>
              <a:gd name="csX0-97" fmla="*/ 0 w 11346959"/>
              <a:gd name="csY0-98" fmla="*/ 523800 h 523800"/>
              <a:gd name="csX1-99" fmla="*/ 3312658 w 11346959"/>
              <a:gd name="csY1-100" fmla="*/ 517500 h 523800"/>
              <a:gd name="csX2-101" fmla="*/ 3439633 w 11346959"/>
              <a:gd name="csY2-102" fmla="*/ 0 h 523800"/>
              <a:gd name="csX3-103" fmla="*/ 11346959 w 11346959"/>
              <a:gd name="csY3-104" fmla="*/ 9450 h 523800"/>
              <a:gd name="csX0-105" fmla="*/ 0 w 11346959"/>
              <a:gd name="csY0-106" fmla="*/ 523800 h 523800"/>
              <a:gd name="csX1-107" fmla="*/ 3312658 w 11346959"/>
              <a:gd name="csY1-108" fmla="*/ 517500 h 523800"/>
              <a:gd name="csX2-109" fmla="*/ 3439633 w 11346959"/>
              <a:gd name="csY2-110" fmla="*/ 0 h 523800"/>
              <a:gd name="csX3-111" fmla="*/ 11346959 w 11346959"/>
              <a:gd name="csY3-112" fmla="*/ 9450 h 523800"/>
              <a:gd name="csX0-113" fmla="*/ 0 w 11346959"/>
              <a:gd name="csY0-114" fmla="*/ 523800 h 523800"/>
              <a:gd name="csX1-115" fmla="*/ 3312658 w 11346959"/>
              <a:gd name="csY1-116" fmla="*/ 517500 h 523800"/>
              <a:gd name="csX2-117" fmla="*/ 3439633 w 11346959"/>
              <a:gd name="csY2-118" fmla="*/ 0 h 523800"/>
              <a:gd name="csX3-119" fmla="*/ 11346959 w 11346959"/>
              <a:gd name="csY3-120" fmla="*/ 9450 h 523800"/>
              <a:gd name="csX0-121" fmla="*/ 0 w 11346959"/>
              <a:gd name="csY0-122" fmla="*/ 523800 h 523800"/>
              <a:gd name="csX1-123" fmla="*/ 3312658 w 11346959"/>
              <a:gd name="csY1-124" fmla="*/ 517500 h 523800"/>
              <a:gd name="csX2-125" fmla="*/ 3439633 w 11346959"/>
              <a:gd name="csY2-126" fmla="*/ 0 h 523800"/>
              <a:gd name="csX3-127" fmla="*/ 11346959 w 11346959"/>
              <a:gd name="csY3-128" fmla="*/ 0 h 523800"/>
              <a:gd name="csX0-129" fmla="*/ 0 w 11346959"/>
              <a:gd name="csY0-130" fmla="*/ 523800 h 523800"/>
              <a:gd name="csX1-131" fmla="*/ 3312658 w 11346959"/>
              <a:gd name="csY1-132" fmla="*/ 517500 h 523800"/>
              <a:gd name="csX2-133" fmla="*/ 3439633 w 11346959"/>
              <a:gd name="csY2-134" fmla="*/ 0 h 523800"/>
              <a:gd name="csX3-135" fmla="*/ 11346959 w 11346959"/>
              <a:gd name="csY3-136" fmla="*/ 0 h 523800"/>
              <a:gd name="csX0-137" fmla="*/ 0 w 11346959"/>
              <a:gd name="csY0-138" fmla="*/ 523800 h 523800"/>
              <a:gd name="csX1-139" fmla="*/ 3312658 w 11346959"/>
              <a:gd name="csY1-140" fmla="*/ 517500 h 523800"/>
              <a:gd name="csX2-141" fmla="*/ 3439633 w 11346959"/>
              <a:gd name="csY2-142" fmla="*/ 0 h 523800"/>
              <a:gd name="csX3-143" fmla="*/ 11346959 w 11346959"/>
              <a:gd name="csY3-144" fmla="*/ 0 h 523800"/>
              <a:gd name="csX0-145" fmla="*/ 0 w 13554308"/>
              <a:gd name="csY0-146" fmla="*/ 523800 h 523800"/>
              <a:gd name="csX1-147" fmla="*/ 3312658 w 13554308"/>
              <a:gd name="csY1-148" fmla="*/ 517500 h 523800"/>
              <a:gd name="csX2-149" fmla="*/ 3439633 w 13554308"/>
              <a:gd name="csY2-150" fmla="*/ 0 h 523800"/>
              <a:gd name="csX3-151" fmla="*/ 13554308 w 13554308"/>
              <a:gd name="csY3-152" fmla="*/ 0 h 523800"/>
              <a:gd name="csX0-153" fmla="*/ 0 w 12978005"/>
              <a:gd name="csY0-154" fmla="*/ 523800 h 523800"/>
              <a:gd name="csX1-155" fmla="*/ 3312658 w 12978005"/>
              <a:gd name="csY1-156" fmla="*/ 517500 h 523800"/>
              <a:gd name="csX2-157" fmla="*/ 3439633 w 12978005"/>
              <a:gd name="csY2-158" fmla="*/ 0 h 523800"/>
              <a:gd name="csX3-159" fmla="*/ 12978005 w 12978005"/>
              <a:gd name="csY3-160" fmla="*/ 0 h 523800"/>
              <a:gd name="csX0-161" fmla="*/ 0 w 12521312"/>
              <a:gd name="csY0-162" fmla="*/ 523800 h 523800"/>
              <a:gd name="csX1-163" fmla="*/ 3312658 w 12521312"/>
              <a:gd name="csY1-164" fmla="*/ 517500 h 523800"/>
              <a:gd name="csX2-165" fmla="*/ 3439633 w 12521312"/>
              <a:gd name="csY2-166" fmla="*/ 0 h 523800"/>
              <a:gd name="csX3-167" fmla="*/ 12521312 w 12521312"/>
              <a:gd name="csY3-168" fmla="*/ 0 h 523800"/>
              <a:gd name="csX0-169" fmla="*/ 0 w 11553558"/>
              <a:gd name="csY0-170" fmla="*/ 523800 h 523800"/>
              <a:gd name="csX1-171" fmla="*/ 3312658 w 11553558"/>
              <a:gd name="csY1-172" fmla="*/ 517500 h 523800"/>
              <a:gd name="csX2-173" fmla="*/ 3439633 w 11553558"/>
              <a:gd name="csY2-174" fmla="*/ 0 h 523800"/>
              <a:gd name="csX3-175" fmla="*/ 11553558 w 11553558"/>
              <a:gd name="csY3-176" fmla="*/ 0 h 523800"/>
              <a:gd name="csX0-177" fmla="*/ 0 w 11879767"/>
              <a:gd name="csY0-178" fmla="*/ 523800 h 523800"/>
              <a:gd name="csX1-179" fmla="*/ 3312658 w 11879767"/>
              <a:gd name="csY1-180" fmla="*/ 517500 h 523800"/>
              <a:gd name="csX2-181" fmla="*/ 3439633 w 11879767"/>
              <a:gd name="csY2-182" fmla="*/ 0 h 523800"/>
              <a:gd name="csX3-183" fmla="*/ 11879767 w 11879767"/>
              <a:gd name="csY3-184" fmla="*/ 0 h 523800"/>
              <a:gd name="csX0-185" fmla="*/ 0 w 11923261"/>
              <a:gd name="csY0-186" fmla="*/ 523800 h 523800"/>
              <a:gd name="csX1-187" fmla="*/ 3312658 w 11923261"/>
              <a:gd name="csY1-188" fmla="*/ 517500 h 523800"/>
              <a:gd name="csX2-189" fmla="*/ 3439633 w 11923261"/>
              <a:gd name="csY2-190" fmla="*/ 0 h 523800"/>
              <a:gd name="csX3-191" fmla="*/ 11923261 w 11923261"/>
              <a:gd name="csY3-192" fmla="*/ 0 h 523800"/>
              <a:gd name="csX0-193" fmla="*/ 0 w 11923261"/>
              <a:gd name="csY0-194" fmla="*/ 587300 h 587300"/>
              <a:gd name="csX1-195" fmla="*/ 3312658 w 11923261"/>
              <a:gd name="csY1-196" fmla="*/ 581000 h 587300"/>
              <a:gd name="csX2-197" fmla="*/ 3465033 w 11923261"/>
              <a:gd name="csY2-198" fmla="*/ 0 h 587300"/>
              <a:gd name="csX3-199" fmla="*/ 11923261 w 11923261"/>
              <a:gd name="csY3-200" fmla="*/ 63500 h 587300"/>
              <a:gd name="csX0-201" fmla="*/ 0 w 11923261"/>
              <a:gd name="csY0-202" fmla="*/ 549200 h 549200"/>
              <a:gd name="csX1-203" fmla="*/ 3312658 w 11923261"/>
              <a:gd name="csY1-204" fmla="*/ 542900 h 549200"/>
              <a:gd name="csX2-205" fmla="*/ 3465033 w 11923261"/>
              <a:gd name="csY2-206" fmla="*/ 0 h 549200"/>
              <a:gd name="csX3-207" fmla="*/ 11923261 w 11923261"/>
              <a:gd name="csY3-208" fmla="*/ 25400 h 549200"/>
              <a:gd name="csX0-209" fmla="*/ 0 w 11947974"/>
              <a:gd name="csY0-210" fmla="*/ 560870 h 560870"/>
              <a:gd name="csX1-211" fmla="*/ 3312658 w 11947974"/>
              <a:gd name="csY1-212" fmla="*/ 554570 h 560870"/>
              <a:gd name="csX2-213" fmla="*/ 3465033 w 11947974"/>
              <a:gd name="csY2-214" fmla="*/ 11670 h 560870"/>
              <a:gd name="csX3-215" fmla="*/ 11947974 w 11947974"/>
              <a:gd name="csY3-216" fmla="*/ 0 h 560870"/>
              <a:gd name="csX0-217" fmla="*/ 0 w 11910903"/>
              <a:gd name="csY0-218" fmla="*/ 549200 h 549200"/>
              <a:gd name="csX1-219" fmla="*/ 3312658 w 11910903"/>
              <a:gd name="csY1-220" fmla="*/ 542900 h 549200"/>
              <a:gd name="csX2-221" fmla="*/ 3465033 w 11910903"/>
              <a:gd name="csY2-222" fmla="*/ 0 h 549200"/>
              <a:gd name="csX3-223" fmla="*/ 11910903 w 11910903"/>
              <a:gd name="csY3-224" fmla="*/ 687 h 549200"/>
              <a:gd name="csX0-225" fmla="*/ 0 w 11517203"/>
              <a:gd name="csY0-226" fmla="*/ 549200 h 549200"/>
              <a:gd name="csX1-227" fmla="*/ 3312658 w 11517203"/>
              <a:gd name="csY1-228" fmla="*/ 542900 h 549200"/>
              <a:gd name="csX2-229" fmla="*/ 3465033 w 11517203"/>
              <a:gd name="csY2-230" fmla="*/ 0 h 549200"/>
              <a:gd name="csX3-231" fmla="*/ 11517203 w 11517203"/>
              <a:gd name="csY3-232" fmla="*/ 26087 h 549200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</a:cxnLst>
            <a:rect l="l" t="t" r="r" b="b"/>
            <a:pathLst>
              <a:path w="11517203" h="549200">
                <a:moveTo>
                  <a:pt x="0" y="549200"/>
                </a:moveTo>
                <a:lnTo>
                  <a:pt x="3312658" y="542900"/>
                </a:lnTo>
                <a:lnTo>
                  <a:pt x="3465033" y="0"/>
                </a:lnTo>
                <a:lnTo>
                  <a:pt x="11517203" y="26087"/>
                </a:lnTo>
              </a:path>
            </a:pathLst>
          </a:custGeom>
          <a:noFill/>
          <a:ln>
            <a:gradFill>
              <a:gsLst>
                <a:gs pos="0">
                  <a:schemeClr val="bg2">
                    <a:lumMod val="50000"/>
                  </a:schemeClr>
                </a:gs>
                <a:gs pos="36000">
                  <a:schemeClr val="accent1">
                    <a:lumMod val="45000"/>
                    <a:lumOff val="55000"/>
                  </a:schemeClr>
                </a:gs>
                <a:gs pos="83000">
                  <a:schemeClr val="accent4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五边形 7"/>
          <p:cNvSpPr/>
          <p:nvPr userDrawn="1"/>
        </p:nvSpPr>
        <p:spPr>
          <a:xfrm>
            <a:off x="-71779" y="135153"/>
            <a:ext cx="681038" cy="503022"/>
          </a:xfrm>
          <a:prstGeom prst="homePlate">
            <a:avLst>
              <a:gd name="adj" fmla="val 37376"/>
            </a:avLst>
          </a:prstGeom>
          <a:gradFill>
            <a:gsLst>
              <a:gs pos="100000">
                <a:schemeClr val="accent5">
                  <a:lumMod val="52000"/>
                  <a:lumOff val="48000"/>
                </a:schemeClr>
              </a:gs>
              <a:gs pos="77000">
                <a:srgbClr val="DBF4F6"/>
              </a:gs>
              <a:gs pos="22000">
                <a:schemeClr val="bg1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 flipH="1">
            <a:off x="-130135" y="24302"/>
            <a:ext cx="604968" cy="45719"/>
          </a:xfrm>
          <a:prstGeom prst="parallelogram">
            <a:avLst>
              <a:gd name="adj" fmla="val 25000"/>
            </a:avLst>
          </a:prstGeom>
          <a:gradFill flip="none" rotWithShape="0">
            <a:gsLst>
              <a:gs pos="96000">
                <a:schemeClr val="accent4">
                  <a:alpha val="0"/>
                </a:schemeClr>
              </a:gs>
              <a:gs pos="0">
                <a:schemeClr val="bg2">
                  <a:lumMod val="5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 userDrawn="1"/>
        </p:nvSpPr>
        <p:spPr>
          <a:xfrm flipH="1">
            <a:off x="-147467" y="47161"/>
            <a:ext cx="467069" cy="62475"/>
          </a:xfrm>
          <a:prstGeom prst="parallelogram">
            <a:avLst>
              <a:gd name="adj" fmla="val 25000"/>
            </a:avLst>
          </a:prstGeom>
          <a:gradFill flip="none" rotWithShape="0">
            <a:gsLst>
              <a:gs pos="96000">
                <a:schemeClr val="accent5">
                  <a:alpha val="0"/>
                </a:schemeClr>
              </a:gs>
              <a:gs pos="0">
                <a:schemeClr val="tx2">
                  <a:lumMod val="40000"/>
                  <a:lumOff val="6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11870551" y="581873"/>
            <a:ext cx="59060" cy="5906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平行四边形 13"/>
          <p:cNvSpPr/>
          <p:nvPr userDrawn="1"/>
        </p:nvSpPr>
        <p:spPr>
          <a:xfrm flipH="1">
            <a:off x="11190758" y="590486"/>
            <a:ext cx="467069" cy="54104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Picture 2" descr="查看图片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95" y="-199362"/>
            <a:ext cx="3069860" cy="660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平行四边形 15"/>
          <p:cNvSpPr/>
          <p:nvPr userDrawn="1"/>
        </p:nvSpPr>
        <p:spPr>
          <a:xfrm>
            <a:off x="11533869" y="-251496"/>
            <a:ext cx="401591" cy="588252"/>
          </a:xfrm>
          <a:prstGeom prst="parallelogram">
            <a:avLst>
              <a:gd name="adj" fmla="val 65216"/>
            </a:avLst>
          </a:prstGeom>
          <a:gradFill>
            <a:gsLst>
              <a:gs pos="100000">
                <a:schemeClr val="accent2"/>
              </a:gs>
              <a:gs pos="0">
                <a:schemeClr val="bg2">
                  <a:lumMod val="39000"/>
                  <a:lumOff val="6100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17" name="平行四边形 16"/>
          <p:cNvSpPr/>
          <p:nvPr userDrawn="1"/>
        </p:nvSpPr>
        <p:spPr>
          <a:xfrm>
            <a:off x="11673707" y="-28090"/>
            <a:ext cx="401591" cy="588252"/>
          </a:xfrm>
          <a:prstGeom prst="parallelogram">
            <a:avLst>
              <a:gd name="adj" fmla="val 65216"/>
            </a:avLst>
          </a:prstGeom>
          <a:gradFill>
            <a:gsLst>
              <a:gs pos="100000">
                <a:schemeClr val="accent2"/>
              </a:gs>
              <a:gs pos="0">
                <a:schemeClr val="bg2">
                  <a:lumMod val="39000"/>
                  <a:lumOff val="6100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18" name="Picture 16"/>
          <p:cNvPicPr>
            <a:picLocks noChangeAspect="1"/>
          </p:cNvPicPr>
          <p:nvPr userDrawn="1"/>
        </p:nvPicPr>
        <p:blipFill>
          <a:blip r:embed="rId5">
            <a:alphaModFix amt="9000"/>
          </a:blip>
          <a:stretch>
            <a:fillRect/>
          </a:stretch>
        </p:blipFill>
        <p:spPr>
          <a:xfrm>
            <a:off x="6777558" y="849099"/>
            <a:ext cx="5526591" cy="5531508"/>
          </a:xfrm>
          <a:prstGeom prst="rect">
            <a:avLst/>
          </a:prstGeom>
        </p:spPr>
      </p:pic>
      <p:pic>
        <p:nvPicPr>
          <p:cNvPr id="19" name="图片 18" descr="查看图片"/>
          <p:cNvPicPr>
            <a:picLocks noChangeAspect="1"/>
          </p:cNvPicPr>
          <p:nvPr userDrawn="1"/>
        </p:nvPicPr>
        <p:blipFill>
          <a:blip r:embed="rId6">
            <a:alphaModFix amt="19000"/>
          </a:blip>
          <a:stretch>
            <a:fillRect/>
          </a:stretch>
        </p:blipFill>
        <p:spPr>
          <a:xfrm>
            <a:off x="-760402" y="644752"/>
            <a:ext cx="2636994" cy="6191250"/>
          </a:xfrm>
          <a:prstGeom prst="rect">
            <a:avLst/>
          </a:prstGeom>
        </p:spPr>
      </p:pic>
      <p:sp>
        <p:nvSpPr>
          <p:cNvPr id="27" name="内容占位符 26"/>
          <p:cNvSpPr>
            <a:spLocks noGrp="1"/>
          </p:cNvSpPr>
          <p:nvPr>
            <p:ph sz="quarter" idx="14" hasCustomPrompt="1"/>
          </p:nvPr>
        </p:nvSpPr>
        <p:spPr>
          <a:xfrm>
            <a:off x="622407" y="175864"/>
            <a:ext cx="2979738" cy="403225"/>
          </a:xfrm>
        </p:spPr>
        <p:txBody>
          <a:bodyPr>
            <a:noAutofit/>
          </a:bodyPr>
          <a:lstStyle>
            <a:lvl1pPr>
              <a:buNone/>
              <a:defRPr sz="2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大标题</a:t>
            </a:r>
          </a:p>
        </p:txBody>
      </p:sp>
      <p:sp>
        <p:nvSpPr>
          <p:cNvPr id="34" name="内容占位符 33"/>
          <p:cNvSpPr>
            <a:spLocks noGrp="1"/>
          </p:cNvSpPr>
          <p:nvPr>
            <p:ph sz="quarter" idx="16" hasCustomPrompt="1"/>
          </p:nvPr>
        </p:nvSpPr>
        <p:spPr>
          <a:xfrm>
            <a:off x="3850400" y="189172"/>
            <a:ext cx="7694083" cy="387798"/>
          </a:xfrm>
        </p:spPr>
        <p:txBody>
          <a:bodyPr wrap="square" lIns="0" tIns="0" rIns="0" bIns="0">
            <a:spAutoFit/>
          </a:bodyPr>
          <a:lstStyle>
            <a:lvl1pPr>
              <a:buNone/>
              <a:defRPr b="1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zh-CN" altLang="en-US"/>
              <a:t>二级标题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5" hasCustomPrompt="1"/>
          </p:nvPr>
        </p:nvSpPr>
        <p:spPr>
          <a:xfrm>
            <a:off x="60947" y="167132"/>
            <a:ext cx="349250" cy="420687"/>
          </a:xfrm>
        </p:spPr>
        <p:txBody>
          <a:bodyPr>
            <a:noAutofit/>
          </a:bodyPr>
          <a:lstStyle>
            <a:lvl1pPr algn="ctr">
              <a:buNone/>
              <a:defRPr sz="2800" b="1">
                <a:gradFill>
                  <a:gsLst>
                    <a:gs pos="0">
                      <a:srgbClr val="79A9B0"/>
                    </a:gs>
                    <a:gs pos="90000">
                      <a:srgbClr val="0C6371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zh-CN" altLang="en-US"/>
              <a:t>贰</a:t>
            </a:r>
          </a:p>
        </p:txBody>
      </p:sp>
      <p:grpSp>
        <p:nvGrpSpPr>
          <p:cNvPr id="9" name="图形 4"/>
          <p:cNvGrpSpPr/>
          <p:nvPr userDrawn="1"/>
        </p:nvGrpSpPr>
        <p:grpSpPr>
          <a:xfrm>
            <a:off x="10826604" y="172364"/>
            <a:ext cx="1127530" cy="387798"/>
            <a:chOff x="3162257" y="2620396"/>
            <a:chExt cx="5190441" cy="1785178"/>
          </a:xfrm>
        </p:grpSpPr>
        <p:sp>
          <p:nvSpPr>
            <p:cNvPr id="13" name="任意多边形: 形状 12"/>
            <p:cNvSpPr/>
            <p:nvPr/>
          </p:nvSpPr>
          <p:spPr>
            <a:xfrm>
              <a:off x="5405780" y="2920931"/>
              <a:ext cx="2925307" cy="889799"/>
            </a:xfrm>
            <a:custGeom>
              <a:avLst/>
              <a:gdLst>
                <a:gd name="connsiteX0" fmla="*/ 2677202 w 2925307"/>
                <a:gd name="connsiteY0" fmla="*/ 369138 h 889799"/>
                <a:gd name="connsiteX1" fmla="*/ 2634120 w 2925307"/>
                <a:gd name="connsiteY1" fmla="*/ 369138 h 889799"/>
                <a:gd name="connsiteX2" fmla="*/ 2644083 w 2925307"/>
                <a:gd name="connsiteY2" fmla="*/ 355891 h 889799"/>
                <a:gd name="connsiteX3" fmla="*/ 2644083 w 2925307"/>
                <a:gd name="connsiteY3" fmla="*/ 339308 h 889799"/>
                <a:gd name="connsiteX4" fmla="*/ 2657780 w 2925307"/>
                <a:gd name="connsiteY4" fmla="*/ 316350 h 889799"/>
                <a:gd name="connsiteX5" fmla="*/ 2657378 w 2925307"/>
                <a:gd name="connsiteY5" fmla="*/ 309478 h 889799"/>
                <a:gd name="connsiteX6" fmla="*/ 2657378 w 2925307"/>
                <a:gd name="connsiteY6" fmla="*/ 286273 h 889799"/>
                <a:gd name="connsiteX7" fmla="*/ 2650509 w 2925307"/>
                <a:gd name="connsiteY7" fmla="*/ 273025 h 889799"/>
                <a:gd name="connsiteX8" fmla="*/ 2650509 w 2925307"/>
                <a:gd name="connsiteY8" fmla="*/ 263065 h 889799"/>
                <a:gd name="connsiteX9" fmla="*/ 2650509 w 2925307"/>
                <a:gd name="connsiteY9" fmla="*/ 186825 h 889799"/>
                <a:gd name="connsiteX10" fmla="*/ 2650509 w 2925307"/>
                <a:gd name="connsiteY10" fmla="*/ 173429 h 889799"/>
                <a:gd name="connsiteX11" fmla="*/ 2672622 w 2925307"/>
                <a:gd name="connsiteY11" fmla="*/ 169047 h 889799"/>
                <a:gd name="connsiteX12" fmla="*/ 2690296 w 2925307"/>
                <a:gd name="connsiteY12" fmla="*/ 160182 h 889799"/>
                <a:gd name="connsiteX13" fmla="*/ 2720182 w 2925307"/>
                <a:gd name="connsiteY13" fmla="*/ 160182 h 889799"/>
                <a:gd name="connsiteX14" fmla="*/ 2733438 w 2925307"/>
                <a:gd name="connsiteY14" fmla="*/ 176764 h 889799"/>
                <a:gd name="connsiteX15" fmla="*/ 2683629 w 2925307"/>
                <a:gd name="connsiteY15" fmla="*/ 223227 h 889799"/>
                <a:gd name="connsiteX16" fmla="*/ 2683629 w 2925307"/>
                <a:gd name="connsiteY16" fmla="*/ 239760 h 889799"/>
                <a:gd name="connsiteX17" fmla="*/ 2713514 w 2925307"/>
                <a:gd name="connsiteY17" fmla="*/ 296132 h 889799"/>
                <a:gd name="connsiteX18" fmla="*/ 2670373 w 2925307"/>
                <a:gd name="connsiteY18" fmla="*/ 345931 h 889799"/>
                <a:gd name="connsiteX19" fmla="*/ 2670373 w 2925307"/>
                <a:gd name="connsiteY19" fmla="*/ 349268 h 889799"/>
                <a:gd name="connsiteX20" fmla="*/ 2690296 w 2925307"/>
                <a:gd name="connsiteY20" fmla="*/ 359228 h 889799"/>
                <a:gd name="connsiteX21" fmla="*/ 2733438 w 2925307"/>
                <a:gd name="connsiteY21" fmla="*/ 322775 h 889799"/>
                <a:gd name="connsiteX22" fmla="*/ 2779853 w 2925307"/>
                <a:gd name="connsiteY22" fmla="*/ 292895 h 889799"/>
                <a:gd name="connsiteX23" fmla="*/ 2807208 w 2925307"/>
                <a:gd name="connsiteY23" fmla="*/ 263863 h 889799"/>
                <a:gd name="connsiteX24" fmla="*/ 2826268 w 2925307"/>
                <a:gd name="connsiteY24" fmla="*/ 229900 h 889799"/>
                <a:gd name="connsiteX25" fmla="*/ 2826268 w 2925307"/>
                <a:gd name="connsiteY25" fmla="*/ 206644 h 889799"/>
                <a:gd name="connsiteX26" fmla="*/ 2803070 w 2925307"/>
                <a:gd name="connsiteY26" fmla="*/ 190062 h 889799"/>
                <a:gd name="connsiteX27" fmla="*/ 2799836 w 2925307"/>
                <a:gd name="connsiteY27" fmla="*/ 163469 h 889799"/>
                <a:gd name="connsiteX28" fmla="*/ 2859587 w 2925307"/>
                <a:gd name="connsiteY28" fmla="*/ 110383 h 889799"/>
                <a:gd name="connsiteX29" fmla="*/ 2859587 w 2925307"/>
                <a:gd name="connsiteY29" fmla="*/ 97236 h 889799"/>
                <a:gd name="connsiteX30" fmla="*/ 2823094 w 2925307"/>
                <a:gd name="connsiteY30" fmla="*/ 83941 h 889799"/>
                <a:gd name="connsiteX31" fmla="*/ 2809838 w 2925307"/>
                <a:gd name="connsiteY31" fmla="*/ 64021 h 889799"/>
                <a:gd name="connsiteX32" fmla="*/ 2809838 w 2925307"/>
                <a:gd name="connsiteY32" fmla="*/ 53912 h 889799"/>
                <a:gd name="connsiteX33" fmla="*/ 2773325 w 2925307"/>
                <a:gd name="connsiteY33" fmla="*/ 877 h 889799"/>
                <a:gd name="connsiteX34" fmla="*/ 2730244 w 2925307"/>
                <a:gd name="connsiteY34" fmla="*/ 30755 h 889799"/>
                <a:gd name="connsiteX35" fmla="*/ 2736872 w 2925307"/>
                <a:gd name="connsiteY35" fmla="*/ 73881 h 889799"/>
                <a:gd name="connsiteX36" fmla="*/ 2736872 w 2925307"/>
                <a:gd name="connsiteY36" fmla="*/ 83841 h 889799"/>
                <a:gd name="connsiteX37" fmla="*/ 2653984 w 2925307"/>
                <a:gd name="connsiteY37" fmla="*/ 130303 h 889799"/>
                <a:gd name="connsiteX38" fmla="*/ 2637354 w 2925307"/>
                <a:gd name="connsiteY38" fmla="*/ 113721 h 889799"/>
                <a:gd name="connsiteX39" fmla="*/ 2637354 w 2925307"/>
                <a:gd name="connsiteY39" fmla="*/ 80654 h 889799"/>
                <a:gd name="connsiteX40" fmla="*/ 2587545 w 2925307"/>
                <a:gd name="connsiteY40" fmla="*/ 40816 h 889799"/>
                <a:gd name="connsiteX41" fmla="*/ 2581519 w 2925307"/>
                <a:gd name="connsiteY41" fmla="*/ 33494 h 889799"/>
                <a:gd name="connsiteX42" fmla="*/ 2557660 w 2925307"/>
                <a:gd name="connsiteY42" fmla="*/ 60734 h 889799"/>
                <a:gd name="connsiteX43" fmla="*/ 2563102 w 2925307"/>
                <a:gd name="connsiteY43" fmla="*/ 101719 h 889799"/>
                <a:gd name="connsiteX44" fmla="*/ 2560953 w 2925307"/>
                <a:gd name="connsiteY44" fmla="*/ 140312 h 889799"/>
                <a:gd name="connsiteX45" fmla="*/ 2560953 w 2925307"/>
                <a:gd name="connsiteY45" fmla="*/ 150272 h 889799"/>
                <a:gd name="connsiteX46" fmla="*/ 2558021 w 2925307"/>
                <a:gd name="connsiteY46" fmla="*/ 179704 h 889799"/>
                <a:gd name="connsiteX47" fmla="*/ 2564287 w 2925307"/>
                <a:gd name="connsiteY47" fmla="*/ 206644 h 889799"/>
                <a:gd name="connsiteX48" fmla="*/ 2564287 w 2925307"/>
                <a:gd name="connsiteY48" fmla="*/ 229900 h 889799"/>
                <a:gd name="connsiteX49" fmla="*/ 2567119 w 2925307"/>
                <a:gd name="connsiteY49" fmla="*/ 279698 h 889799"/>
                <a:gd name="connsiteX50" fmla="*/ 2557660 w 2925307"/>
                <a:gd name="connsiteY50" fmla="*/ 345981 h 889799"/>
                <a:gd name="connsiteX51" fmla="*/ 2564287 w 2925307"/>
                <a:gd name="connsiteY51" fmla="*/ 365901 h 889799"/>
                <a:gd name="connsiteX52" fmla="*/ 2560953 w 2925307"/>
                <a:gd name="connsiteY52" fmla="*/ 375859 h 889799"/>
                <a:gd name="connsiteX53" fmla="*/ 2527834 w 2925307"/>
                <a:gd name="connsiteY53" fmla="*/ 385819 h 889799"/>
                <a:gd name="connsiteX54" fmla="*/ 2527834 w 2925307"/>
                <a:gd name="connsiteY54" fmla="*/ 379096 h 889799"/>
                <a:gd name="connsiteX55" fmla="*/ 2547758 w 2925307"/>
                <a:gd name="connsiteY55" fmla="*/ 362513 h 889799"/>
                <a:gd name="connsiteX56" fmla="*/ 2551795 w 2925307"/>
                <a:gd name="connsiteY56" fmla="*/ 332635 h 889799"/>
                <a:gd name="connsiteX57" fmla="*/ 2552939 w 2925307"/>
                <a:gd name="connsiteY57" fmla="*/ 219791 h 889799"/>
                <a:gd name="connsiteX58" fmla="*/ 2544424 w 2925307"/>
                <a:gd name="connsiteY58" fmla="*/ 186626 h 889799"/>
                <a:gd name="connsiteX59" fmla="*/ 2544424 w 2925307"/>
                <a:gd name="connsiteY59" fmla="*/ 143549 h 889799"/>
                <a:gd name="connsiteX60" fmla="*/ 2504576 w 2925307"/>
                <a:gd name="connsiteY60" fmla="*/ 87178 h 889799"/>
                <a:gd name="connsiteX61" fmla="*/ 2497888 w 2925307"/>
                <a:gd name="connsiteY61" fmla="*/ 87178 h 889799"/>
                <a:gd name="connsiteX62" fmla="*/ 2458041 w 2925307"/>
                <a:gd name="connsiteY62" fmla="*/ 127016 h 889799"/>
                <a:gd name="connsiteX63" fmla="*/ 2458041 w 2925307"/>
                <a:gd name="connsiteY63" fmla="*/ 173429 h 889799"/>
                <a:gd name="connsiteX64" fmla="*/ 2459045 w 2925307"/>
                <a:gd name="connsiteY64" fmla="*/ 239760 h 889799"/>
                <a:gd name="connsiteX65" fmla="*/ 2458041 w 2925307"/>
                <a:gd name="connsiteY65" fmla="*/ 243097 h 889799"/>
                <a:gd name="connsiteX66" fmla="*/ 2458041 w 2925307"/>
                <a:gd name="connsiteY66" fmla="*/ 249720 h 889799"/>
                <a:gd name="connsiteX67" fmla="*/ 2468003 w 2925307"/>
                <a:gd name="connsiteY67" fmla="*/ 282885 h 889799"/>
                <a:gd name="connsiteX68" fmla="*/ 2468003 w 2925307"/>
                <a:gd name="connsiteY68" fmla="*/ 319338 h 889799"/>
                <a:gd name="connsiteX69" fmla="*/ 2477964 w 2925307"/>
                <a:gd name="connsiteY69" fmla="*/ 362214 h 889799"/>
                <a:gd name="connsiteX70" fmla="*/ 2504275 w 2925307"/>
                <a:gd name="connsiteY70" fmla="*/ 385670 h 889799"/>
                <a:gd name="connsiteX71" fmla="*/ 2424581 w 2925307"/>
                <a:gd name="connsiteY71" fmla="*/ 415548 h 889799"/>
                <a:gd name="connsiteX72" fmla="*/ 2418013 w 2925307"/>
                <a:gd name="connsiteY72" fmla="*/ 415548 h 889799"/>
                <a:gd name="connsiteX73" fmla="*/ 2404797 w 2925307"/>
                <a:gd name="connsiteY73" fmla="*/ 408727 h 889799"/>
                <a:gd name="connsiteX74" fmla="*/ 2398089 w 2925307"/>
                <a:gd name="connsiteY74" fmla="*/ 408727 h 889799"/>
                <a:gd name="connsiteX75" fmla="*/ 2335084 w 2925307"/>
                <a:gd name="connsiteY75" fmla="*/ 498364 h 889799"/>
                <a:gd name="connsiteX76" fmla="*/ 2335084 w 2925307"/>
                <a:gd name="connsiteY76" fmla="*/ 524858 h 889799"/>
                <a:gd name="connsiteX77" fmla="*/ 2359969 w 2925307"/>
                <a:gd name="connsiteY77" fmla="*/ 556728 h 889799"/>
                <a:gd name="connsiteX78" fmla="*/ 2381640 w 2925307"/>
                <a:gd name="connsiteY78" fmla="*/ 561309 h 889799"/>
                <a:gd name="connsiteX79" fmla="*/ 2404858 w 2925307"/>
                <a:gd name="connsiteY79" fmla="*/ 561309 h 889799"/>
                <a:gd name="connsiteX80" fmla="*/ 2438017 w 2925307"/>
                <a:gd name="connsiteY80" fmla="*/ 531430 h 889799"/>
                <a:gd name="connsiteX81" fmla="*/ 2438017 w 2925307"/>
                <a:gd name="connsiteY81" fmla="*/ 508225 h 889799"/>
                <a:gd name="connsiteX82" fmla="*/ 2428055 w 2925307"/>
                <a:gd name="connsiteY82" fmla="*/ 488305 h 889799"/>
                <a:gd name="connsiteX83" fmla="*/ 2428055 w 2925307"/>
                <a:gd name="connsiteY83" fmla="*/ 465100 h 889799"/>
                <a:gd name="connsiteX84" fmla="*/ 2457940 w 2925307"/>
                <a:gd name="connsiteY84" fmla="*/ 438557 h 889799"/>
                <a:gd name="connsiteX85" fmla="*/ 2477864 w 2925307"/>
                <a:gd name="connsiteY85" fmla="*/ 438557 h 889799"/>
                <a:gd name="connsiteX86" fmla="*/ 2630686 w 2925307"/>
                <a:gd name="connsiteY86" fmla="*/ 427402 h 889799"/>
                <a:gd name="connsiteX87" fmla="*/ 2730305 w 2925307"/>
                <a:gd name="connsiteY87" fmla="*/ 428695 h 889799"/>
                <a:gd name="connsiteX88" fmla="*/ 2800037 w 2925307"/>
                <a:gd name="connsiteY88" fmla="*/ 432430 h 889799"/>
                <a:gd name="connsiteX89" fmla="*/ 2809979 w 2925307"/>
                <a:gd name="connsiteY89" fmla="*/ 438655 h 889799"/>
                <a:gd name="connsiteX90" fmla="*/ 2806063 w 2925307"/>
                <a:gd name="connsiteY90" fmla="*/ 471722 h 889799"/>
                <a:gd name="connsiteX91" fmla="*/ 2843158 w 2925307"/>
                <a:gd name="connsiteY91" fmla="*/ 458525 h 889799"/>
                <a:gd name="connsiteX92" fmla="*/ 2883006 w 2925307"/>
                <a:gd name="connsiteY92" fmla="*/ 465198 h 889799"/>
                <a:gd name="connsiteX93" fmla="*/ 2926147 w 2925307"/>
                <a:gd name="connsiteY93" fmla="*/ 432033 h 889799"/>
                <a:gd name="connsiteX94" fmla="*/ 2873847 w 2925307"/>
                <a:gd name="connsiteY94" fmla="*/ 394833 h 889799"/>
                <a:gd name="connsiteX95" fmla="*/ 2810080 w 2925307"/>
                <a:gd name="connsiteY95" fmla="*/ 368987 h 889799"/>
                <a:gd name="connsiteX96" fmla="*/ 2677202 w 2925307"/>
                <a:gd name="connsiteY96" fmla="*/ 368987 h 889799"/>
                <a:gd name="connsiteX97" fmla="*/ 1729220 w 2925307"/>
                <a:gd name="connsiteY97" fmla="*/ 680179 h 889799"/>
                <a:gd name="connsiteX98" fmla="*/ 1702728 w 2925307"/>
                <a:gd name="connsiteY98" fmla="*/ 713344 h 889799"/>
                <a:gd name="connsiteX99" fmla="*/ 1676177 w 2925307"/>
                <a:gd name="connsiteY99" fmla="*/ 746511 h 889799"/>
                <a:gd name="connsiteX100" fmla="*/ 1662921 w 2925307"/>
                <a:gd name="connsiteY100" fmla="*/ 746511 h 889799"/>
                <a:gd name="connsiteX101" fmla="*/ 1648581 w 2925307"/>
                <a:gd name="connsiteY101" fmla="*/ 778530 h 889799"/>
                <a:gd name="connsiteX102" fmla="*/ 1632292 w 2925307"/>
                <a:gd name="connsiteY102" fmla="*/ 785502 h 889799"/>
                <a:gd name="connsiteX103" fmla="*/ 1622331 w 2925307"/>
                <a:gd name="connsiteY103" fmla="*/ 798749 h 889799"/>
                <a:gd name="connsiteX104" fmla="*/ 1570071 w 2925307"/>
                <a:gd name="connsiteY104" fmla="*/ 839335 h 889799"/>
                <a:gd name="connsiteX105" fmla="*/ 1570071 w 2925307"/>
                <a:gd name="connsiteY105" fmla="*/ 852632 h 889799"/>
                <a:gd name="connsiteX106" fmla="*/ 1580033 w 2925307"/>
                <a:gd name="connsiteY106" fmla="*/ 855718 h 889799"/>
                <a:gd name="connsiteX107" fmla="*/ 1586560 w 2925307"/>
                <a:gd name="connsiteY107" fmla="*/ 855718 h 889799"/>
                <a:gd name="connsiteX108" fmla="*/ 1681198 w 2925307"/>
                <a:gd name="connsiteY108" fmla="*/ 817920 h 889799"/>
                <a:gd name="connsiteX109" fmla="*/ 1723134 w 2925307"/>
                <a:gd name="connsiteY109" fmla="*/ 793571 h 889799"/>
                <a:gd name="connsiteX110" fmla="*/ 1761294 w 2925307"/>
                <a:gd name="connsiteY110" fmla="*/ 765335 h 889799"/>
                <a:gd name="connsiteX111" fmla="*/ 1820603 w 2925307"/>
                <a:gd name="connsiteY111" fmla="*/ 692030 h 889799"/>
                <a:gd name="connsiteX112" fmla="*/ 1868284 w 2925307"/>
                <a:gd name="connsiteY112" fmla="*/ 607024 h 889799"/>
                <a:gd name="connsiteX113" fmla="*/ 1888207 w 2925307"/>
                <a:gd name="connsiteY113" fmla="*/ 567186 h 889799"/>
                <a:gd name="connsiteX114" fmla="*/ 1904797 w 2925307"/>
                <a:gd name="connsiteY114" fmla="*/ 600301 h 889799"/>
                <a:gd name="connsiteX115" fmla="*/ 1904797 w 2925307"/>
                <a:gd name="connsiteY115" fmla="*/ 606974 h 889799"/>
                <a:gd name="connsiteX116" fmla="*/ 1945689 w 2925307"/>
                <a:gd name="connsiteY116" fmla="*/ 682120 h 889799"/>
                <a:gd name="connsiteX117" fmla="*/ 1968545 w 2925307"/>
                <a:gd name="connsiteY117" fmla="*/ 718973 h 889799"/>
                <a:gd name="connsiteX118" fmla="*/ 1990658 w 2925307"/>
                <a:gd name="connsiteY118" fmla="*/ 753232 h 889799"/>
                <a:gd name="connsiteX119" fmla="*/ 2047336 w 2925307"/>
                <a:gd name="connsiteY119" fmla="*/ 812643 h 889799"/>
                <a:gd name="connsiteX120" fmla="*/ 2130325 w 2925307"/>
                <a:gd name="connsiteY120" fmla="*/ 845708 h 889799"/>
                <a:gd name="connsiteX121" fmla="*/ 2193329 w 2925307"/>
                <a:gd name="connsiteY121" fmla="*/ 825790 h 889799"/>
                <a:gd name="connsiteX122" fmla="*/ 2158061 w 2925307"/>
                <a:gd name="connsiteY122" fmla="*/ 781420 h 889799"/>
                <a:gd name="connsiteX123" fmla="*/ 2119158 w 2925307"/>
                <a:gd name="connsiteY123" fmla="*/ 744070 h 889799"/>
                <a:gd name="connsiteX124" fmla="*/ 2041511 w 2925307"/>
                <a:gd name="connsiteY124" fmla="*/ 669373 h 889799"/>
                <a:gd name="connsiteX125" fmla="*/ 1973566 w 2925307"/>
                <a:gd name="connsiteY125" fmla="*/ 584715 h 889799"/>
                <a:gd name="connsiteX126" fmla="*/ 1946834 w 2925307"/>
                <a:gd name="connsiteY126" fmla="*/ 534917 h 889799"/>
                <a:gd name="connsiteX127" fmla="*/ 1933478 w 2925307"/>
                <a:gd name="connsiteY127" fmla="*/ 508474 h 889799"/>
                <a:gd name="connsiteX128" fmla="*/ 1918033 w 2925307"/>
                <a:gd name="connsiteY128" fmla="*/ 487458 h 889799"/>
                <a:gd name="connsiteX129" fmla="*/ 1971076 w 2925307"/>
                <a:gd name="connsiteY129" fmla="*/ 483972 h 889799"/>
                <a:gd name="connsiteX130" fmla="*/ 1987726 w 2925307"/>
                <a:gd name="connsiteY130" fmla="*/ 483972 h 889799"/>
                <a:gd name="connsiteX131" fmla="*/ 2077362 w 2925307"/>
                <a:gd name="connsiteY131" fmla="*/ 447519 h 889799"/>
                <a:gd name="connsiteX132" fmla="*/ 2077362 w 2925307"/>
                <a:gd name="connsiteY132" fmla="*/ 440846 h 889799"/>
                <a:gd name="connsiteX133" fmla="*/ 2034281 w 2925307"/>
                <a:gd name="connsiteY133" fmla="*/ 384476 h 889799"/>
                <a:gd name="connsiteX134" fmla="*/ 2007729 w 2925307"/>
                <a:gd name="connsiteY134" fmla="*/ 384476 h 889799"/>
                <a:gd name="connsiteX135" fmla="*/ 1971276 w 2925307"/>
                <a:gd name="connsiteY135" fmla="*/ 391098 h 889799"/>
                <a:gd name="connsiteX136" fmla="*/ 1931429 w 2925307"/>
                <a:gd name="connsiteY136" fmla="*/ 391098 h 889799"/>
                <a:gd name="connsiteX137" fmla="*/ 1935225 w 2925307"/>
                <a:gd name="connsiteY137" fmla="*/ 331340 h 889799"/>
                <a:gd name="connsiteX138" fmla="*/ 1934221 w 2925307"/>
                <a:gd name="connsiteY138" fmla="*/ 268246 h 889799"/>
                <a:gd name="connsiteX139" fmla="*/ 1939201 w 2925307"/>
                <a:gd name="connsiteY139" fmla="*/ 221932 h 889799"/>
                <a:gd name="connsiteX140" fmla="*/ 1911766 w 2925307"/>
                <a:gd name="connsiteY140" fmla="*/ 195341 h 889799"/>
                <a:gd name="connsiteX141" fmla="*/ 1888689 w 2925307"/>
                <a:gd name="connsiteY141" fmla="*/ 199474 h 889799"/>
                <a:gd name="connsiteX142" fmla="*/ 1881921 w 2925307"/>
                <a:gd name="connsiteY142" fmla="*/ 235129 h 889799"/>
                <a:gd name="connsiteX143" fmla="*/ 1881921 w 2925307"/>
                <a:gd name="connsiteY143" fmla="*/ 238416 h 889799"/>
                <a:gd name="connsiteX144" fmla="*/ 1871959 w 2925307"/>
                <a:gd name="connsiteY144" fmla="*/ 291502 h 889799"/>
                <a:gd name="connsiteX145" fmla="*/ 1871959 w 2925307"/>
                <a:gd name="connsiteY145" fmla="*/ 311420 h 889799"/>
                <a:gd name="connsiteX146" fmla="*/ 1867982 w 2925307"/>
                <a:gd name="connsiteY146" fmla="*/ 387662 h 889799"/>
                <a:gd name="connsiteX147" fmla="*/ 1845367 w 2925307"/>
                <a:gd name="connsiteY147" fmla="*/ 390998 h 889799"/>
                <a:gd name="connsiteX148" fmla="*/ 1842074 w 2925307"/>
                <a:gd name="connsiteY148" fmla="*/ 390998 h 889799"/>
                <a:gd name="connsiteX149" fmla="*/ 1802226 w 2925307"/>
                <a:gd name="connsiteY149" fmla="*/ 404295 h 889799"/>
                <a:gd name="connsiteX150" fmla="*/ 1798892 w 2925307"/>
                <a:gd name="connsiteY150" fmla="*/ 404295 h 889799"/>
                <a:gd name="connsiteX151" fmla="*/ 1765773 w 2925307"/>
                <a:gd name="connsiteY151" fmla="*/ 397671 h 889799"/>
                <a:gd name="connsiteX152" fmla="*/ 1722632 w 2925307"/>
                <a:gd name="connsiteY152" fmla="*/ 437511 h 889799"/>
                <a:gd name="connsiteX153" fmla="*/ 1722632 w 2925307"/>
                <a:gd name="connsiteY153" fmla="*/ 444133 h 889799"/>
                <a:gd name="connsiteX154" fmla="*/ 1765773 w 2925307"/>
                <a:gd name="connsiteY154" fmla="*/ 493932 h 889799"/>
                <a:gd name="connsiteX155" fmla="*/ 1778969 w 2925307"/>
                <a:gd name="connsiteY155" fmla="*/ 493932 h 889799"/>
                <a:gd name="connsiteX156" fmla="*/ 1835365 w 2925307"/>
                <a:gd name="connsiteY156" fmla="*/ 483972 h 889799"/>
                <a:gd name="connsiteX157" fmla="*/ 1832071 w 2925307"/>
                <a:gd name="connsiteY157" fmla="*/ 493932 h 889799"/>
                <a:gd name="connsiteX158" fmla="*/ 1812148 w 2925307"/>
                <a:gd name="connsiteY158" fmla="*/ 546967 h 889799"/>
                <a:gd name="connsiteX159" fmla="*/ 1791923 w 2925307"/>
                <a:gd name="connsiteY159" fmla="*/ 599705 h 889799"/>
                <a:gd name="connsiteX160" fmla="*/ 1757056 w 2925307"/>
                <a:gd name="connsiteY160" fmla="*/ 637750 h 889799"/>
                <a:gd name="connsiteX161" fmla="*/ 1729260 w 2925307"/>
                <a:gd name="connsiteY161" fmla="*/ 679630 h 889799"/>
                <a:gd name="connsiteX162" fmla="*/ 902869 w 2925307"/>
                <a:gd name="connsiteY162" fmla="*/ 505486 h 889799"/>
                <a:gd name="connsiteX163" fmla="*/ 922792 w 2925307"/>
                <a:gd name="connsiteY163" fmla="*/ 498861 h 889799"/>
                <a:gd name="connsiteX164" fmla="*/ 932734 w 2925307"/>
                <a:gd name="connsiteY164" fmla="*/ 515396 h 889799"/>
                <a:gd name="connsiteX165" fmla="*/ 952658 w 2925307"/>
                <a:gd name="connsiteY165" fmla="*/ 555234 h 889799"/>
                <a:gd name="connsiteX166" fmla="*/ 929460 w 2925307"/>
                <a:gd name="connsiteY166" fmla="*/ 581777 h 889799"/>
                <a:gd name="connsiteX167" fmla="*/ 929460 w 2925307"/>
                <a:gd name="connsiteY167" fmla="*/ 591737 h 889799"/>
                <a:gd name="connsiteX168" fmla="*/ 946050 w 2925307"/>
                <a:gd name="connsiteY168" fmla="*/ 621615 h 889799"/>
                <a:gd name="connsiteX169" fmla="*/ 956012 w 2925307"/>
                <a:gd name="connsiteY169" fmla="*/ 624953 h 889799"/>
                <a:gd name="connsiteX170" fmla="*/ 965974 w 2925307"/>
                <a:gd name="connsiteY170" fmla="*/ 624953 h 889799"/>
                <a:gd name="connsiteX171" fmla="*/ 1002467 w 2925307"/>
                <a:gd name="connsiteY171" fmla="*/ 618280 h 889799"/>
                <a:gd name="connsiteX172" fmla="*/ 1012429 w 2925307"/>
                <a:gd name="connsiteY172" fmla="*/ 618280 h 889799"/>
                <a:gd name="connsiteX173" fmla="*/ 1016566 w 2925307"/>
                <a:gd name="connsiteY173" fmla="*/ 638198 h 889799"/>
                <a:gd name="connsiteX174" fmla="*/ 959386 w 2925307"/>
                <a:gd name="connsiteY174" fmla="*/ 651594 h 889799"/>
                <a:gd name="connsiteX175" fmla="*/ 956112 w 2925307"/>
                <a:gd name="connsiteY175" fmla="*/ 651594 h 889799"/>
                <a:gd name="connsiteX176" fmla="*/ 929561 w 2925307"/>
                <a:gd name="connsiteY176" fmla="*/ 658218 h 889799"/>
                <a:gd name="connsiteX177" fmla="*/ 926227 w 2925307"/>
                <a:gd name="connsiteY177" fmla="*/ 668176 h 889799"/>
                <a:gd name="connsiteX178" fmla="*/ 926227 w 2925307"/>
                <a:gd name="connsiteY178" fmla="*/ 674801 h 889799"/>
                <a:gd name="connsiteX179" fmla="*/ 962680 w 2925307"/>
                <a:gd name="connsiteY179" fmla="*/ 698006 h 889799"/>
                <a:gd name="connsiteX180" fmla="*/ 1009155 w 2925307"/>
                <a:gd name="connsiteY180" fmla="*/ 698006 h 889799"/>
                <a:gd name="connsiteX181" fmla="*/ 1012429 w 2925307"/>
                <a:gd name="connsiteY181" fmla="*/ 714589 h 889799"/>
                <a:gd name="connsiteX182" fmla="*/ 1012429 w 2925307"/>
                <a:gd name="connsiteY182" fmla="*/ 771012 h 889799"/>
                <a:gd name="connsiteX183" fmla="*/ 1025725 w 2925307"/>
                <a:gd name="connsiteY183" fmla="*/ 774347 h 889799"/>
                <a:gd name="connsiteX184" fmla="*/ 1065572 w 2925307"/>
                <a:gd name="connsiteY184" fmla="*/ 727886 h 889799"/>
                <a:gd name="connsiteX185" fmla="*/ 1065572 w 2925307"/>
                <a:gd name="connsiteY185" fmla="*/ 714639 h 889799"/>
                <a:gd name="connsiteX186" fmla="*/ 1075534 w 2925307"/>
                <a:gd name="connsiteY186" fmla="*/ 694719 h 889799"/>
                <a:gd name="connsiteX187" fmla="*/ 1095458 w 2925307"/>
                <a:gd name="connsiteY187" fmla="*/ 694719 h 889799"/>
                <a:gd name="connsiteX188" fmla="*/ 1115381 w 2925307"/>
                <a:gd name="connsiteY188" fmla="*/ 678136 h 889799"/>
                <a:gd name="connsiteX189" fmla="*/ 1115381 w 2925307"/>
                <a:gd name="connsiteY189" fmla="*/ 664891 h 889799"/>
                <a:gd name="connsiteX190" fmla="*/ 1072260 w 2925307"/>
                <a:gd name="connsiteY190" fmla="*/ 644971 h 889799"/>
                <a:gd name="connsiteX191" fmla="*/ 1065391 w 2925307"/>
                <a:gd name="connsiteY191" fmla="*/ 618529 h 889799"/>
                <a:gd name="connsiteX192" fmla="*/ 1085295 w 2925307"/>
                <a:gd name="connsiteY192" fmla="*/ 605183 h 889799"/>
                <a:gd name="connsiteX193" fmla="*/ 1105219 w 2925307"/>
                <a:gd name="connsiteY193" fmla="*/ 605183 h 889799"/>
                <a:gd name="connsiteX194" fmla="*/ 1108854 w 2925307"/>
                <a:gd name="connsiteY194" fmla="*/ 598757 h 889799"/>
                <a:gd name="connsiteX195" fmla="*/ 1072059 w 2925307"/>
                <a:gd name="connsiteY195" fmla="*/ 552146 h 889799"/>
                <a:gd name="connsiteX196" fmla="*/ 1101242 w 2925307"/>
                <a:gd name="connsiteY196" fmla="*/ 524906 h 889799"/>
                <a:gd name="connsiteX197" fmla="*/ 1118474 w 2925307"/>
                <a:gd name="connsiteY197" fmla="*/ 489152 h 889799"/>
                <a:gd name="connsiteX198" fmla="*/ 1228054 w 2925307"/>
                <a:gd name="connsiteY198" fmla="*/ 519031 h 889799"/>
                <a:gd name="connsiteX199" fmla="*/ 1223917 w 2925307"/>
                <a:gd name="connsiteY199" fmla="*/ 561857 h 889799"/>
                <a:gd name="connsiteX200" fmla="*/ 1224821 w 2925307"/>
                <a:gd name="connsiteY200" fmla="*/ 621615 h 889799"/>
                <a:gd name="connsiteX201" fmla="*/ 1224821 w 2925307"/>
                <a:gd name="connsiteY201" fmla="*/ 628240 h 889799"/>
                <a:gd name="connsiteX202" fmla="*/ 1214859 w 2925307"/>
                <a:gd name="connsiteY202" fmla="*/ 651445 h 889799"/>
                <a:gd name="connsiteX203" fmla="*/ 1217591 w 2925307"/>
                <a:gd name="connsiteY203" fmla="*/ 707270 h 889799"/>
                <a:gd name="connsiteX204" fmla="*/ 1204897 w 2925307"/>
                <a:gd name="connsiteY204" fmla="*/ 757566 h 889799"/>
                <a:gd name="connsiteX205" fmla="*/ 1194935 w 2925307"/>
                <a:gd name="connsiteY205" fmla="*/ 760702 h 889799"/>
                <a:gd name="connsiteX206" fmla="*/ 1188348 w 2925307"/>
                <a:gd name="connsiteY206" fmla="*/ 760702 h 889799"/>
                <a:gd name="connsiteX207" fmla="*/ 1165150 w 2925307"/>
                <a:gd name="connsiteY207" fmla="*/ 760702 h 889799"/>
                <a:gd name="connsiteX208" fmla="*/ 1155189 w 2925307"/>
                <a:gd name="connsiteY208" fmla="*/ 767327 h 889799"/>
                <a:gd name="connsiteX209" fmla="*/ 1175112 w 2925307"/>
                <a:gd name="connsiteY209" fmla="*/ 813738 h 889799"/>
                <a:gd name="connsiteX210" fmla="*/ 1175112 w 2925307"/>
                <a:gd name="connsiteY210" fmla="*/ 823698 h 889799"/>
                <a:gd name="connsiteX211" fmla="*/ 1208231 w 2925307"/>
                <a:gd name="connsiteY211" fmla="*/ 853578 h 889799"/>
                <a:gd name="connsiteX212" fmla="*/ 1231489 w 2925307"/>
                <a:gd name="connsiteY212" fmla="*/ 853578 h 889799"/>
                <a:gd name="connsiteX213" fmla="*/ 1284934 w 2925307"/>
                <a:gd name="connsiteY213" fmla="*/ 781020 h 889799"/>
                <a:gd name="connsiteX214" fmla="*/ 1314417 w 2925307"/>
                <a:gd name="connsiteY214" fmla="*/ 684462 h 889799"/>
                <a:gd name="connsiteX215" fmla="*/ 1314417 w 2925307"/>
                <a:gd name="connsiteY215" fmla="*/ 671413 h 889799"/>
                <a:gd name="connsiteX216" fmla="*/ 1321045 w 2925307"/>
                <a:gd name="connsiteY216" fmla="*/ 595173 h 889799"/>
                <a:gd name="connsiteX217" fmla="*/ 1321045 w 2925307"/>
                <a:gd name="connsiteY217" fmla="*/ 518882 h 889799"/>
                <a:gd name="connsiteX218" fmla="*/ 1321045 w 2925307"/>
                <a:gd name="connsiteY218" fmla="*/ 472220 h 889799"/>
                <a:gd name="connsiteX219" fmla="*/ 1231389 w 2925307"/>
                <a:gd name="connsiteY219" fmla="*/ 419135 h 889799"/>
                <a:gd name="connsiteX220" fmla="*/ 1148500 w 2925307"/>
                <a:gd name="connsiteY220" fmla="*/ 423418 h 889799"/>
                <a:gd name="connsiteX221" fmla="*/ 1025725 w 2925307"/>
                <a:gd name="connsiteY221" fmla="*/ 435718 h 889799"/>
                <a:gd name="connsiteX222" fmla="*/ 965974 w 2925307"/>
                <a:gd name="connsiteY222" fmla="*/ 438605 h 889799"/>
                <a:gd name="connsiteX223" fmla="*/ 1005821 w 2925307"/>
                <a:gd name="connsiteY223" fmla="*/ 395930 h 889799"/>
                <a:gd name="connsiteX224" fmla="*/ 1005821 w 2925307"/>
                <a:gd name="connsiteY224" fmla="*/ 389305 h 889799"/>
                <a:gd name="connsiteX225" fmla="*/ 1022993 w 2925307"/>
                <a:gd name="connsiteY225" fmla="*/ 366497 h 889799"/>
                <a:gd name="connsiteX226" fmla="*/ 1029018 w 2925307"/>
                <a:gd name="connsiteY226" fmla="*/ 366100 h 889799"/>
                <a:gd name="connsiteX227" fmla="*/ 1072100 w 2925307"/>
                <a:gd name="connsiteY227" fmla="*/ 366100 h 889799"/>
                <a:gd name="connsiteX228" fmla="*/ 1108613 w 2925307"/>
                <a:gd name="connsiteY228" fmla="*/ 349565 h 889799"/>
                <a:gd name="connsiteX229" fmla="*/ 1131830 w 2925307"/>
                <a:gd name="connsiteY229" fmla="*/ 349565 h 889799"/>
                <a:gd name="connsiteX230" fmla="*/ 1158382 w 2925307"/>
                <a:gd name="connsiteY230" fmla="*/ 323024 h 889799"/>
                <a:gd name="connsiteX231" fmla="*/ 1131830 w 2925307"/>
                <a:gd name="connsiteY231" fmla="*/ 279897 h 889799"/>
                <a:gd name="connsiteX232" fmla="*/ 1105279 w 2925307"/>
                <a:gd name="connsiteY232" fmla="*/ 279897 h 889799"/>
                <a:gd name="connsiteX233" fmla="*/ 1088689 w 2925307"/>
                <a:gd name="connsiteY233" fmla="*/ 259979 h 889799"/>
                <a:gd name="connsiteX234" fmla="*/ 1075433 w 2925307"/>
                <a:gd name="connsiteY234" fmla="*/ 263266 h 889799"/>
                <a:gd name="connsiteX235" fmla="*/ 1064528 w 2925307"/>
                <a:gd name="connsiteY235" fmla="*/ 286172 h 889799"/>
                <a:gd name="connsiteX236" fmla="*/ 1055369 w 2925307"/>
                <a:gd name="connsiteY236" fmla="*/ 276662 h 889799"/>
                <a:gd name="connsiteX237" fmla="*/ 1055369 w 2925307"/>
                <a:gd name="connsiteY237" fmla="*/ 273325 h 889799"/>
                <a:gd name="connsiteX238" fmla="*/ 1062037 w 2925307"/>
                <a:gd name="connsiteY238" fmla="*/ 236872 h 889799"/>
                <a:gd name="connsiteX239" fmla="*/ 1062037 w 2925307"/>
                <a:gd name="connsiteY239" fmla="*/ 157194 h 889799"/>
                <a:gd name="connsiteX240" fmla="*/ 1018916 w 2925307"/>
                <a:gd name="connsiteY240" fmla="*/ 117355 h 889799"/>
                <a:gd name="connsiteX241" fmla="*/ 989030 w 2925307"/>
                <a:gd name="connsiteY241" fmla="*/ 130651 h 889799"/>
                <a:gd name="connsiteX242" fmla="*/ 982443 w 2925307"/>
                <a:gd name="connsiteY242" fmla="*/ 170491 h 889799"/>
                <a:gd name="connsiteX243" fmla="*/ 982443 w 2925307"/>
                <a:gd name="connsiteY243" fmla="*/ 206944 h 889799"/>
                <a:gd name="connsiteX244" fmla="*/ 969147 w 2925307"/>
                <a:gd name="connsiteY244" fmla="*/ 250069 h 889799"/>
                <a:gd name="connsiteX245" fmla="*/ 969147 w 2925307"/>
                <a:gd name="connsiteY245" fmla="*/ 279947 h 889799"/>
                <a:gd name="connsiteX246" fmla="*/ 952578 w 2925307"/>
                <a:gd name="connsiteY246" fmla="*/ 296530 h 889799"/>
                <a:gd name="connsiteX247" fmla="*/ 909436 w 2925307"/>
                <a:gd name="connsiteY247" fmla="*/ 296530 h 889799"/>
                <a:gd name="connsiteX248" fmla="*/ 892907 w 2925307"/>
                <a:gd name="connsiteY248" fmla="*/ 313115 h 889799"/>
                <a:gd name="connsiteX249" fmla="*/ 892907 w 2925307"/>
                <a:gd name="connsiteY249" fmla="*/ 323073 h 889799"/>
                <a:gd name="connsiteX250" fmla="*/ 935988 w 2925307"/>
                <a:gd name="connsiteY250" fmla="*/ 369485 h 889799"/>
                <a:gd name="connsiteX251" fmla="*/ 859727 w 2925307"/>
                <a:gd name="connsiteY251" fmla="*/ 492189 h 889799"/>
                <a:gd name="connsiteX252" fmla="*/ 853100 w 2925307"/>
                <a:gd name="connsiteY252" fmla="*/ 482229 h 889799"/>
                <a:gd name="connsiteX253" fmla="*/ 853100 w 2925307"/>
                <a:gd name="connsiteY253" fmla="*/ 478943 h 889799"/>
                <a:gd name="connsiteX254" fmla="*/ 843138 w 2925307"/>
                <a:gd name="connsiteY254" fmla="*/ 468983 h 889799"/>
                <a:gd name="connsiteX255" fmla="*/ 836510 w 2925307"/>
                <a:gd name="connsiteY255" fmla="*/ 468983 h 889799"/>
                <a:gd name="connsiteX256" fmla="*/ 796663 w 2925307"/>
                <a:gd name="connsiteY256" fmla="*/ 548662 h 889799"/>
                <a:gd name="connsiteX257" fmla="*/ 780033 w 2925307"/>
                <a:gd name="connsiteY257" fmla="*/ 631575 h 889799"/>
                <a:gd name="connsiteX258" fmla="*/ 776156 w 2925307"/>
                <a:gd name="connsiteY258" fmla="*/ 704480 h 889799"/>
                <a:gd name="connsiteX259" fmla="*/ 776739 w 2925307"/>
                <a:gd name="connsiteY259" fmla="*/ 727736 h 889799"/>
                <a:gd name="connsiteX260" fmla="*/ 772561 w 2925307"/>
                <a:gd name="connsiteY260" fmla="*/ 807414 h 889799"/>
                <a:gd name="connsiteX261" fmla="*/ 796663 w 2925307"/>
                <a:gd name="connsiteY261" fmla="*/ 867172 h 889799"/>
                <a:gd name="connsiteX262" fmla="*/ 809918 w 2925307"/>
                <a:gd name="connsiteY262" fmla="*/ 867172 h 889799"/>
                <a:gd name="connsiteX263" fmla="*/ 856333 w 2925307"/>
                <a:gd name="connsiteY263" fmla="*/ 787494 h 889799"/>
                <a:gd name="connsiteX264" fmla="*/ 856333 w 2925307"/>
                <a:gd name="connsiteY264" fmla="*/ 664642 h 889799"/>
                <a:gd name="connsiteX265" fmla="*/ 855349 w 2925307"/>
                <a:gd name="connsiteY265" fmla="*/ 588349 h 889799"/>
                <a:gd name="connsiteX266" fmla="*/ 856393 w 2925307"/>
                <a:gd name="connsiteY266" fmla="*/ 512109 h 889799"/>
                <a:gd name="connsiteX267" fmla="*/ 866355 w 2925307"/>
                <a:gd name="connsiteY267" fmla="*/ 512109 h 889799"/>
                <a:gd name="connsiteX268" fmla="*/ 902808 w 2925307"/>
                <a:gd name="connsiteY268" fmla="*/ 505486 h 889799"/>
                <a:gd name="connsiteX269" fmla="*/ 1008994 w 2925307"/>
                <a:gd name="connsiteY269" fmla="*/ 535364 h 889799"/>
                <a:gd name="connsiteX270" fmla="*/ 1008994 w 2925307"/>
                <a:gd name="connsiteY270" fmla="*/ 525404 h 889799"/>
                <a:gd name="connsiteX271" fmla="*/ 975835 w 2925307"/>
                <a:gd name="connsiteY271" fmla="*/ 485566 h 889799"/>
                <a:gd name="connsiteX272" fmla="*/ 1012288 w 2925307"/>
                <a:gd name="connsiteY272" fmla="*/ 485566 h 889799"/>
                <a:gd name="connsiteX273" fmla="*/ 1012288 w 2925307"/>
                <a:gd name="connsiteY273" fmla="*/ 492138 h 889799"/>
                <a:gd name="connsiteX274" fmla="*/ 1022250 w 2925307"/>
                <a:gd name="connsiteY274" fmla="*/ 492138 h 889799"/>
                <a:gd name="connsiteX275" fmla="*/ 1032212 w 2925307"/>
                <a:gd name="connsiteY275" fmla="*/ 488853 h 889799"/>
                <a:gd name="connsiteX276" fmla="*/ 1042174 w 2925307"/>
                <a:gd name="connsiteY276" fmla="*/ 505436 h 889799"/>
                <a:gd name="connsiteX277" fmla="*/ 1042174 w 2925307"/>
                <a:gd name="connsiteY277" fmla="*/ 512059 h 889799"/>
                <a:gd name="connsiteX278" fmla="*/ 1015622 w 2925307"/>
                <a:gd name="connsiteY278" fmla="*/ 541939 h 889799"/>
                <a:gd name="connsiteX279" fmla="*/ 1005660 w 2925307"/>
                <a:gd name="connsiteY279" fmla="*/ 561857 h 889799"/>
                <a:gd name="connsiteX280" fmla="*/ 999033 w 2925307"/>
                <a:gd name="connsiteY280" fmla="*/ 551897 h 889799"/>
                <a:gd name="connsiteX281" fmla="*/ 1008994 w 2925307"/>
                <a:gd name="connsiteY281" fmla="*/ 535314 h 889799"/>
                <a:gd name="connsiteX282" fmla="*/ 136972 w 2925307"/>
                <a:gd name="connsiteY282" fmla="*/ 379994 h 889799"/>
                <a:gd name="connsiteX283" fmla="*/ 136972 w 2925307"/>
                <a:gd name="connsiteY283" fmla="*/ 386616 h 889799"/>
                <a:gd name="connsiteX284" fmla="*/ 170091 w 2925307"/>
                <a:gd name="connsiteY284" fmla="*/ 443037 h 889799"/>
                <a:gd name="connsiteX285" fmla="*/ 180053 w 2925307"/>
                <a:gd name="connsiteY285" fmla="*/ 446324 h 889799"/>
                <a:gd name="connsiteX286" fmla="*/ 186680 w 2925307"/>
                <a:gd name="connsiteY286" fmla="*/ 446324 h 889799"/>
                <a:gd name="connsiteX287" fmla="*/ 226528 w 2925307"/>
                <a:gd name="connsiteY287" fmla="*/ 406486 h 889799"/>
                <a:gd name="connsiteX288" fmla="*/ 193348 w 2925307"/>
                <a:gd name="connsiteY288" fmla="*/ 366648 h 889799"/>
                <a:gd name="connsiteX289" fmla="*/ 160229 w 2925307"/>
                <a:gd name="connsiteY289" fmla="*/ 360023 h 889799"/>
                <a:gd name="connsiteX290" fmla="*/ 150267 w 2925307"/>
                <a:gd name="connsiteY290" fmla="*/ 360023 h 889799"/>
                <a:gd name="connsiteX291" fmla="*/ 137072 w 2925307"/>
                <a:gd name="connsiteY291" fmla="*/ 366796 h 889799"/>
                <a:gd name="connsiteX292" fmla="*/ 137072 w 2925307"/>
                <a:gd name="connsiteY292" fmla="*/ 379893 h 889799"/>
                <a:gd name="connsiteX293" fmla="*/ 372220 w 2925307"/>
                <a:gd name="connsiteY293" fmla="*/ 147882 h 889799"/>
                <a:gd name="connsiteX294" fmla="*/ 382182 w 2925307"/>
                <a:gd name="connsiteY294" fmla="*/ 147882 h 889799"/>
                <a:gd name="connsiteX295" fmla="*/ 382182 w 2925307"/>
                <a:gd name="connsiteY295" fmla="*/ 187720 h 889799"/>
                <a:gd name="connsiteX296" fmla="*/ 372802 w 2925307"/>
                <a:gd name="connsiteY296" fmla="*/ 241354 h 889799"/>
                <a:gd name="connsiteX297" fmla="*/ 342374 w 2925307"/>
                <a:gd name="connsiteY297" fmla="*/ 270636 h 889799"/>
                <a:gd name="connsiteX298" fmla="*/ 342374 w 2925307"/>
                <a:gd name="connsiteY298" fmla="*/ 254053 h 889799"/>
                <a:gd name="connsiteX299" fmla="*/ 349002 w 2925307"/>
                <a:gd name="connsiteY299" fmla="*/ 220886 h 889799"/>
                <a:gd name="connsiteX300" fmla="*/ 342374 w 2925307"/>
                <a:gd name="connsiteY300" fmla="*/ 197680 h 889799"/>
                <a:gd name="connsiteX301" fmla="*/ 326146 w 2925307"/>
                <a:gd name="connsiteY301" fmla="*/ 187172 h 889799"/>
                <a:gd name="connsiteX302" fmla="*/ 319157 w 2925307"/>
                <a:gd name="connsiteY302" fmla="*/ 187720 h 889799"/>
                <a:gd name="connsiteX303" fmla="*/ 295959 w 2925307"/>
                <a:gd name="connsiteY303" fmla="*/ 197680 h 889799"/>
                <a:gd name="connsiteX304" fmla="*/ 295959 w 2925307"/>
                <a:gd name="connsiteY304" fmla="*/ 244093 h 889799"/>
                <a:gd name="connsiteX305" fmla="*/ 276036 w 2925307"/>
                <a:gd name="connsiteY305" fmla="*/ 273971 h 889799"/>
                <a:gd name="connsiteX306" fmla="*/ 276036 w 2925307"/>
                <a:gd name="connsiteY306" fmla="*/ 293891 h 889799"/>
                <a:gd name="connsiteX307" fmla="*/ 272742 w 2925307"/>
                <a:gd name="connsiteY307" fmla="*/ 313811 h 889799"/>
                <a:gd name="connsiteX308" fmla="*/ 289271 w 2925307"/>
                <a:gd name="connsiteY308" fmla="*/ 330394 h 889799"/>
                <a:gd name="connsiteX309" fmla="*/ 299233 w 2925307"/>
                <a:gd name="connsiteY309" fmla="*/ 330394 h 889799"/>
                <a:gd name="connsiteX310" fmla="*/ 342334 w 2925307"/>
                <a:gd name="connsiteY310" fmla="*/ 322824 h 889799"/>
                <a:gd name="connsiteX311" fmla="*/ 302487 w 2925307"/>
                <a:gd name="connsiteY311" fmla="*/ 389853 h 889799"/>
                <a:gd name="connsiteX312" fmla="*/ 298550 w 2925307"/>
                <a:gd name="connsiteY312" fmla="*/ 422920 h 889799"/>
                <a:gd name="connsiteX313" fmla="*/ 302487 w 2925307"/>
                <a:gd name="connsiteY313" fmla="*/ 432880 h 889799"/>
                <a:gd name="connsiteX314" fmla="*/ 315722 w 2925307"/>
                <a:gd name="connsiteY314" fmla="*/ 432880 h 889799"/>
                <a:gd name="connsiteX315" fmla="*/ 375493 w 2925307"/>
                <a:gd name="connsiteY315" fmla="*/ 406337 h 889799"/>
                <a:gd name="connsiteX316" fmla="*/ 415341 w 2925307"/>
                <a:gd name="connsiteY316" fmla="*/ 462708 h 889799"/>
                <a:gd name="connsiteX317" fmla="*/ 488167 w 2925307"/>
                <a:gd name="connsiteY317" fmla="*/ 470477 h 889799"/>
                <a:gd name="connsiteX318" fmla="*/ 504897 w 2925307"/>
                <a:gd name="connsiteY318" fmla="*/ 469331 h 889799"/>
                <a:gd name="connsiteX319" fmla="*/ 574630 w 2925307"/>
                <a:gd name="connsiteY319" fmla="*/ 422920 h 889799"/>
                <a:gd name="connsiteX320" fmla="*/ 544744 w 2925307"/>
                <a:gd name="connsiteY320" fmla="*/ 386417 h 889799"/>
                <a:gd name="connsiteX321" fmla="*/ 544744 w 2925307"/>
                <a:gd name="connsiteY321" fmla="*/ 379795 h 889799"/>
                <a:gd name="connsiteX322" fmla="*/ 531489 w 2925307"/>
                <a:gd name="connsiteY322" fmla="*/ 356587 h 889799"/>
                <a:gd name="connsiteX323" fmla="*/ 491641 w 2925307"/>
                <a:gd name="connsiteY323" fmla="*/ 403000 h 889799"/>
                <a:gd name="connsiteX324" fmla="*/ 484973 w 2925307"/>
                <a:gd name="connsiteY324" fmla="*/ 403000 h 889799"/>
                <a:gd name="connsiteX325" fmla="*/ 461716 w 2925307"/>
                <a:gd name="connsiteY325" fmla="*/ 405938 h 889799"/>
                <a:gd name="connsiteX326" fmla="*/ 441792 w 2925307"/>
                <a:gd name="connsiteY326" fmla="*/ 402203 h 889799"/>
                <a:gd name="connsiteX327" fmla="*/ 421868 w 2925307"/>
                <a:gd name="connsiteY327" fmla="*/ 333382 h 889799"/>
                <a:gd name="connsiteX328" fmla="*/ 421868 w 2925307"/>
                <a:gd name="connsiteY328" fmla="*/ 330045 h 889799"/>
                <a:gd name="connsiteX329" fmla="*/ 491601 w 2925307"/>
                <a:gd name="connsiteY329" fmla="*/ 293592 h 889799"/>
                <a:gd name="connsiteX330" fmla="*/ 494895 w 2925307"/>
                <a:gd name="connsiteY330" fmla="*/ 273674 h 889799"/>
                <a:gd name="connsiteX331" fmla="*/ 458382 w 2925307"/>
                <a:gd name="connsiteY331" fmla="*/ 210679 h 889799"/>
                <a:gd name="connsiteX332" fmla="*/ 448420 w 2925307"/>
                <a:gd name="connsiteY332" fmla="*/ 210679 h 889799"/>
                <a:gd name="connsiteX333" fmla="*/ 440145 w 2925307"/>
                <a:gd name="connsiteY333" fmla="*/ 246832 h 889799"/>
                <a:gd name="connsiteX334" fmla="*/ 435164 w 2925307"/>
                <a:gd name="connsiteY334" fmla="*/ 247179 h 889799"/>
                <a:gd name="connsiteX335" fmla="*/ 435164 w 2925307"/>
                <a:gd name="connsiteY335" fmla="*/ 233884 h 889799"/>
                <a:gd name="connsiteX336" fmla="*/ 442796 w 2925307"/>
                <a:gd name="connsiteY336" fmla="*/ 177662 h 889799"/>
                <a:gd name="connsiteX337" fmla="*/ 441792 w 2925307"/>
                <a:gd name="connsiteY337" fmla="*/ 170889 h 889799"/>
                <a:gd name="connsiteX338" fmla="*/ 435164 w 2925307"/>
                <a:gd name="connsiteY338" fmla="*/ 150971 h 889799"/>
                <a:gd name="connsiteX339" fmla="*/ 465050 w 2925307"/>
                <a:gd name="connsiteY339" fmla="*/ 141011 h 889799"/>
                <a:gd name="connsiteX340" fmla="*/ 491601 w 2925307"/>
                <a:gd name="connsiteY340" fmla="*/ 117753 h 889799"/>
                <a:gd name="connsiteX341" fmla="*/ 484933 w 2925307"/>
                <a:gd name="connsiteY341" fmla="*/ 87875 h 889799"/>
                <a:gd name="connsiteX342" fmla="*/ 441933 w 2925307"/>
                <a:gd name="connsiteY342" fmla="*/ 84090 h 889799"/>
                <a:gd name="connsiteX343" fmla="*/ 395518 w 2925307"/>
                <a:gd name="connsiteY343" fmla="*/ 80704 h 889799"/>
                <a:gd name="connsiteX344" fmla="*/ 382182 w 2925307"/>
                <a:gd name="connsiteY344" fmla="*/ 94797 h 889799"/>
                <a:gd name="connsiteX345" fmla="*/ 375554 w 2925307"/>
                <a:gd name="connsiteY345" fmla="*/ 94797 h 889799"/>
                <a:gd name="connsiteX346" fmla="*/ 345668 w 2925307"/>
                <a:gd name="connsiteY346" fmla="*/ 99030 h 889799"/>
                <a:gd name="connsiteX347" fmla="*/ 342234 w 2925307"/>
                <a:gd name="connsiteY347" fmla="*/ 98134 h 889799"/>
                <a:gd name="connsiteX348" fmla="*/ 305720 w 2925307"/>
                <a:gd name="connsiteY348" fmla="*/ 95295 h 889799"/>
                <a:gd name="connsiteX349" fmla="*/ 282503 w 2925307"/>
                <a:gd name="connsiteY349" fmla="*/ 98134 h 889799"/>
                <a:gd name="connsiteX350" fmla="*/ 372160 w 2925307"/>
                <a:gd name="connsiteY350" fmla="*/ 147932 h 889799"/>
                <a:gd name="connsiteX351" fmla="*/ 133638 w 2925307"/>
                <a:gd name="connsiteY351" fmla="*/ 456284 h 889799"/>
                <a:gd name="connsiteX352" fmla="*/ 95879 w 2925307"/>
                <a:gd name="connsiteY352" fmla="*/ 501402 h 889799"/>
                <a:gd name="connsiteX353" fmla="*/ 50709 w 2925307"/>
                <a:gd name="connsiteY353" fmla="*/ 542485 h 889799"/>
                <a:gd name="connsiteX354" fmla="*/ 7628 w 2925307"/>
                <a:gd name="connsiteY354" fmla="*/ 499410 h 889799"/>
                <a:gd name="connsiteX355" fmla="*/ 7628 w 2925307"/>
                <a:gd name="connsiteY355" fmla="*/ 476154 h 889799"/>
                <a:gd name="connsiteX356" fmla="*/ 8010 w 2925307"/>
                <a:gd name="connsiteY356" fmla="*/ 469730 h 889799"/>
                <a:gd name="connsiteX357" fmla="*/ 27090 w 2925307"/>
                <a:gd name="connsiteY357" fmla="*/ 423169 h 889799"/>
                <a:gd name="connsiteX358" fmla="*/ 24158 w 2925307"/>
                <a:gd name="connsiteY358" fmla="*/ 399912 h 889799"/>
                <a:gd name="connsiteX359" fmla="*/ 23013 w 2925307"/>
                <a:gd name="connsiteY359" fmla="*/ 363310 h 889799"/>
                <a:gd name="connsiteX360" fmla="*/ 30283 w 2925307"/>
                <a:gd name="connsiteY360" fmla="*/ 254003 h 889799"/>
                <a:gd name="connsiteX361" fmla="*/ 30826 w 2925307"/>
                <a:gd name="connsiteY361" fmla="*/ 181048 h 889799"/>
                <a:gd name="connsiteX362" fmla="*/ 30283 w 2925307"/>
                <a:gd name="connsiteY362" fmla="*/ 174624 h 889799"/>
                <a:gd name="connsiteX363" fmla="*/ 24158 w 2925307"/>
                <a:gd name="connsiteY363" fmla="*/ 154704 h 889799"/>
                <a:gd name="connsiteX364" fmla="*/ 34120 w 2925307"/>
                <a:gd name="connsiteY364" fmla="*/ 154704 h 889799"/>
                <a:gd name="connsiteX365" fmla="*/ 64005 w 2925307"/>
                <a:gd name="connsiteY365" fmla="*/ 171288 h 889799"/>
                <a:gd name="connsiteX366" fmla="*/ 64005 w 2925307"/>
                <a:gd name="connsiteY366" fmla="*/ 181246 h 889799"/>
                <a:gd name="connsiteX367" fmla="*/ 77402 w 2925307"/>
                <a:gd name="connsiteY367" fmla="*/ 195140 h 889799"/>
                <a:gd name="connsiteX368" fmla="*/ 130344 w 2925307"/>
                <a:gd name="connsiteY368" fmla="*/ 187871 h 889799"/>
                <a:gd name="connsiteX369" fmla="*/ 136911 w 2925307"/>
                <a:gd name="connsiteY369" fmla="*/ 187871 h 889799"/>
                <a:gd name="connsiteX370" fmla="*/ 146873 w 2925307"/>
                <a:gd name="connsiteY370" fmla="*/ 184732 h 889799"/>
                <a:gd name="connsiteX371" fmla="*/ 146873 w 2925307"/>
                <a:gd name="connsiteY371" fmla="*/ 156995 h 889799"/>
                <a:gd name="connsiteX372" fmla="*/ 100519 w 2925307"/>
                <a:gd name="connsiteY372" fmla="*/ 161129 h 889799"/>
                <a:gd name="connsiteX373" fmla="*/ 54084 w 2925307"/>
                <a:gd name="connsiteY373" fmla="*/ 141209 h 889799"/>
                <a:gd name="connsiteX374" fmla="*/ 47456 w 2925307"/>
                <a:gd name="connsiteY374" fmla="*/ 141209 h 889799"/>
                <a:gd name="connsiteX375" fmla="*/ 40687 w 2925307"/>
                <a:gd name="connsiteY375" fmla="*/ 141906 h 889799"/>
                <a:gd name="connsiteX376" fmla="*/ 10802 w 2925307"/>
                <a:gd name="connsiteY376" fmla="*/ 137872 h 889799"/>
                <a:gd name="connsiteX377" fmla="*/ 840 w 2925307"/>
                <a:gd name="connsiteY377" fmla="*/ 107994 h 889799"/>
                <a:gd name="connsiteX378" fmla="*/ 1101 w 2925307"/>
                <a:gd name="connsiteY378" fmla="*/ 88722 h 889799"/>
                <a:gd name="connsiteX379" fmla="*/ 10802 w 2925307"/>
                <a:gd name="connsiteY379" fmla="*/ 84786 h 889799"/>
                <a:gd name="connsiteX380" fmla="*/ 17430 w 2925307"/>
                <a:gd name="connsiteY380" fmla="*/ 84489 h 889799"/>
                <a:gd name="connsiteX381" fmla="*/ 50609 w 2925307"/>
                <a:gd name="connsiteY381" fmla="*/ 81451 h 889799"/>
                <a:gd name="connsiteX382" fmla="*/ 103752 w 2925307"/>
                <a:gd name="connsiteY382" fmla="*/ 81451 h 889799"/>
                <a:gd name="connsiteX383" fmla="*/ 153561 w 2925307"/>
                <a:gd name="connsiteY383" fmla="*/ 64868 h 889799"/>
                <a:gd name="connsiteX384" fmla="*/ 200016 w 2925307"/>
                <a:gd name="connsiteY384" fmla="*/ 64868 h 889799"/>
                <a:gd name="connsiteX385" fmla="*/ 229902 w 2925307"/>
                <a:gd name="connsiteY385" fmla="*/ 98034 h 889799"/>
                <a:gd name="connsiteX386" fmla="*/ 229902 w 2925307"/>
                <a:gd name="connsiteY386" fmla="*/ 104656 h 889799"/>
                <a:gd name="connsiteX387" fmla="*/ 227411 w 2925307"/>
                <a:gd name="connsiteY387" fmla="*/ 144497 h 889799"/>
                <a:gd name="connsiteX388" fmla="*/ 230002 w 2925307"/>
                <a:gd name="connsiteY388" fmla="*/ 200917 h 889799"/>
                <a:gd name="connsiteX389" fmla="*/ 230002 w 2925307"/>
                <a:gd name="connsiteY389" fmla="*/ 230798 h 889799"/>
                <a:gd name="connsiteX390" fmla="*/ 216265 w 2925307"/>
                <a:gd name="connsiteY390" fmla="*/ 273425 h 889799"/>
                <a:gd name="connsiteX391" fmla="*/ 193509 w 2925307"/>
                <a:gd name="connsiteY391" fmla="*/ 307038 h 889799"/>
                <a:gd name="connsiteX392" fmla="*/ 193509 w 2925307"/>
                <a:gd name="connsiteY392" fmla="*/ 316998 h 889799"/>
                <a:gd name="connsiteX393" fmla="*/ 161675 w 2925307"/>
                <a:gd name="connsiteY393" fmla="*/ 341499 h 889799"/>
                <a:gd name="connsiteX394" fmla="*/ 117249 w 2925307"/>
                <a:gd name="connsiteY394" fmla="*/ 356786 h 889799"/>
                <a:gd name="connsiteX395" fmla="*/ 74168 w 2925307"/>
                <a:gd name="connsiteY395" fmla="*/ 350164 h 889799"/>
                <a:gd name="connsiteX396" fmla="*/ 74168 w 2925307"/>
                <a:gd name="connsiteY396" fmla="*/ 433079 h 889799"/>
                <a:gd name="connsiteX397" fmla="*/ 128958 w 2925307"/>
                <a:gd name="connsiteY397" fmla="*/ 410918 h 889799"/>
                <a:gd name="connsiteX398" fmla="*/ 140366 w 2925307"/>
                <a:gd name="connsiteY398" fmla="*/ 426406 h 889799"/>
                <a:gd name="connsiteX399" fmla="*/ 133738 w 2925307"/>
                <a:gd name="connsiteY399" fmla="*/ 456284 h 889799"/>
                <a:gd name="connsiteX400" fmla="*/ 117048 w 2925307"/>
                <a:gd name="connsiteY400" fmla="*/ 254003 h 889799"/>
                <a:gd name="connsiteX401" fmla="*/ 93830 w 2925307"/>
                <a:gd name="connsiteY401" fmla="*/ 254003 h 889799"/>
                <a:gd name="connsiteX402" fmla="*/ 83186 w 2925307"/>
                <a:gd name="connsiteY402" fmla="*/ 250416 h 889799"/>
                <a:gd name="connsiteX403" fmla="*/ 74067 w 2925307"/>
                <a:gd name="connsiteY403" fmla="*/ 277160 h 889799"/>
                <a:gd name="connsiteX404" fmla="*/ 77241 w 2925307"/>
                <a:gd name="connsiteY404" fmla="*/ 297078 h 889799"/>
                <a:gd name="connsiteX405" fmla="*/ 87203 w 2925307"/>
                <a:gd name="connsiteY405" fmla="*/ 293791 h 889799"/>
                <a:gd name="connsiteX406" fmla="*/ 143640 w 2925307"/>
                <a:gd name="connsiteY406" fmla="*/ 270586 h 889799"/>
                <a:gd name="connsiteX407" fmla="*/ 143640 w 2925307"/>
                <a:gd name="connsiteY407" fmla="*/ 247380 h 889799"/>
                <a:gd name="connsiteX408" fmla="*/ 117088 w 2925307"/>
                <a:gd name="connsiteY408" fmla="*/ 254003 h 889799"/>
                <a:gd name="connsiteX409" fmla="*/ 302788 w 2925307"/>
                <a:gd name="connsiteY409" fmla="*/ 721561 h 889799"/>
                <a:gd name="connsiteX410" fmla="*/ 306363 w 2925307"/>
                <a:gd name="connsiteY410" fmla="*/ 715087 h 889799"/>
                <a:gd name="connsiteX411" fmla="*/ 296401 w 2925307"/>
                <a:gd name="connsiteY411" fmla="*/ 694870 h 889799"/>
                <a:gd name="connsiteX412" fmla="*/ 289533 w 2925307"/>
                <a:gd name="connsiteY412" fmla="*/ 694870 h 889799"/>
                <a:gd name="connsiteX413" fmla="*/ 259647 w 2925307"/>
                <a:gd name="connsiteY413" fmla="*/ 690687 h 889799"/>
                <a:gd name="connsiteX414" fmla="*/ 246251 w 2925307"/>
                <a:gd name="connsiteY414" fmla="*/ 691582 h 889799"/>
                <a:gd name="connsiteX415" fmla="*/ 239623 w 2925307"/>
                <a:gd name="connsiteY415" fmla="*/ 691582 h 889799"/>
                <a:gd name="connsiteX416" fmla="*/ 213071 w 2925307"/>
                <a:gd name="connsiteY416" fmla="*/ 701543 h 889799"/>
                <a:gd name="connsiteX417" fmla="*/ 206444 w 2925307"/>
                <a:gd name="connsiteY417" fmla="*/ 678335 h 889799"/>
                <a:gd name="connsiteX418" fmla="*/ 206444 w 2925307"/>
                <a:gd name="connsiteY418" fmla="*/ 645170 h 889799"/>
                <a:gd name="connsiteX419" fmla="*/ 219699 w 2925307"/>
                <a:gd name="connsiteY419" fmla="*/ 655130 h 889799"/>
                <a:gd name="connsiteX420" fmla="*/ 219699 w 2925307"/>
                <a:gd name="connsiteY420" fmla="*/ 668377 h 889799"/>
                <a:gd name="connsiteX421" fmla="*/ 223636 w 2925307"/>
                <a:gd name="connsiteY421" fmla="*/ 678335 h 889799"/>
                <a:gd name="connsiteX422" fmla="*/ 249585 w 2925307"/>
                <a:gd name="connsiteY422" fmla="*/ 678335 h 889799"/>
                <a:gd name="connsiteX423" fmla="*/ 252678 w 2925307"/>
                <a:gd name="connsiteY423" fmla="*/ 668377 h 889799"/>
                <a:gd name="connsiteX424" fmla="*/ 272601 w 2925307"/>
                <a:gd name="connsiteY424" fmla="*/ 668377 h 889799"/>
                <a:gd name="connsiteX425" fmla="*/ 307468 w 2925307"/>
                <a:gd name="connsiteY425" fmla="*/ 640290 h 889799"/>
                <a:gd name="connsiteX426" fmla="*/ 308854 w 2925307"/>
                <a:gd name="connsiteY426" fmla="*/ 621965 h 889799"/>
                <a:gd name="connsiteX427" fmla="*/ 302226 w 2925307"/>
                <a:gd name="connsiteY427" fmla="*/ 598757 h 889799"/>
                <a:gd name="connsiteX428" fmla="*/ 282302 w 2925307"/>
                <a:gd name="connsiteY428" fmla="*/ 598757 h 889799"/>
                <a:gd name="connsiteX429" fmla="*/ 239221 w 2925307"/>
                <a:gd name="connsiteY429" fmla="*/ 612004 h 889799"/>
                <a:gd name="connsiteX430" fmla="*/ 225925 w 2925307"/>
                <a:gd name="connsiteY430" fmla="*/ 612004 h 889799"/>
                <a:gd name="connsiteX431" fmla="*/ 212770 w 2925307"/>
                <a:gd name="connsiteY431" fmla="*/ 618876 h 889799"/>
                <a:gd name="connsiteX432" fmla="*/ 206062 w 2925307"/>
                <a:gd name="connsiteY432" fmla="*/ 618876 h 889799"/>
                <a:gd name="connsiteX433" fmla="*/ 196100 w 2925307"/>
                <a:gd name="connsiteY433" fmla="*/ 608916 h 889799"/>
                <a:gd name="connsiteX434" fmla="*/ 191862 w 2925307"/>
                <a:gd name="connsiteY434" fmla="*/ 552596 h 889799"/>
                <a:gd name="connsiteX435" fmla="*/ 192746 w 2925307"/>
                <a:gd name="connsiteY435" fmla="*/ 539298 h 889799"/>
                <a:gd name="connsiteX436" fmla="*/ 215963 w 2925307"/>
                <a:gd name="connsiteY436" fmla="*/ 539298 h 889799"/>
                <a:gd name="connsiteX437" fmla="*/ 242515 w 2925307"/>
                <a:gd name="connsiteY437" fmla="*/ 549258 h 889799"/>
                <a:gd name="connsiteX438" fmla="*/ 302286 w 2925307"/>
                <a:gd name="connsiteY438" fmla="*/ 549258 h 889799"/>
                <a:gd name="connsiteX439" fmla="*/ 318876 w 2925307"/>
                <a:gd name="connsiteY439" fmla="*/ 565841 h 889799"/>
                <a:gd name="connsiteX440" fmla="*/ 332312 w 2925307"/>
                <a:gd name="connsiteY440" fmla="*/ 652043 h 889799"/>
                <a:gd name="connsiteX441" fmla="*/ 325483 w 2925307"/>
                <a:gd name="connsiteY441" fmla="*/ 691882 h 889799"/>
                <a:gd name="connsiteX442" fmla="*/ 325483 w 2925307"/>
                <a:gd name="connsiteY442" fmla="*/ 711802 h 889799"/>
                <a:gd name="connsiteX443" fmla="*/ 328838 w 2925307"/>
                <a:gd name="connsiteY443" fmla="*/ 721760 h 889799"/>
                <a:gd name="connsiteX444" fmla="*/ 336309 w 2925307"/>
                <a:gd name="connsiteY444" fmla="*/ 734658 h 889799"/>
                <a:gd name="connsiteX445" fmla="*/ 348701 w 2925307"/>
                <a:gd name="connsiteY445" fmla="*/ 735007 h 889799"/>
                <a:gd name="connsiteX446" fmla="*/ 408472 w 2925307"/>
                <a:gd name="connsiteY446" fmla="*/ 662052 h 889799"/>
                <a:gd name="connsiteX447" fmla="*/ 408472 w 2925307"/>
                <a:gd name="connsiteY447" fmla="*/ 628937 h 889799"/>
                <a:gd name="connsiteX448" fmla="*/ 415100 w 2925307"/>
                <a:gd name="connsiteY448" fmla="*/ 592434 h 889799"/>
                <a:gd name="connsiteX449" fmla="*/ 415100 w 2925307"/>
                <a:gd name="connsiteY449" fmla="*/ 555981 h 889799"/>
                <a:gd name="connsiteX450" fmla="*/ 408271 w 2925307"/>
                <a:gd name="connsiteY450" fmla="*/ 542784 h 889799"/>
                <a:gd name="connsiteX451" fmla="*/ 408271 w 2925307"/>
                <a:gd name="connsiteY451" fmla="*/ 536061 h 889799"/>
                <a:gd name="connsiteX452" fmla="*/ 404134 w 2925307"/>
                <a:gd name="connsiteY452" fmla="*/ 509669 h 889799"/>
                <a:gd name="connsiteX453" fmla="*/ 388347 w 2925307"/>
                <a:gd name="connsiteY453" fmla="*/ 502996 h 889799"/>
                <a:gd name="connsiteX454" fmla="*/ 381720 w 2925307"/>
                <a:gd name="connsiteY454" fmla="*/ 502996 h 889799"/>
                <a:gd name="connsiteX455" fmla="*/ 328677 w 2925307"/>
                <a:gd name="connsiteY455" fmla="*/ 496371 h 889799"/>
                <a:gd name="connsiteX456" fmla="*/ 262378 w 2925307"/>
                <a:gd name="connsiteY456" fmla="*/ 500655 h 889799"/>
                <a:gd name="connsiteX457" fmla="*/ 225825 w 2925307"/>
                <a:gd name="connsiteY457" fmla="*/ 499709 h 889799"/>
                <a:gd name="connsiteX458" fmla="*/ 219197 w 2925307"/>
                <a:gd name="connsiteY458" fmla="*/ 499709 h 889799"/>
                <a:gd name="connsiteX459" fmla="*/ 199273 w 2925307"/>
                <a:gd name="connsiteY459" fmla="*/ 509669 h 889799"/>
                <a:gd name="connsiteX460" fmla="*/ 192505 w 2925307"/>
                <a:gd name="connsiteY460" fmla="*/ 509669 h 889799"/>
                <a:gd name="connsiteX461" fmla="*/ 172581 w 2925307"/>
                <a:gd name="connsiteY461" fmla="*/ 506382 h 889799"/>
                <a:gd name="connsiteX462" fmla="*/ 155951 w 2925307"/>
                <a:gd name="connsiteY462" fmla="*/ 512856 h 889799"/>
                <a:gd name="connsiteX463" fmla="*/ 155951 w 2925307"/>
                <a:gd name="connsiteY463" fmla="*/ 536212 h 889799"/>
                <a:gd name="connsiteX464" fmla="*/ 143097 w 2925307"/>
                <a:gd name="connsiteY464" fmla="*/ 558821 h 889799"/>
                <a:gd name="connsiteX465" fmla="*/ 143539 w 2925307"/>
                <a:gd name="connsiteY465" fmla="*/ 565692 h 889799"/>
                <a:gd name="connsiteX466" fmla="*/ 131830 w 2925307"/>
                <a:gd name="connsiteY466" fmla="*/ 655030 h 889799"/>
                <a:gd name="connsiteX467" fmla="*/ 133577 w 2925307"/>
                <a:gd name="connsiteY467" fmla="*/ 691731 h 889799"/>
                <a:gd name="connsiteX468" fmla="*/ 143539 w 2925307"/>
                <a:gd name="connsiteY468" fmla="*/ 734808 h 889799"/>
                <a:gd name="connsiteX469" fmla="*/ 166757 w 2925307"/>
                <a:gd name="connsiteY469" fmla="*/ 751391 h 889799"/>
                <a:gd name="connsiteX470" fmla="*/ 193248 w 2925307"/>
                <a:gd name="connsiteY470" fmla="*/ 754777 h 889799"/>
                <a:gd name="connsiteX471" fmla="*/ 213172 w 2925307"/>
                <a:gd name="connsiteY471" fmla="*/ 741431 h 889799"/>
                <a:gd name="connsiteX472" fmla="*/ 233095 w 2925307"/>
                <a:gd name="connsiteY472" fmla="*/ 741431 h 889799"/>
                <a:gd name="connsiteX473" fmla="*/ 282905 w 2925307"/>
                <a:gd name="connsiteY473" fmla="*/ 724848 h 889799"/>
                <a:gd name="connsiteX474" fmla="*/ 286239 w 2925307"/>
                <a:gd name="connsiteY474" fmla="*/ 724848 h 889799"/>
                <a:gd name="connsiteX475" fmla="*/ 302828 w 2925307"/>
                <a:gd name="connsiteY475" fmla="*/ 721561 h 889799"/>
                <a:gd name="connsiteX476" fmla="*/ 395618 w 2925307"/>
                <a:gd name="connsiteY476" fmla="*/ 877430 h 889799"/>
                <a:gd name="connsiteX477" fmla="*/ 455389 w 2925307"/>
                <a:gd name="connsiteY477" fmla="*/ 834304 h 889799"/>
                <a:gd name="connsiteX478" fmla="*/ 385656 w 2925307"/>
                <a:gd name="connsiteY478" fmla="*/ 807762 h 889799"/>
                <a:gd name="connsiteX479" fmla="*/ 355771 w 2925307"/>
                <a:gd name="connsiteY479" fmla="*/ 811995 h 889799"/>
                <a:gd name="connsiteX480" fmla="*/ 307950 w 2925307"/>
                <a:gd name="connsiteY480" fmla="*/ 809854 h 889799"/>
                <a:gd name="connsiteX481" fmla="*/ 259446 w 2925307"/>
                <a:gd name="connsiteY481" fmla="*/ 814386 h 889799"/>
                <a:gd name="connsiteX482" fmla="*/ 156695 w 2925307"/>
                <a:gd name="connsiteY482" fmla="*/ 810053 h 889799"/>
                <a:gd name="connsiteX483" fmla="*/ 120181 w 2925307"/>
                <a:gd name="connsiteY483" fmla="*/ 811099 h 889799"/>
                <a:gd name="connsiteX484" fmla="*/ 113714 w 2925307"/>
                <a:gd name="connsiteY484" fmla="*/ 811099 h 889799"/>
                <a:gd name="connsiteX485" fmla="*/ 87504 w 2925307"/>
                <a:gd name="connsiteY485" fmla="*/ 821905 h 889799"/>
                <a:gd name="connsiteX486" fmla="*/ 84069 w 2925307"/>
                <a:gd name="connsiteY486" fmla="*/ 831067 h 889799"/>
                <a:gd name="connsiteX487" fmla="*/ 84069 w 2925307"/>
                <a:gd name="connsiteY487" fmla="*/ 837642 h 889799"/>
                <a:gd name="connsiteX488" fmla="*/ 140446 w 2925307"/>
                <a:gd name="connsiteY488" fmla="*/ 890677 h 889799"/>
                <a:gd name="connsiteX489" fmla="*/ 143800 w 2925307"/>
                <a:gd name="connsiteY489" fmla="*/ 890677 h 889799"/>
                <a:gd name="connsiteX490" fmla="*/ 163724 w 2925307"/>
                <a:gd name="connsiteY490" fmla="*/ 880717 h 889799"/>
                <a:gd name="connsiteX491" fmla="*/ 170332 w 2925307"/>
                <a:gd name="connsiteY491" fmla="*/ 880717 h 889799"/>
                <a:gd name="connsiteX492" fmla="*/ 243318 w 2925307"/>
                <a:gd name="connsiteY492" fmla="*/ 877430 h 889799"/>
                <a:gd name="connsiteX493" fmla="*/ 296462 w 2925307"/>
                <a:gd name="connsiteY493" fmla="*/ 883805 h 889799"/>
                <a:gd name="connsiteX494" fmla="*/ 303029 w 2925307"/>
                <a:gd name="connsiteY494" fmla="*/ 883805 h 889799"/>
                <a:gd name="connsiteX495" fmla="*/ 316224 w 2925307"/>
                <a:gd name="connsiteY495" fmla="*/ 876982 h 889799"/>
                <a:gd name="connsiteX496" fmla="*/ 322893 w 2925307"/>
                <a:gd name="connsiteY496" fmla="*/ 876982 h 889799"/>
                <a:gd name="connsiteX497" fmla="*/ 395618 w 2925307"/>
                <a:gd name="connsiteY497" fmla="*/ 876982 h 889799"/>
                <a:gd name="connsiteX498" fmla="*/ 2571056 w 2925307"/>
                <a:gd name="connsiteY498" fmla="*/ 856614 h 889799"/>
                <a:gd name="connsiteX499" fmla="*/ 2554486 w 2925307"/>
                <a:gd name="connsiteY499" fmla="*/ 796856 h 889799"/>
                <a:gd name="connsiteX500" fmla="*/ 2554486 w 2925307"/>
                <a:gd name="connsiteY500" fmla="*/ 793520 h 889799"/>
                <a:gd name="connsiteX501" fmla="*/ 2561094 w 2925307"/>
                <a:gd name="connsiteY501" fmla="*/ 783560 h 889799"/>
                <a:gd name="connsiteX502" fmla="*/ 2584512 w 2925307"/>
                <a:gd name="connsiteY502" fmla="*/ 799396 h 889799"/>
                <a:gd name="connsiteX503" fmla="*/ 2600941 w 2925307"/>
                <a:gd name="connsiteY503" fmla="*/ 803480 h 889799"/>
                <a:gd name="connsiteX504" fmla="*/ 2634120 w 2925307"/>
                <a:gd name="connsiteY504" fmla="*/ 723802 h 889799"/>
                <a:gd name="connsiteX505" fmla="*/ 2634864 w 2925307"/>
                <a:gd name="connsiteY505" fmla="*/ 713842 h 889799"/>
                <a:gd name="connsiteX506" fmla="*/ 2630786 w 2925307"/>
                <a:gd name="connsiteY506" fmla="*/ 677490 h 889799"/>
                <a:gd name="connsiteX507" fmla="*/ 2607569 w 2925307"/>
                <a:gd name="connsiteY507" fmla="*/ 674203 h 889799"/>
                <a:gd name="connsiteX508" fmla="*/ 2539885 w 2925307"/>
                <a:gd name="connsiteY508" fmla="*/ 665588 h 889799"/>
                <a:gd name="connsiteX509" fmla="*/ 2494815 w 2925307"/>
                <a:gd name="connsiteY509" fmla="*/ 634364 h 889799"/>
                <a:gd name="connsiteX510" fmla="*/ 2501785 w 2925307"/>
                <a:gd name="connsiteY510" fmla="*/ 619424 h 889799"/>
                <a:gd name="connsiteX511" fmla="*/ 2597607 w 2925307"/>
                <a:gd name="connsiteY511" fmla="*/ 604484 h 889799"/>
                <a:gd name="connsiteX512" fmla="*/ 2620825 w 2925307"/>
                <a:gd name="connsiteY512" fmla="*/ 604484 h 889799"/>
                <a:gd name="connsiteX513" fmla="*/ 2630786 w 2925307"/>
                <a:gd name="connsiteY513" fmla="*/ 597862 h 889799"/>
                <a:gd name="connsiteX514" fmla="*/ 2624159 w 2925307"/>
                <a:gd name="connsiteY514" fmla="*/ 577942 h 889799"/>
                <a:gd name="connsiteX515" fmla="*/ 2624159 w 2925307"/>
                <a:gd name="connsiteY515" fmla="*/ 551399 h 889799"/>
                <a:gd name="connsiteX516" fmla="*/ 2657338 w 2925307"/>
                <a:gd name="connsiteY516" fmla="*/ 511561 h 889799"/>
                <a:gd name="connsiteX517" fmla="*/ 2604235 w 2925307"/>
                <a:gd name="connsiteY517" fmla="*/ 524808 h 889799"/>
                <a:gd name="connsiteX518" fmla="*/ 2571056 w 2925307"/>
                <a:gd name="connsiteY518" fmla="*/ 484968 h 889799"/>
                <a:gd name="connsiteX519" fmla="*/ 2634120 w 2925307"/>
                <a:gd name="connsiteY519" fmla="*/ 451802 h 889799"/>
                <a:gd name="connsiteX520" fmla="*/ 2673968 w 2925307"/>
                <a:gd name="connsiteY520" fmla="*/ 451802 h 889799"/>
                <a:gd name="connsiteX521" fmla="*/ 2743701 w 2925307"/>
                <a:gd name="connsiteY521" fmla="*/ 491640 h 889799"/>
                <a:gd name="connsiteX522" fmla="*/ 2663062 w 2925307"/>
                <a:gd name="connsiteY522" fmla="*/ 555134 h 889799"/>
                <a:gd name="connsiteX523" fmla="*/ 2683970 w 2925307"/>
                <a:gd name="connsiteY523" fmla="*/ 601099 h 889799"/>
                <a:gd name="connsiteX524" fmla="*/ 2700560 w 2925307"/>
                <a:gd name="connsiteY524" fmla="*/ 601099 h 889799"/>
                <a:gd name="connsiteX525" fmla="*/ 2786822 w 2925307"/>
                <a:gd name="connsiteY525" fmla="*/ 634214 h 889799"/>
                <a:gd name="connsiteX526" fmla="*/ 2786822 w 2925307"/>
                <a:gd name="connsiteY526" fmla="*/ 644174 h 889799"/>
                <a:gd name="connsiteX527" fmla="*/ 2723817 w 2925307"/>
                <a:gd name="connsiteY527" fmla="*/ 680677 h 889799"/>
                <a:gd name="connsiteX528" fmla="*/ 2696422 w 2925307"/>
                <a:gd name="connsiteY528" fmla="*/ 680677 h 889799"/>
                <a:gd name="connsiteX529" fmla="*/ 2700560 w 2925307"/>
                <a:gd name="connsiteY529" fmla="*/ 733662 h 889799"/>
                <a:gd name="connsiteX530" fmla="*/ 2610903 w 2925307"/>
                <a:gd name="connsiteY530" fmla="*/ 889532 h 889799"/>
                <a:gd name="connsiteX531" fmla="*/ 2571056 w 2925307"/>
                <a:gd name="connsiteY531" fmla="*/ 856614 h 889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</a:cxnLst>
              <a:rect l="l" t="t" r="r" b="b"/>
              <a:pathLst>
                <a:path w="2925307" h="889799">
                  <a:moveTo>
                    <a:pt x="2677202" y="369138"/>
                  </a:moveTo>
                  <a:lnTo>
                    <a:pt x="2634120" y="369138"/>
                  </a:lnTo>
                  <a:cubicBezTo>
                    <a:pt x="2635868" y="353350"/>
                    <a:pt x="2629581" y="363559"/>
                    <a:pt x="2644083" y="355891"/>
                  </a:cubicBezTo>
                  <a:lnTo>
                    <a:pt x="2644083" y="339308"/>
                  </a:lnTo>
                  <a:lnTo>
                    <a:pt x="2657780" y="316350"/>
                  </a:lnTo>
                  <a:lnTo>
                    <a:pt x="2657378" y="309478"/>
                  </a:lnTo>
                  <a:lnTo>
                    <a:pt x="2657378" y="286273"/>
                  </a:lnTo>
                  <a:lnTo>
                    <a:pt x="2650509" y="273025"/>
                  </a:lnTo>
                  <a:lnTo>
                    <a:pt x="2650509" y="263065"/>
                  </a:lnTo>
                  <a:cubicBezTo>
                    <a:pt x="2645067" y="258583"/>
                    <a:pt x="2644886" y="186825"/>
                    <a:pt x="2650509" y="186825"/>
                  </a:cubicBezTo>
                  <a:lnTo>
                    <a:pt x="2650509" y="173429"/>
                  </a:lnTo>
                  <a:cubicBezTo>
                    <a:pt x="2655992" y="172184"/>
                    <a:pt x="2667239" y="170740"/>
                    <a:pt x="2672622" y="169047"/>
                  </a:cubicBezTo>
                  <a:cubicBezTo>
                    <a:pt x="2681982" y="166059"/>
                    <a:pt x="2681038" y="160182"/>
                    <a:pt x="2690296" y="160182"/>
                  </a:cubicBezTo>
                  <a:lnTo>
                    <a:pt x="2720182" y="160182"/>
                  </a:lnTo>
                  <a:cubicBezTo>
                    <a:pt x="2731088" y="160182"/>
                    <a:pt x="2732634" y="166905"/>
                    <a:pt x="2733438" y="176764"/>
                  </a:cubicBezTo>
                  <a:cubicBezTo>
                    <a:pt x="2703552" y="183688"/>
                    <a:pt x="2696221" y="199524"/>
                    <a:pt x="2683629" y="223227"/>
                  </a:cubicBezTo>
                  <a:lnTo>
                    <a:pt x="2683629" y="239760"/>
                  </a:lnTo>
                  <a:cubicBezTo>
                    <a:pt x="2691943" y="255396"/>
                    <a:pt x="2713514" y="280546"/>
                    <a:pt x="2713514" y="296132"/>
                  </a:cubicBezTo>
                  <a:cubicBezTo>
                    <a:pt x="2713514" y="299420"/>
                    <a:pt x="2670373" y="330693"/>
                    <a:pt x="2670373" y="345931"/>
                  </a:cubicBezTo>
                  <a:lnTo>
                    <a:pt x="2670373" y="349268"/>
                  </a:lnTo>
                  <a:cubicBezTo>
                    <a:pt x="2670373" y="361220"/>
                    <a:pt x="2678748" y="359228"/>
                    <a:pt x="2690296" y="359228"/>
                  </a:cubicBezTo>
                  <a:cubicBezTo>
                    <a:pt x="2704597" y="337814"/>
                    <a:pt x="2712872" y="336768"/>
                    <a:pt x="2733438" y="322775"/>
                  </a:cubicBezTo>
                  <a:cubicBezTo>
                    <a:pt x="2750871" y="310874"/>
                    <a:pt x="2753803" y="293494"/>
                    <a:pt x="2779853" y="292895"/>
                  </a:cubicBezTo>
                  <a:cubicBezTo>
                    <a:pt x="2785275" y="285425"/>
                    <a:pt x="2797346" y="276262"/>
                    <a:pt x="2807208" y="263863"/>
                  </a:cubicBezTo>
                  <a:cubicBezTo>
                    <a:pt x="2816406" y="252360"/>
                    <a:pt x="2819600" y="242499"/>
                    <a:pt x="2826268" y="229900"/>
                  </a:cubicBezTo>
                  <a:lnTo>
                    <a:pt x="2826268" y="206644"/>
                  </a:lnTo>
                  <a:cubicBezTo>
                    <a:pt x="2819941" y="194793"/>
                    <a:pt x="2820202" y="191704"/>
                    <a:pt x="2803070" y="190062"/>
                  </a:cubicBezTo>
                  <a:lnTo>
                    <a:pt x="2799836" y="163469"/>
                  </a:lnTo>
                  <a:cubicBezTo>
                    <a:pt x="2818354" y="135930"/>
                    <a:pt x="2840829" y="145940"/>
                    <a:pt x="2859587" y="110383"/>
                  </a:cubicBezTo>
                  <a:lnTo>
                    <a:pt x="2859587" y="97236"/>
                  </a:lnTo>
                  <a:cubicBezTo>
                    <a:pt x="2848481" y="91361"/>
                    <a:pt x="2839081" y="84339"/>
                    <a:pt x="2823094" y="83941"/>
                  </a:cubicBezTo>
                  <a:cubicBezTo>
                    <a:pt x="2818113" y="76521"/>
                    <a:pt x="2809838" y="72338"/>
                    <a:pt x="2809838" y="64021"/>
                  </a:cubicBezTo>
                  <a:lnTo>
                    <a:pt x="2809838" y="53912"/>
                  </a:lnTo>
                  <a:cubicBezTo>
                    <a:pt x="2809838" y="16911"/>
                    <a:pt x="2797245" y="13526"/>
                    <a:pt x="2773325" y="877"/>
                  </a:cubicBezTo>
                  <a:cubicBezTo>
                    <a:pt x="2760331" y="3865"/>
                    <a:pt x="2730244" y="16813"/>
                    <a:pt x="2730244" y="30755"/>
                  </a:cubicBezTo>
                  <a:cubicBezTo>
                    <a:pt x="2730244" y="48535"/>
                    <a:pt x="2736872" y="53613"/>
                    <a:pt x="2736872" y="73881"/>
                  </a:cubicBezTo>
                  <a:lnTo>
                    <a:pt x="2736872" y="83841"/>
                  </a:lnTo>
                  <a:cubicBezTo>
                    <a:pt x="2736872" y="105504"/>
                    <a:pt x="2670975" y="107096"/>
                    <a:pt x="2653984" y="130303"/>
                  </a:cubicBezTo>
                  <a:cubicBezTo>
                    <a:pt x="2646814" y="126518"/>
                    <a:pt x="2637354" y="124526"/>
                    <a:pt x="2637354" y="113721"/>
                  </a:cubicBezTo>
                  <a:lnTo>
                    <a:pt x="2637354" y="80654"/>
                  </a:lnTo>
                  <a:cubicBezTo>
                    <a:pt x="2627051" y="61133"/>
                    <a:pt x="2617089" y="41512"/>
                    <a:pt x="2587545" y="40816"/>
                  </a:cubicBezTo>
                  <a:lnTo>
                    <a:pt x="2581519" y="33494"/>
                  </a:lnTo>
                  <a:cubicBezTo>
                    <a:pt x="2571558" y="39171"/>
                    <a:pt x="2557660" y="46591"/>
                    <a:pt x="2557660" y="60734"/>
                  </a:cubicBezTo>
                  <a:cubicBezTo>
                    <a:pt x="2557940" y="74555"/>
                    <a:pt x="2559748" y="88305"/>
                    <a:pt x="2563102" y="101719"/>
                  </a:cubicBezTo>
                  <a:cubicBezTo>
                    <a:pt x="2566436" y="117803"/>
                    <a:pt x="2560953" y="124825"/>
                    <a:pt x="2560953" y="140312"/>
                  </a:cubicBezTo>
                  <a:lnTo>
                    <a:pt x="2560953" y="150272"/>
                  </a:lnTo>
                  <a:cubicBezTo>
                    <a:pt x="2560953" y="165212"/>
                    <a:pt x="2555571" y="165609"/>
                    <a:pt x="2558021" y="179704"/>
                  </a:cubicBezTo>
                  <a:cubicBezTo>
                    <a:pt x="2559708" y="189662"/>
                    <a:pt x="2564287" y="191206"/>
                    <a:pt x="2564287" y="206644"/>
                  </a:cubicBezTo>
                  <a:lnTo>
                    <a:pt x="2564287" y="229900"/>
                  </a:lnTo>
                  <a:lnTo>
                    <a:pt x="2567119" y="279698"/>
                  </a:lnTo>
                  <a:cubicBezTo>
                    <a:pt x="2569509" y="304598"/>
                    <a:pt x="2557660" y="321330"/>
                    <a:pt x="2557660" y="345981"/>
                  </a:cubicBezTo>
                  <a:cubicBezTo>
                    <a:pt x="2557660" y="355093"/>
                    <a:pt x="2564287" y="356786"/>
                    <a:pt x="2564287" y="365901"/>
                  </a:cubicBezTo>
                  <a:cubicBezTo>
                    <a:pt x="2564287" y="366796"/>
                    <a:pt x="2562038" y="371925"/>
                    <a:pt x="2560953" y="375859"/>
                  </a:cubicBezTo>
                  <a:cubicBezTo>
                    <a:pt x="2544805" y="379594"/>
                    <a:pt x="2547497" y="385321"/>
                    <a:pt x="2527834" y="385819"/>
                  </a:cubicBezTo>
                  <a:lnTo>
                    <a:pt x="2527834" y="379096"/>
                  </a:lnTo>
                  <a:cubicBezTo>
                    <a:pt x="2544705" y="374566"/>
                    <a:pt x="2535245" y="371676"/>
                    <a:pt x="2547758" y="362513"/>
                  </a:cubicBezTo>
                  <a:lnTo>
                    <a:pt x="2551795" y="332635"/>
                  </a:lnTo>
                  <a:lnTo>
                    <a:pt x="2552939" y="219791"/>
                  </a:lnTo>
                  <a:cubicBezTo>
                    <a:pt x="2554426" y="205349"/>
                    <a:pt x="2549344" y="195988"/>
                    <a:pt x="2544424" y="186626"/>
                  </a:cubicBezTo>
                  <a:lnTo>
                    <a:pt x="2544424" y="143549"/>
                  </a:lnTo>
                  <a:cubicBezTo>
                    <a:pt x="2529963" y="116309"/>
                    <a:pt x="2515623" y="107944"/>
                    <a:pt x="2504576" y="87178"/>
                  </a:cubicBezTo>
                  <a:lnTo>
                    <a:pt x="2497888" y="87178"/>
                  </a:lnTo>
                  <a:cubicBezTo>
                    <a:pt x="2477422" y="87178"/>
                    <a:pt x="2465613" y="112775"/>
                    <a:pt x="2458041" y="127016"/>
                  </a:cubicBezTo>
                  <a:lnTo>
                    <a:pt x="2458041" y="173429"/>
                  </a:lnTo>
                  <a:lnTo>
                    <a:pt x="2459045" y="239760"/>
                  </a:lnTo>
                  <a:lnTo>
                    <a:pt x="2458041" y="243097"/>
                  </a:lnTo>
                  <a:lnTo>
                    <a:pt x="2458041" y="249720"/>
                  </a:lnTo>
                  <a:cubicBezTo>
                    <a:pt x="2464347" y="259660"/>
                    <a:pt x="2467782" y="271128"/>
                    <a:pt x="2468003" y="282885"/>
                  </a:cubicBezTo>
                  <a:lnTo>
                    <a:pt x="2468003" y="319338"/>
                  </a:lnTo>
                  <a:cubicBezTo>
                    <a:pt x="2469851" y="333934"/>
                    <a:pt x="2473185" y="348306"/>
                    <a:pt x="2477964" y="362214"/>
                  </a:cubicBezTo>
                  <a:cubicBezTo>
                    <a:pt x="2484854" y="378002"/>
                    <a:pt x="2495157" y="373321"/>
                    <a:pt x="2504275" y="385670"/>
                  </a:cubicBezTo>
                  <a:cubicBezTo>
                    <a:pt x="2473747" y="388211"/>
                    <a:pt x="2425283" y="415548"/>
                    <a:pt x="2424581" y="415548"/>
                  </a:cubicBezTo>
                  <a:lnTo>
                    <a:pt x="2418013" y="415548"/>
                  </a:lnTo>
                  <a:lnTo>
                    <a:pt x="2404797" y="408727"/>
                  </a:lnTo>
                  <a:lnTo>
                    <a:pt x="2398089" y="408727"/>
                  </a:lnTo>
                  <a:cubicBezTo>
                    <a:pt x="2376358" y="408727"/>
                    <a:pt x="2335084" y="472568"/>
                    <a:pt x="2335084" y="498364"/>
                  </a:cubicBezTo>
                  <a:lnTo>
                    <a:pt x="2335084" y="524858"/>
                  </a:lnTo>
                  <a:lnTo>
                    <a:pt x="2359969" y="556728"/>
                  </a:lnTo>
                  <a:cubicBezTo>
                    <a:pt x="2368786" y="558869"/>
                    <a:pt x="2370192" y="561309"/>
                    <a:pt x="2381640" y="561309"/>
                  </a:cubicBezTo>
                  <a:lnTo>
                    <a:pt x="2404858" y="561309"/>
                  </a:lnTo>
                  <a:cubicBezTo>
                    <a:pt x="2419800" y="553391"/>
                    <a:pt x="2430003" y="546718"/>
                    <a:pt x="2438017" y="531430"/>
                  </a:cubicBezTo>
                  <a:lnTo>
                    <a:pt x="2438017" y="508225"/>
                  </a:lnTo>
                  <a:cubicBezTo>
                    <a:pt x="2435245" y="502946"/>
                    <a:pt x="2428055" y="493285"/>
                    <a:pt x="2428055" y="488305"/>
                  </a:cubicBezTo>
                  <a:lnTo>
                    <a:pt x="2428055" y="465100"/>
                  </a:lnTo>
                  <a:cubicBezTo>
                    <a:pt x="2432193" y="457230"/>
                    <a:pt x="2447637" y="438557"/>
                    <a:pt x="2457940" y="438557"/>
                  </a:cubicBezTo>
                  <a:lnTo>
                    <a:pt x="2477864" y="438557"/>
                  </a:lnTo>
                  <a:lnTo>
                    <a:pt x="2630686" y="427402"/>
                  </a:lnTo>
                  <a:lnTo>
                    <a:pt x="2730305" y="428695"/>
                  </a:lnTo>
                  <a:lnTo>
                    <a:pt x="2800037" y="432430"/>
                  </a:lnTo>
                  <a:cubicBezTo>
                    <a:pt x="2804998" y="432430"/>
                    <a:pt x="2810682" y="433826"/>
                    <a:pt x="2809979" y="438655"/>
                  </a:cubicBezTo>
                  <a:lnTo>
                    <a:pt x="2806063" y="471722"/>
                  </a:lnTo>
                  <a:cubicBezTo>
                    <a:pt x="2826368" y="471722"/>
                    <a:pt x="2830967" y="465100"/>
                    <a:pt x="2843158" y="458525"/>
                  </a:cubicBezTo>
                  <a:cubicBezTo>
                    <a:pt x="2856113" y="462371"/>
                    <a:pt x="2869509" y="464616"/>
                    <a:pt x="2883006" y="465198"/>
                  </a:cubicBezTo>
                  <a:cubicBezTo>
                    <a:pt x="2904075" y="465198"/>
                    <a:pt x="2926147" y="455238"/>
                    <a:pt x="2926147" y="432033"/>
                  </a:cubicBezTo>
                  <a:cubicBezTo>
                    <a:pt x="2926147" y="408827"/>
                    <a:pt x="2890778" y="405938"/>
                    <a:pt x="2873847" y="394833"/>
                  </a:cubicBezTo>
                  <a:cubicBezTo>
                    <a:pt x="2859849" y="385620"/>
                    <a:pt x="2830967" y="368987"/>
                    <a:pt x="2810080" y="368987"/>
                  </a:cubicBezTo>
                  <a:lnTo>
                    <a:pt x="2677202" y="368987"/>
                  </a:lnTo>
                  <a:close/>
                  <a:moveTo>
                    <a:pt x="1729220" y="680179"/>
                  </a:moveTo>
                  <a:cubicBezTo>
                    <a:pt x="1717912" y="697111"/>
                    <a:pt x="1721005" y="703683"/>
                    <a:pt x="1702728" y="713344"/>
                  </a:cubicBezTo>
                  <a:cubicBezTo>
                    <a:pt x="1691802" y="729629"/>
                    <a:pt x="1687786" y="724898"/>
                    <a:pt x="1676177" y="746511"/>
                  </a:cubicBezTo>
                  <a:lnTo>
                    <a:pt x="1662921" y="746511"/>
                  </a:lnTo>
                  <a:cubicBezTo>
                    <a:pt x="1661977" y="749897"/>
                    <a:pt x="1650870" y="776988"/>
                    <a:pt x="1648581" y="778530"/>
                  </a:cubicBezTo>
                  <a:cubicBezTo>
                    <a:pt x="1644885" y="780972"/>
                    <a:pt x="1637976" y="780024"/>
                    <a:pt x="1632292" y="785502"/>
                  </a:cubicBezTo>
                  <a:cubicBezTo>
                    <a:pt x="1628999" y="788789"/>
                    <a:pt x="1628215" y="792773"/>
                    <a:pt x="1622331" y="798749"/>
                  </a:cubicBezTo>
                  <a:cubicBezTo>
                    <a:pt x="1594735" y="826836"/>
                    <a:pt x="1607388" y="819565"/>
                    <a:pt x="1570071" y="839335"/>
                  </a:cubicBezTo>
                  <a:lnTo>
                    <a:pt x="1570071" y="852632"/>
                  </a:lnTo>
                  <a:lnTo>
                    <a:pt x="1580033" y="855718"/>
                  </a:lnTo>
                  <a:lnTo>
                    <a:pt x="1586560" y="855718"/>
                  </a:lnTo>
                  <a:cubicBezTo>
                    <a:pt x="1633839" y="855718"/>
                    <a:pt x="1648722" y="827682"/>
                    <a:pt x="1681198" y="817920"/>
                  </a:cubicBezTo>
                  <a:cubicBezTo>
                    <a:pt x="1712027" y="808758"/>
                    <a:pt x="1702768" y="814087"/>
                    <a:pt x="1723134" y="793571"/>
                  </a:cubicBezTo>
                  <a:cubicBezTo>
                    <a:pt x="1736330" y="780273"/>
                    <a:pt x="1747095" y="776588"/>
                    <a:pt x="1761294" y="765335"/>
                  </a:cubicBezTo>
                  <a:cubicBezTo>
                    <a:pt x="1800138" y="734509"/>
                    <a:pt x="1795056" y="733214"/>
                    <a:pt x="1820603" y="692030"/>
                  </a:cubicBezTo>
                  <a:cubicBezTo>
                    <a:pt x="1838940" y="662451"/>
                    <a:pt x="1852096" y="637551"/>
                    <a:pt x="1868284" y="607024"/>
                  </a:cubicBezTo>
                  <a:cubicBezTo>
                    <a:pt x="1874409" y="594177"/>
                    <a:pt x="1872803" y="567186"/>
                    <a:pt x="1888207" y="567186"/>
                  </a:cubicBezTo>
                  <a:cubicBezTo>
                    <a:pt x="1893831" y="567186"/>
                    <a:pt x="1901202" y="593578"/>
                    <a:pt x="1904797" y="600301"/>
                  </a:cubicBezTo>
                  <a:lnTo>
                    <a:pt x="1904797" y="606974"/>
                  </a:lnTo>
                  <a:cubicBezTo>
                    <a:pt x="1907629" y="610211"/>
                    <a:pt x="1941190" y="673008"/>
                    <a:pt x="1945689" y="682120"/>
                  </a:cubicBezTo>
                  <a:cubicBezTo>
                    <a:pt x="1951453" y="695456"/>
                    <a:pt x="1959166" y="707872"/>
                    <a:pt x="1968545" y="718973"/>
                  </a:cubicBezTo>
                  <a:cubicBezTo>
                    <a:pt x="1977563" y="730475"/>
                    <a:pt x="1985677" y="739439"/>
                    <a:pt x="1990658" y="753232"/>
                  </a:cubicBezTo>
                  <a:cubicBezTo>
                    <a:pt x="2003050" y="787544"/>
                    <a:pt x="2017149" y="796408"/>
                    <a:pt x="2047336" y="812643"/>
                  </a:cubicBezTo>
                  <a:cubicBezTo>
                    <a:pt x="2060029" y="819465"/>
                    <a:pt x="2115381" y="845708"/>
                    <a:pt x="2130325" y="845708"/>
                  </a:cubicBezTo>
                  <a:cubicBezTo>
                    <a:pt x="2156273" y="845708"/>
                    <a:pt x="2182765" y="841676"/>
                    <a:pt x="2193329" y="825790"/>
                  </a:cubicBezTo>
                  <a:cubicBezTo>
                    <a:pt x="2185858" y="793769"/>
                    <a:pt x="2182423" y="796259"/>
                    <a:pt x="2158061" y="781420"/>
                  </a:cubicBezTo>
                  <a:cubicBezTo>
                    <a:pt x="2139623" y="770215"/>
                    <a:pt x="2139684" y="758861"/>
                    <a:pt x="2119158" y="744070"/>
                  </a:cubicBezTo>
                  <a:cubicBezTo>
                    <a:pt x="2080816" y="716483"/>
                    <a:pt x="2069850" y="706721"/>
                    <a:pt x="2041511" y="669373"/>
                  </a:cubicBezTo>
                  <a:cubicBezTo>
                    <a:pt x="2019599" y="640489"/>
                    <a:pt x="1998972" y="609912"/>
                    <a:pt x="1973566" y="584715"/>
                  </a:cubicBezTo>
                  <a:cubicBezTo>
                    <a:pt x="1958623" y="569775"/>
                    <a:pt x="1956494" y="554837"/>
                    <a:pt x="1946834" y="534917"/>
                  </a:cubicBezTo>
                  <a:cubicBezTo>
                    <a:pt x="1942877" y="525858"/>
                    <a:pt x="1938418" y="517029"/>
                    <a:pt x="1933478" y="508474"/>
                  </a:cubicBezTo>
                  <a:cubicBezTo>
                    <a:pt x="1923516" y="493833"/>
                    <a:pt x="1919921" y="504339"/>
                    <a:pt x="1918033" y="487458"/>
                  </a:cubicBezTo>
                  <a:lnTo>
                    <a:pt x="1971076" y="483972"/>
                  </a:lnTo>
                  <a:lnTo>
                    <a:pt x="1987726" y="483972"/>
                  </a:lnTo>
                  <a:cubicBezTo>
                    <a:pt x="2028256" y="483972"/>
                    <a:pt x="2062680" y="475058"/>
                    <a:pt x="2077362" y="447519"/>
                  </a:cubicBezTo>
                  <a:lnTo>
                    <a:pt x="2077362" y="440846"/>
                  </a:lnTo>
                  <a:cubicBezTo>
                    <a:pt x="2077362" y="408078"/>
                    <a:pt x="2067400" y="384476"/>
                    <a:pt x="2034281" y="384476"/>
                  </a:cubicBezTo>
                  <a:lnTo>
                    <a:pt x="2007729" y="384476"/>
                  </a:lnTo>
                  <a:cubicBezTo>
                    <a:pt x="1989654" y="384476"/>
                    <a:pt x="1989412" y="391098"/>
                    <a:pt x="1971276" y="391098"/>
                  </a:cubicBezTo>
                  <a:lnTo>
                    <a:pt x="1931429" y="391098"/>
                  </a:lnTo>
                  <a:lnTo>
                    <a:pt x="1935225" y="331340"/>
                  </a:lnTo>
                  <a:lnTo>
                    <a:pt x="1934221" y="268246"/>
                  </a:lnTo>
                  <a:lnTo>
                    <a:pt x="1939201" y="221932"/>
                  </a:lnTo>
                  <a:cubicBezTo>
                    <a:pt x="1939201" y="208586"/>
                    <a:pt x="1923415" y="198030"/>
                    <a:pt x="1911766" y="195341"/>
                  </a:cubicBezTo>
                  <a:lnTo>
                    <a:pt x="1888689" y="199474"/>
                  </a:lnTo>
                  <a:cubicBezTo>
                    <a:pt x="1885616" y="211177"/>
                    <a:pt x="1881921" y="219394"/>
                    <a:pt x="1881921" y="235129"/>
                  </a:cubicBezTo>
                  <a:lnTo>
                    <a:pt x="1881921" y="238416"/>
                  </a:lnTo>
                  <a:cubicBezTo>
                    <a:pt x="1881921" y="262867"/>
                    <a:pt x="1871959" y="271383"/>
                    <a:pt x="1871959" y="291502"/>
                  </a:cubicBezTo>
                  <a:lnTo>
                    <a:pt x="1871959" y="311420"/>
                  </a:lnTo>
                  <a:lnTo>
                    <a:pt x="1867982" y="387662"/>
                  </a:lnTo>
                  <a:cubicBezTo>
                    <a:pt x="1858021" y="388558"/>
                    <a:pt x="1856816" y="390998"/>
                    <a:pt x="1845367" y="390998"/>
                  </a:cubicBezTo>
                  <a:lnTo>
                    <a:pt x="1842074" y="390998"/>
                  </a:lnTo>
                  <a:cubicBezTo>
                    <a:pt x="1819177" y="390998"/>
                    <a:pt x="1810401" y="404295"/>
                    <a:pt x="1802226" y="404295"/>
                  </a:cubicBezTo>
                  <a:lnTo>
                    <a:pt x="1798892" y="404295"/>
                  </a:lnTo>
                  <a:cubicBezTo>
                    <a:pt x="1781560" y="404295"/>
                    <a:pt x="1779712" y="397671"/>
                    <a:pt x="1765773" y="397671"/>
                  </a:cubicBezTo>
                  <a:cubicBezTo>
                    <a:pt x="1756313" y="397671"/>
                    <a:pt x="1728215" y="426854"/>
                    <a:pt x="1722632" y="437511"/>
                  </a:cubicBezTo>
                  <a:lnTo>
                    <a:pt x="1722632" y="444133"/>
                  </a:lnTo>
                  <a:cubicBezTo>
                    <a:pt x="1722632" y="466793"/>
                    <a:pt x="1749645" y="485367"/>
                    <a:pt x="1765773" y="493932"/>
                  </a:cubicBezTo>
                  <a:lnTo>
                    <a:pt x="1778969" y="493932"/>
                  </a:lnTo>
                  <a:cubicBezTo>
                    <a:pt x="1804616" y="493932"/>
                    <a:pt x="1811043" y="483972"/>
                    <a:pt x="1835365" y="483972"/>
                  </a:cubicBezTo>
                  <a:cubicBezTo>
                    <a:pt x="1831067" y="492737"/>
                    <a:pt x="1832071" y="481233"/>
                    <a:pt x="1832071" y="493932"/>
                  </a:cubicBezTo>
                  <a:cubicBezTo>
                    <a:pt x="1832071" y="508872"/>
                    <a:pt x="1817771" y="535812"/>
                    <a:pt x="1812148" y="546967"/>
                  </a:cubicBezTo>
                  <a:cubicBezTo>
                    <a:pt x="1802789" y="565791"/>
                    <a:pt x="1799495" y="578739"/>
                    <a:pt x="1791923" y="599705"/>
                  </a:cubicBezTo>
                  <a:cubicBezTo>
                    <a:pt x="1783407" y="623358"/>
                    <a:pt x="1764186" y="624304"/>
                    <a:pt x="1757056" y="637750"/>
                  </a:cubicBezTo>
                  <a:cubicBezTo>
                    <a:pt x="1744865" y="660658"/>
                    <a:pt x="1754667" y="662650"/>
                    <a:pt x="1729260" y="679630"/>
                  </a:cubicBezTo>
                  <a:close/>
                  <a:moveTo>
                    <a:pt x="902869" y="505486"/>
                  </a:moveTo>
                  <a:cubicBezTo>
                    <a:pt x="908532" y="501024"/>
                    <a:pt x="915562" y="498679"/>
                    <a:pt x="922792" y="498861"/>
                  </a:cubicBezTo>
                  <a:cubicBezTo>
                    <a:pt x="929099" y="498861"/>
                    <a:pt x="931409" y="509569"/>
                    <a:pt x="932734" y="515396"/>
                  </a:cubicBezTo>
                  <a:cubicBezTo>
                    <a:pt x="933096" y="533173"/>
                    <a:pt x="939221" y="550254"/>
                    <a:pt x="952658" y="555234"/>
                  </a:cubicBezTo>
                  <a:cubicBezTo>
                    <a:pt x="947677" y="574108"/>
                    <a:pt x="929460" y="563799"/>
                    <a:pt x="929460" y="581777"/>
                  </a:cubicBezTo>
                  <a:lnTo>
                    <a:pt x="929460" y="591737"/>
                  </a:lnTo>
                  <a:lnTo>
                    <a:pt x="946050" y="621615"/>
                  </a:lnTo>
                  <a:cubicBezTo>
                    <a:pt x="954767" y="625949"/>
                    <a:pt x="943299" y="624953"/>
                    <a:pt x="956012" y="624953"/>
                  </a:cubicBezTo>
                  <a:lnTo>
                    <a:pt x="965974" y="624953"/>
                  </a:lnTo>
                  <a:cubicBezTo>
                    <a:pt x="984090" y="624953"/>
                    <a:pt x="984351" y="618280"/>
                    <a:pt x="1002467" y="618280"/>
                  </a:cubicBezTo>
                  <a:lnTo>
                    <a:pt x="1012429" y="618280"/>
                  </a:lnTo>
                  <a:lnTo>
                    <a:pt x="1016566" y="638198"/>
                  </a:lnTo>
                  <a:cubicBezTo>
                    <a:pt x="1001623" y="641585"/>
                    <a:pt x="971095" y="651594"/>
                    <a:pt x="959386" y="651594"/>
                  </a:cubicBezTo>
                  <a:lnTo>
                    <a:pt x="956112" y="651594"/>
                  </a:lnTo>
                  <a:cubicBezTo>
                    <a:pt x="946833" y="651469"/>
                    <a:pt x="937695" y="653750"/>
                    <a:pt x="929561" y="658218"/>
                  </a:cubicBezTo>
                  <a:cubicBezTo>
                    <a:pt x="925223" y="666982"/>
                    <a:pt x="926227" y="655527"/>
                    <a:pt x="926227" y="668176"/>
                  </a:cubicBezTo>
                  <a:lnTo>
                    <a:pt x="926227" y="674801"/>
                  </a:lnTo>
                  <a:cubicBezTo>
                    <a:pt x="926227" y="686454"/>
                    <a:pt x="951131" y="698006"/>
                    <a:pt x="962680" y="698006"/>
                  </a:cubicBezTo>
                  <a:lnTo>
                    <a:pt x="1009155" y="698006"/>
                  </a:lnTo>
                  <a:cubicBezTo>
                    <a:pt x="1010882" y="705426"/>
                    <a:pt x="1012429" y="705625"/>
                    <a:pt x="1012429" y="714589"/>
                  </a:cubicBezTo>
                  <a:lnTo>
                    <a:pt x="1012429" y="771012"/>
                  </a:lnTo>
                  <a:cubicBezTo>
                    <a:pt x="1021909" y="773203"/>
                    <a:pt x="1018113" y="774347"/>
                    <a:pt x="1025725" y="774347"/>
                  </a:cubicBezTo>
                  <a:cubicBezTo>
                    <a:pt x="1030324" y="774347"/>
                    <a:pt x="1062138" y="734509"/>
                    <a:pt x="1065572" y="727886"/>
                  </a:cubicBezTo>
                  <a:lnTo>
                    <a:pt x="1065572" y="714639"/>
                  </a:lnTo>
                  <a:lnTo>
                    <a:pt x="1075534" y="694719"/>
                  </a:lnTo>
                  <a:lnTo>
                    <a:pt x="1095458" y="694719"/>
                  </a:lnTo>
                  <a:cubicBezTo>
                    <a:pt x="1104576" y="694719"/>
                    <a:pt x="1111445" y="683914"/>
                    <a:pt x="1115381" y="678136"/>
                  </a:cubicBezTo>
                  <a:lnTo>
                    <a:pt x="1115381" y="664891"/>
                  </a:lnTo>
                  <a:cubicBezTo>
                    <a:pt x="1105419" y="659562"/>
                    <a:pt x="1083809" y="645917"/>
                    <a:pt x="1072260" y="644971"/>
                  </a:cubicBezTo>
                  <a:lnTo>
                    <a:pt x="1065391" y="618529"/>
                  </a:lnTo>
                  <a:cubicBezTo>
                    <a:pt x="1076397" y="612802"/>
                    <a:pt x="1074791" y="610860"/>
                    <a:pt x="1085295" y="605183"/>
                  </a:cubicBezTo>
                  <a:lnTo>
                    <a:pt x="1105219" y="605183"/>
                  </a:lnTo>
                  <a:lnTo>
                    <a:pt x="1108854" y="598757"/>
                  </a:lnTo>
                  <a:cubicBezTo>
                    <a:pt x="1103873" y="577544"/>
                    <a:pt x="1072059" y="569676"/>
                    <a:pt x="1072059" y="552146"/>
                  </a:cubicBezTo>
                  <a:cubicBezTo>
                    <a:pt x="1072059" y="546768"/>
                    <a:pt x="1093730" y="536262"/>
                    <a:pt x="1101242" y="524906"/>
                  </a:cubicBezTo>
                  <a:cubicBezTo>
                    <a:pt x="1108773" y="513553"/>
                    <a:pt x="1112308" y="500805"/>
                    <a:pt x="1118474" y="489152"/>
                  </a:cubicBezTo>
                  <a:cubicBezTo>
                    <a:pt x="1148360" y="488454"/>
                    <a:pt x="1233638" y="458128"/>
                    <a:pt x="1228054" y="519031"/>
                  </a:cubicBezTo>
                  <a:lnTo>
                    <a:pt x="1223917" y="561857"/>
                  </a:lnTo>
                  <a:lnTo>
                    <a:pt x="1224821" y="621615"/>
                  </a:lnTo>
                  <a:lnTo>
                    <a:pt x="1224821" y="628240"/>
                  </a:lnTo>
                  <a:cubicBezTo>
                    <a:pt x="1222431" y="632820"/>
                    <a:pt x="1214859" y="645967"/>
                    <a:pt x="1214859" y="651445"/>
                  </a:cubicBezTo>
                  <a:cubicBezTo>
                    <a:pt x="1214859" y="679034"/>
                    <a:pt x="1224821" y="671962"/>
                    <a:pt x="1217591" y="707270"/>
                  </a:cubicBezTo>
                  <a:cubicBezTo>
                    <a:pt x="1214257" y="723802"/>
                    <a:pt x="1209035" y="739887"/>
                    <a:pt x="1204897" y="757566"/>
                  </a:cubicBezTo>
                  <a:lnTo>
                    <a:pt x="1194935" y="760702"/>
                  </a:lnTo>
                  <a:lnTo>
                    <a:pt x="1188348" y="760702"/>
                  </a:lnTo>
                  <a:lnTo>
                    <a:pt x="1165150" y="760702"/>
                  </a:lnTo>
                  <a:cubicBezTo>
                    <a:pt x="1159708" y="760702"/>
                    <a:pt x="1155189" y="762694"/>
                    <a:pt x="1155189" y="767327"/>
                  </a:cubicBezTo>
                  <a:cubicBezTo>
                    <a:pt x="1155189" y="790183"/>
                    <a:pt x="1175112" y="805820"/>
                    <a:pt x="1175112" y="813738"/>
                  </a:cubicBezTo>
                  <a:lnTo>
                    <a:pt x="1175112" y="823698"/>
                  </a:lnTo>
                  <a:cubicBezTo>
                    <a:pt x="1180093" y="833658"/>
                    <a:pt x="1195377" y="853578"/>
                    <a:pt x="1208231" y="853578"/>
                  </a:cubicBezTo>
                  <a:lnTo>
                    <a:pt x="1231489" y="853578"/>
                  </a:lnTo>
                  <a:cubicBezTo>
                    <a:pt x="1267299" y="834654"/>
                    <a:pt x="1269991" y="820511"/>
                    <a:pt x="1284934" y="781020"/>
                  </a:cubicBezTo>
                  <a:cubicBezTo>
                    <a:pt x="1296080" y="751441"/>
                    <a:pt x="1314417" y="726242"/>
                    <a:pt x="1314417" y="684462"/>
                  </a:cubicBezTo>
                  <a:lnTo>
                    <a:pt x="1314417" y="671413"/>
                  </a:lnTo>
                  <a:cubicBezTo>
                    <a:pt x="1314417" y="643875"/>
                    <a:pt x="1318113" y="621366"/>
                    <a:pt x="1321045" y="595173"/>
                  </a:cubicBezTo>
                  <a:cubicBezTo>
                    <a:pt x="1324540" y="563550"/>
                    <a:pt x="1321045" y="553043"/>
                    <a:pt x="1321045" y="518882"/>
                  </a:cubicBezTo>
                  <a:lnTo>
                    <a:pt x="1321045" y="472220"/>
                  </a:lnTo>
                  <a:cubicBezTo>
                    <a:pt x="1321045" y="430340"/>
                    <a:pt x="1274630" y="416745"/>
                    <a:pt x="1231389" y="419135"/>
                  </a:cubicBezTo>
                  <a:lnTo>
                    <a:pt x="1148500" y="423418"/>
                  </a:lnTo>
                  <a:cubicBezTo>
                    <a:pt x="1107870" y="424711"/>
                    <a:pt x="1076538" y="435718"/>
                    <a:pt x="1025725" y="435718"/>
                  </a:cubicBezTo>
                  <a:lnTo>
                    <a:pt x="965974" y="438605"/>
                  </a:lnTo>
                  <a:cubicBezTo>
                    <a:pt x="969549" y="425609"/>
                    <a:pt x="994795" y="403249"/>
                    <a:pt x="1005821" y="395930"/>
                  </a:cubicBezTo>
                  <a:lnTo>
                    <a:pt x="1005821" y="389305"/>
                  </a:lnTo>
                  <a:lnTo>
                    <a:pt x="1022993" y="366497"/>
                  </a:lnTo>
                  <a:lnTo>
                    <a:pt x="1029018" y="366100"/>
                  </a:lnTo>
                  <a:lnTo>
                    <a:pt x="1072100" y="366100"/>
                  </a:lnTo>
                  <a:lnTo>
                    <a:pt x="1108613" y="349565"/>
                  </a:lnTo>
                  <a:lnTo>
                    <a:pt x="1131830" y="349565"/>
                  </a:lnTo>
                  <a:cubicBezTo>
                    <a:pt x="1139844" y="349565"/>
                    <a:pt x="1158382" y="331091"/>
                    <a:pt x="1158382" y="323024"/>
                  </a:cubicBezTo>
                  <a:cubicBezTo>
                    <a:pt x="1158382" y="297825"/>
                    <a:pt x="1148420" y="288564"/>
                    <a:pt x="1131830" y="279897"/>
                  </a:cubicBezTo>
                  <a:lnTo>
                    <a:pt x="1105279" y="279897"/>
                  </a:lnTo>
                  <a:cubicBezTo>
                    <a:pt x="1087986" y="279897"/>
                    <a:pt x="1101041" y="259979"/>
                    <a:pt x="1088689" y="259979"/>
                  </a:cubicBezTo>
                  <a:cubicBezTo>
                    <a:pt x="1081660" y="259979"/>
                    <a:pt x="1084351" y="261124"/>
                    <a:pt x="1075433" y="263266"/>
                  </a:cubicBezTo>
                  <a:lnTo>
                    <a:pt x="1064528" y="286172"/>
                  </a:lnTo>
                  <a:cubicBezTo>
                    <a:pt x="1057920" y="284628"/>
                    <a:pt x="1055369" y="285825"/>
                    <a:pt x="1055369" y="276662"/>
                  </a:cubicBezTo>
                  <a:lnTo>
                    <a:pt x="1055369" y="273325"/>
                  </a:lnTo>
                  <a:cubicBezTo>
                    <a:pt x="1055369" y="255248"/>
                    <a:pt x="1062037" y="254949"/>
                    <a:pt x="1062037" y="236872"/>
                  </a:cubicBezTo>
                  <a:lnTo>
                    <a:pt x="1062037" y="157194"/>
                  </a:lnTo>
                  <a:cubicBezTo>
                    <a:pt x="1050288" y="134984"/>
                    <a:pt x="1038739" y="130651"/>
                    <a:pt x="1018916" y="117355"/>
                  </a:cubicBezTo>
                  <a:cubicBezTo>
                    <a:pt x="998631" y="122086"/>
                    <a:pt x="1002266" y="127315"/>
                    <a:pt x="989030" y="130651"/>
                  </a:cubicBezTo>
                  <a:cubicBezTo>
                    <a:pt x="987725" y="146738"/>
                    <a:pt x="982443" y="151418"/>
                    <a:pt x="982443" y="170491"/>
                  </a:cubicBezTo>
                  <a:lnTo>
                    <a:pt x="982443" y="206944"/>
                  </a:lnTo>
                  <a:cubicBezTo>
                    <a:pt x="982443" y="221882"/>
                    <a:pt x="974329" y="240258"/>
                    <a:pt x="969147" y="250069"/>
                  </a:cubicBezTo>
                  <a:lnTo>
                    <a:pt x="969147" y="279947"/>
                  </a:lnTo>
                  <a:cubicBezTo>
                    <a:pt x="965371" y="287168"/>
                    <a:pt x="963383" y="296530"/>
                    <a:pt x="952578" y="296530"/>
                  </a:cubicBezTo>
                  <a:lnTo>
                    <a:pt x="909436" y="296530"/>
                  </a:lnTo>
                  <a:cubicBezTo>
                    <a:pt x="902306" y="300365"/>
                    <a:pt x="892907" y="302307"/>
                    <a:pt x="892907" y="313115"/>
                  </a:cubicBezTo>
                  <a:lnTo>
                    <a:pt x="892907" y="323073"/>
                  </a:lnTo>
                  <a:cubicBezTo>
                    <a:pt x="892907" y="338908"/>
                    <a:pt x="935988" y="359178"/>
                    <a:pt x="935988" y="369485"/>
                  </a:cubicBezTo>
                  <a:cubicBezTo>
                    <a:pt x="935988" y="397522"/>
                    <a:pt x="878607" y="492189"/>
                    <a:pt x="859727" y="492189"/>
                  </a:cubicBezTo>
                  <a:cubicBezTo>
                    <a:pt x="855048" y="492189"/>
                    <a:pt x="853100" y="487658"/>
                    <a:pt x="853100" y="482229"/>
                  </a:cubicBezTo>
                  <a:lnTo>
                    <a:pt x="853100" y="478943"/>
                  </a:lnTo>
                  <a:cubicBezTo>
                    <a:pt x="853100" y="471275"/>
                    <a:pt x="850770" y="468983"/>
                    <a:pt x="843138" y="468983"/>
                  </a:cubicBezTo>
                  <a:lnTo>
                    <a:pt x="836510" y="468983"/>
                  </a:lnTo>
                  <a:cubicBezTo>
                    <a:pt x="817731" y="468983"/>
                    <a:pt x="796663" y="523412"/>
                    <a:pt x="796663" y="548662"/>
                  </a:cubicBezTo>
                  <a:cubicBezTo>
                    <a:pt x="796663" y="579138"/>
                    <a:pt x="781720" y="606079"/>
                    <a:pt x="780033" y="631575"/>
                  </a:cubicBezTo>
                  <a:lnTo>
                    <a:pt x="776156" y="704480"/>
                  </a:lnTo>
                  <a:lnTo>
                    <a:pt x="776739" y="727736"/>
                  </a:lnTo>
                  <a:lnTo>
                    <a:pt x="772561" y="807414"/>
                  </a:lnTo>
                  <a:cubicBezTo>
                    <a:pt x="772019" y="830919"/>
                    <a:pt x="792043" y="850092"/>
                    <a:pt x="796663" y="867172"/>
                  </a:cubicBezTo>
                  <a:lnTo>
                    <a:pt x="809918" y="867172"/>
                  </a:lnTo>
                  <a:cubicBezTo>
                    <a:pt x="847717" y="867172"/>
                    <a:pt x="856333" y="826288"/>
                    <a:pt x="856333" y="787494"/>
                  </a:cubicBezTo>
                  <a:lnTo>
                    <a:pt x="856333" y="664642"/>
                  </a:lnTo>
                  <a:lnTo>
                    <a:pt x="855349" y="588349"/>
                  </a:lnTo>
                  <a:lnTo>
                    <a:pt x="856393" y="512109"/>
                  </a:lnTo>
                  <a:lnTo>
                    <a:pt x="866355" y="512109"/>
                  </a:lnTo>
                  <a:cubicBezTo>
                    <a:pt x="884331" y="512109"/>
                    <a:pt x="884190" y="505884"/>
                    <a:pt x="902808" y="505486"/>
                  </a:cubicBezTo>
                  <a:close/>
                  <a:moveTo>
                    <a:pt x="1008994" y="535364"/>
                  </a:moveTo>
                  <a:lnTo>
                    <a:pt x="1008994" y="525404"/>
                  </a:lnTo>
                  <a:cubicBezTo>
                    <a:pt x="1008994" y="504739"/>
                    <a:pt x="977864" y="510016"/>
                    <a:pt x="975835" y="485566"/>
                  </a:cubicBezTo>
                  <a:lnTo>
                    <a:pt x="1012288" y="485566"/>
                  </a:lnTo>
                  <a:lnTo>
                    <a:pt x="1012288" y="492138"/>
                  </a:lnTo>
                  <a:lnTo>
                    <a:pt x="1022250" y="492138"/>
                  </a:lnTo>
                  <a:cubicBezTo>
                    <a:pt x="1028617" y="492138"/>
                    <a:pt x="1028135" y="491094"/>
                    <a:pt x="1032212" y="488853"/>
                  </a:cubicBezTo>
                  <a:cubicBezTo>
                    <a:pt x="1036791" y="495675"/>
                    <a:pt x="1042174" y="497418"/>
                    <a:pt x="1042174" y="505436"/>
                  </a:cubicBezTo>
                  <a:lnTo>
                    <a:pt x="1042174" y="512059"/>
                  </a:lnTo>
                  <a:cubicBezTo>
                    <a:pt x="1035245" y="525105"/>
                    <a:pt x="1031770" y="537605"/>
                    <a:pt x="1015622" y="541939"/>
                  </a:cubicBezTo>
                  <a:cubicBezTo>
                    <a:pt x="1015020" y="549507"/>
                    <a:pt x="1012590" y="561857"/>
                    <a:pt x="1005660" y="561857"/>
                  </a:cubicBezTo>
                  <a:cubicBezTo>
                    <a:pt x="1000981" y="561857"/>
                    <a:pt x="999033" y="557327"/>
                    <a:pt x="999033" y="551897"/>
                  </a:cubicBezTo>
                  <a:cubicBezTo>
                    <a:pt x="999033" y="545324"/>
                    <a:pt x="1008994" y="546919"/>
                    <a:pt x="1008994" y="535314"/>
                  </a:cubicBezTo>
                  <a:close/>
                  <a:moveTo>
                    <a:pt x="136972" y="379994"/>
                  </a:moveTo>
                  <a:lnTo>
                    <a:pt x="136972" y="386616"/>
                  </a:lnTo>
                  <a:lnTo>
                    <a:pt x="170091" y="443037"/>
                  </a:lnTo>
                  <a:cubicBezTo>
                    <a:pt x="173083" y="446573"/>
                    <a:pt x="166154" y="446324"/>
                    <a:pt x="180053" y="446324"/>
                  </a:cubicBezTo>
                  <a:lnTo>
                    <a:pt x="186680" y="446324"/>
                  </a:lnTo>
                  <a:cubicBezTo>
                    <a:pt x="199836" y="439402"/>
                    <a:pt x="226528" y="424812"/>
                    <a:pt x="226528" y="406486"/>
                  </a:cubicBezTo>
                  <a:cubicBezTo>
                    <a:pt x="226528" y="383628"/>
                    <a:pt x="201081" y="377204"/>
                    <a:pt x="193348" y="366648"/>
                  </a:cubicBezTo>
                  <a:cubicBezTo>
                    <a:pt x="177803" y="365353"/>
                    <a:pt x="176960" y="360023"/>
                    <a:pt x="160229" y="360023"/>
                  </a:cubicBezTo>
                  <a:lnTo>
                    <a:pt x="150267" y="360023"/>
                  </a:lnTo>
                  <a:lnTo>
                    <a:pt x="137072" y="366796"/>
                  </a:lnTo>
                  <a:lnTo>
                    <a:pt x="137072" y="379893"/>
                  </a:lnTo>
                  <a:close/>
                  <a:moveTo>
                    <a:pt x="372220" y="147882"/>
                  </a:moveTo>
                  <a:lnTo>
                    <a:pt x="382182" y="147882"/>
                  </a:lnTo>
                  <a:lnTo>
                    <a:pt x="382182" y="187720"/>
                  </a:lnTo>
                  <a:cubicBezTo>
                    <a:pt x="382182" y="209134"/>
                    <a:pt x="376799" y="225119"/>
                    <a:pt x="372802" y="241354"/>
                  </a:cubicBezTo>
                  <a:cubicBezTo>
                    <a:pt x="364447" y="275367"/>
                    <a:pt x="366978" y="258832"/>
                    <a:pt x="342374" y="270636"/>
                  </a:cubicBezTo>
                  <a:lnTo>
                    <a:pt x="342374" y="254053"/>
                  </a:lnTo>
                  <a:cubicBezTo>
                    <a:pt x="342374" y="236723"/>
                    <a:pt x="349002" y="234880"/>
                    <a:pt x="349002" y="220886"/>
                  </a:cubicBezTo>
                  <a:cubicBezTo>
                    <a:pt x="349002" y="216604"/>
                    <a:pt x="344021" y="204054"/>
                    <a:pt x="342374" y="197680"/>
                  </a:cubicBezTo>
                  <a:lnTo>
                    <a:pt x="326146" y="187172"/>
                  </a:lnTo>
                  <a:lnTo>
                    <a:pt x="319157" y="187720"/>
                  </a:lnTo>
                  <a:cubicBezTo>
                    <a:pt x="309496" y="187720"/>
                    <a:pt x="307066" y="194692"/>
                    <a:pt x="295959" y="197680"/>
                  </a:cubicBezTo>
                  <a:lnTo>
                    <a:pt x="295959" y="244093"/>
                  </a:lnTo>
                  <a:cubicBezTo>
                    <a:pt x="295959" y="250665"/>
                    <a:pt x="281519" y="263563"/>
                    <a:pt x="276036" y="273971"/>
                  </a:cubicBezTo>
                  <a:lnTo>
                    <a:pt x="276036" y="293891"/>
                  </a:lnTo>
                  <a:cubicBezTo>
                    <a:pt x="276016" y="300665"/>
                    <a:pt x="274911" y="307392"/>
                    <a:pt x="272742" y="313811"/>
                  </a:cubicBezTo>
                  <a:cubicBezTo>
                    <a:pt x="280515" y="328749"/>
                    <a:pt x="274630" y="322625"/>
                    <a:pt x="289271" y="330394"/>
                  </a:cubicBezTo>
                  <a:lnTo>
                    <a:pt x="299233" y="330394"/>
                  </a:lnTo>
                  <a:lnTo>
                    <a:pt x="342334" y="322824"/>
                  </a:lnTo>
                  <a:cubicBezTo>
                    <a:pt x="339382" y="359824"/>
                    <a:pt x="316767" y="370531"/>
                    <a:pt x="302487" y="389853"/>
                  </a:cubicBezTo>
                  <a:lnTo>
                    <a:pt x="298550" y="422920"/>
                  </a:lnTo>
                  <a:cubicBezTo>
                    <a:pt x="300157" y="426111"/>
                    <a:pt x="301483" y="429442"/>
                    <a:pt x="302487" y="432880"/>
                  </a:cubicBezTo>
                  <a:lnTo>
                    <a:pt x="315722" y="432880"/>
                  </a:lnTo>
                  <a:cubicBezTo>
                    <a:pt x="332372" y="432880"/>
                    <a:pt x="354425" y="411217"/>
                    <a:pt x="375493" y="406337"/>
                  </a:cubicBezTo>
                  <a:cubicBezTo>
                    <a:pt x="379490" y="423318"/>
                    <a:pt x="398108" y="460666"/>
                    <a:pt x="415341" y="462708"/>
                  </a:cubicBezTo>
                  <a:lnTo>
                    <a:pt x="488167" y="470477"/>
                  </a:lnTo>
                  <a:lnTo>
                    <a:pt x="504897" y="469331"/>
                  </a:lnTo>
                  <a:cubicBezTo>
                    <a:pt x="535084" y="469331"/>
                    <a:pt x="562218" y="441296"/>
                    <a:pt x="574630" y="422920"/>
                  </a:cubicBezTo>
                  <a:cubicBezTo>
                    <a:pt x="563081" y="398767"/>
                    <a:pt x="566998" y="401307"/>
                    <a:pt x="544744" y="386417"/>
                  </a:cubicBezTo>
                  <a:lnTo>
                    <a:pt x="544744" y="379795"/>
                  </a:lnTo>
                  <a:cubicBezTo>
                    <a:pt x="544744" y="370383"/>
                    <a:pt x="538117" y="356587"/>
                    <a:pt x="531489" y="356587"/>
                  </a:cubicBezTo>
                  <a:cubicBezTo>
                    <a:pt x="519498" y="356587"/>
                    <a:pt x="517389" y="389405"/>
                    <a:pt x="491641" y="403000"/>
                  </a:cubicBezTo>
                  <a:lnTo>
                    <a:pt x="484973" y="403000"/>
                  </a:lnTo>
                  <a:lnTo>
                    <a:pt x="461716" y="405938"/>
                  </a:lnTo>
                  <a:lnTo>
                    <a:pt x="441792" y="402203"/>
                  </a:lnTo>
                  <a:cubicBezTo>
                    <a:pt x="434722" y="377305"/>
                    <a:pt x="421868" y="373321"/>
                    <a:pt x="421868" y="333382"/>
                  </a:cubicBezTo>
                  <a:lnTo>
                    <a:pt x="421868" y="330045"/>
                  </a:lnTo>
                  <a:cubicBezTo>
                    <a:pt x="421868" y="312964"/>
                    <a:pt x="473626" y="295187"/>
                    <a:pt x="491601" y="293592"/>
                  </a:cubicBezTo>
                  <a:cubicBezTo>
                    <a:pt x="492746" y="279947"/>
                    <a:pt x="494895" y="286172"/>
                    <a:pt x="494895" y="273674"/>
                  </a:cubicBezTo>
                  <a:cubicBezTo>
                    <a:pt x="494895" y="255447"/>
                    <a:pt x="463403" y="229553"/>
                    <a:pt x="458382" y="210679"/>
                  </a:cubicBezTo>
                  <a:lnTo>
                    <a:pt x="448420" y="210679"/>
                  </a:lnTo>
                  <a:lnTo>
                    <a:pt x="440145" y="246832"/>
                  </a:lnTo>
                  <a:lnTo>
                    <a:pt x="435164" y="247179"/>
                  </a:lnTo>
                  <a:lnTo>
                    <a:pt x="435164" y="233884"/>
                  </a:lnTo>
                  <a:lnTo>
                    <a:pt x="442796" y="177662"/>
                  </a:lnTo>
                  <a:lnTo>
                    <a:pt x="441792" y="170889"/>
                  </a:lnTo>
                  <a:cubicBezTo>
                    <a:pt x="438297" y="164364"/>
                    <a:pt x="435164" y="160929"/>
                    <a:pt x="435164" y="150971"/>
                  </a:cubicBezTo>
                  <a:cubicBezTo>
                    <a:pt x="435164" y="143649"/>
                    <a:pt x="456534" y="141011"/>
                    <a:pt x="465050" y="141011"/>
                  </a:cubicBezTo>
                  <a:cubicBezTo>
                    <a:pt x="471075" y="141011"/>
                    <a:pt x="491601" y="126518"/>
                    <a:pt x="491601" y="117753"/>
                  </a:cubicBezTo>
                  <a:cubicBezTo>
                    <a:pt x="491601" y="103512"/>
                    <a:pt x="487705" y="99827"/>
                    <a:pt x="484933" y="87875"/>
                  </a:cubicBezTo>
                  <a:lnTo>
                    <a:pt x="441933" y="84090"/>
                  </a:lnTo>
                  <a:lnTo>
                    <a:pt x="395518" y="80704"/>
                  </a:lnTo>
                  <a:cubicBezTo>
                    <a:pt x="391179" y="81252"/>
                    <a:pt x="384270" y="91758"/>
                    <a:pt x="382182" y="94797"/>
                  </a:cubicBezTo>
                  <a:lnTo>
                    <a:pt x="375554" y="94797"/>
                  </a:lnTo>
                  <a:lnTo>
                    <a:pt x="345668" y="99030"/>
                  </a:lnTo>
                  <a:lnTo>
                    <a:pt x="342234" y="98134"/>
                  </a:lnTo>
                  <a:lnTo>
                    <a:pt x="305720" y="95295"/>
                  </a:lnTo>
                  <a:cubicBezTo>
                    <a:pt x="293609" y="93552"/>
                    <a:pt x="294915" y="97138"/>
                    <a:pt x="282503" y="98134"/>
                  </a:cubicBezTo>
                  <a:cubicBezTo>
                    <a:pt x="282503" y="146139"/>
                    <a:pt x="323053" y="147932"/>
                    <a:pt x="372160" y="147932"/>
                  </a:cubicBezTo>
                  <a:close/>
                  <a:moveTo>
                    <a:pt x="133638" y="456284"/>
                  </a:moveTo>
                  <a:cubicBezTo>
                    <a:pt x="123676" y="471224"/>
                    <a:pt x="108733" y="482229"/>
                    <a:pt x="95879" y="501402"/>
                  </a:cubicBezTo>
                  <a:cubicBezTo>
                    <a:pt x="86821" y="515047"/>
                    <a:pt x="69870" y="542485"/>
                    <a:pt x="50709" y="542485"/>
                  </a:cubicBezTo>
                  <a:cubicBezTo>
                    <a:pt x="31529" y="542485"/>
                    <a:pt x="15039" y="513454"/>
                    <a:pt x="7628" y="499410"/>
                  </a:cubicBezTo>
                  <a:lnTo>
                    <a:pt x="7628" y="476154"/>
                  </a:lnTo>
                  <a:lnTo>
                    <a:pt x="8010" y="469730"/>
                  </a:lnTo>
                  <a:lnTo>
                    <a:pt x="27090" y="423169"/>
                  </a:lnTo>
                  <a:lnTo>
                    <a:pt x="24158" y="399912"/>
                  </a:lnTo>
                  <a:lnTo>
                    <a:pt x="23013" y="363310"/>
                  </a:lnTo>
                  <a:lnTo>
                    <a:pt x="30283" y="254003"/>
                  </a:lnTo>
                  <a:lnTo>
                    <a:pt x="30826" y="181048"/>
                  </a:lnTo>
                  <a:lnTo>
                    <a:pt x="30283" y="174624"/>
                  </a:lnTo>
                  <a:lnTo>
                    <a:pt x="24158" y="154704"/>
                  </a:lnTo>
                  <a:lnTo>
                    <a:pt x="34120" y="154704"/>
                  </a:lnTo>
                  <a:cubicBezTo>
                    <a:pt x="54043" y="154704"/>
                    <a:pt x="57036" y="158190"/>
                    <a:pt x="64005" y="171288"/>
                  </a:cubicBezTo>
                  <a:lnTo>
                    <a:pt x="64005" y="181246"/>
                  </a:lnTo>
                  <a:cubicBezTo>
                    <a:pt x="63945" y="188750"/>
                    <a:pt x="69890" y="194923"/>
                    <a:pt x="77402" y="195140"/>
                  </a:cubicBezTo>
                  <a:lnTo>
                    <a:pt x="130344" y="187871"/>
                  </a:lnTo>
                  <a:lnTo>
                    <a:pt x="136911" y="187871"/>
                  </a:lnTo>
                  <a:lnTo>
                    <a:pt x="146873" y="184732"/>
                  </a:lnTo>
                  <a:lnTo>
                    <a:pt x="146873" y="156995"/>
                  </a:lnTo>
                  <a:lnTo>
                    <a:pt x="100519" y="161129"/>
                  </a:lnTo>
                  <a:cubicBezTo>
                    <a:pt x="87966" y="162374"/>
                    <a:pt x="63704" y="146189"/>
                    <a:pt x="54084" y="141209"/>
                  </a:cubicBezTo>
                  <a:lnTo>
                    <a:pt x="47456" y="141209"/>
                  </a:lnTo>
                  <a:lnTo>
                    <a:pt x="40687" y="141906"/>
                  </a:lnTo>
                  <a:lnTo>
                    <a:pt x="10802" y="137872"/>
                  </a:lnTo>
                  <a:cubicBezTo>
                    <a:pt x="7729" y="124526"/>
                    <a:pt x="840" y="121339"/>
                    <a:pt x="840" y="107994"/>
                  </a:cubicBezTo>
                  <a:lnTo>
                    <a:pt x="1101" y="88722"/>
                  </a:lnTo>
                  <a:lnTo>
                    <a:pt x="10802" y="84786"/>
                  </a:lnTo>
                  <a:lnTo>
                    <a:pt x="17430" y="84489"/>
                  </a:lnTo>
                  <a:lnTo>
                    <a:pt x="50609" y="81451"/>
                  </a:lnTo>
                  <a:lnTo>
                    <a:pt x="103752" y="81451"/>
                  </a:lnTo>
                  <a:cubicBezTo>
                    <a:pt x="120984" y="81451"/>
                    <a:pt x="141892" y="70993"/>
                    <a:pt x="153561" y="64868"/>
                  </a:cubicBezTo>
                  <a:lnTo>
                    <a:pt x="200016" y="64868"/>
                  </a:lnTo>
                  <a:cubicBezTo>
                    <a:pt x="220302" y="75624"/>
                    <a:pt x="219498" y="78413"/>
                    <a:pt x="229902" y="98034"/>
                  </a:cubicBezTo>
                  <a:lnTo>
                    <a:pt x="229902" y="104656"/>
                  </a:lnTo>
                  <a:lnTo>
                    <a:pt x="227411" y="144497"/>
                  </a:lnTo>
                  <a:lnTo>
                    <a:pt x="230002" y="200917"/>
                  </a:lnTo>
                  <a:lnTo>
                    <a:pt x="230002" y="230798"/>
                  </a:lnTo>
                  <a:cubicBezTo>
                    <a:pt x="221446" y="246981"/>
                    <a:pt x="221748" y="254302"/>
                    <a:pt x="216265" y="273425"/>
                  </a:cubicBezTo>
                  <a:cubicBezTo>
                    <a:pt x="212429" y="287020"/>
                    <a:pt x="201724" y="291600"/>
                    <a:pt x="193509" y="307038"/>
                  </a:cubicBezTo>
                  <a:lnTo>
                    <a:pt x="193509" y="316998"/>
                  </a:lnTo>
                  <a:cubicBezTo>
                    <a:pt x="183989" y="328002"/>
                    <a:pt x="179008" y="336370"/>
                    <a:pt x="161675" y="341499"/>
                  </a:cubicBezTo>
                  <a:cubicBezTo>
                    <a:pt x="153160" y="344039"/>
                    <a:pt x="117992" y="356786"/>
                    <a:pt x="117249" y="356786"/>
                  </a:cubicBezTo>
                  <a:cubicBezTo>
                    <a:pt x="98410" y="356786"/>
                    <a:pt x="98309" y="350164"/>
                    <a:pt x="74168" y="350164"/>
                  </a:cubicBezTo>
                  <a:lnTo>
                    <a:pt x="74168" y="433079"/>
                  </a:lnTo>
                  <a:cubicBezTo>
                    <a:pt x="98510" y="432531"/>
                    <a:pt x="104455" y="412014"/>
                    <a:pt x="128958" y="410918"/>
                  </a:cubicBezTo>
                  <a:lnTo>
                    <a:pt x="140366" y="426406"/>
                  </a:lnTo>
                  <a:lnTo>
                    <a:pt x="133738" y="456284"/>
                  </a:lnTo>
                  <a:close/>
                  <a:moveTo>
                    <a:pt x="117048" y="254003"/>
                  </a:moveTo>
                  <a:lnTo>
                    <a:pt x="93830" y="254003"/>
                  </a:lnTo>
                  <a:cubicBezTo>
                    <a:pt x="81137" y="254003"/>
                    <a:pt x="92645" y="254999"/>
                    <a:pt x="83186" y="250416"/>
                  </a:cubicBezTo>
                  <a:lnTo>
                    <a:pt x="74067" y="277160"/>
                  </a:lnTo>
                  <a:lnTo>
                    <a:pt x="77241" y="297078"/>
                  </a:lnTo>
                  <a:cubicBezTo>
                    <a:pt x="81278" y="294837"/>
                    <a:pt x="80796" y="293791"/>
                    <a:pt x="87203" y="293791"/>
                  </a:cubicBezTo>
                  <a:cubicBezTo>
                    <a:pt x="103150" y="293791"/>
                    <a:pt x="143640" y="286919"/>
                    <a:pt x="143640" y="270586"/>
                  </a:cubicBezTo>
                  <a:lnTo>
                    <a:pt x="143640" y="247380"/>
                  </a:lnTo>
                  <a:cubicBezTo>
                    <a:pt x="129099" y="247380"/>
                    <a:pt x="125965" y="248673"/>
                    <a:pt x="117088" y="254003"/>
                  </a:cubicBezTo>
                  <a:close/>
                  <a:moveTo>
                    <a:pt x="302788" y="721561"/>
                  </a:moveTo>
                  <a:lnTo>
                    <a:pt x="306363" y="715087"/>
                  </a:lnTo>
                  <a:lnTo>
                    <a:pt x="296401" y="694870"/>
                  </a:lnTo>
                  <a:lnTo>
                    <a:pt x="289533" y="694870"/>
                  </a:lnTo>
                  <a:lnTo>
                    <a:pt x="259647" y="690687"/>
                  </a:lnTo>
                  <a:lnTo>
                    <a:pt x="246251" y="691582"/>
                  </a:lnTo>
                  <a:lnTo>
                    <a:pt x="239623" y="691582"/>
                  </a:lnTo>
                  <a:cubicBezTo>
                    <a:pt x="230203" y="696562"/>
                    <a:pt x="227572" y="701193"/>
                    <a:pt x="213071" y="701543"/>
                  </a:cubicBezTo>
                  <a:cubicBezTo>
                    <a:pt x="210380" y="689988"/>
                    <a:pt x="206444" y="690388"/>
                    <a:pt x="206444" y="678335"/>
                  </a:cubicBezTo>
                  <a:lnTo>
                    <a:pt x="206444" y="645170"/>
                  </a:lnTo>
                  <a:cubicBezTo>
                    <a:pt x="215823" y="645967"/>
                    <a:pt x="219699" y="645170"/>
                    <a:pt x="219699" y="655130"/>
                  </a:cubicBezTo>
                  <a:lnTo>
                    <a:pt x="219699" y="668377"/>
                  </a:lnTo>
                  <a:lnTo>
                    <a:pt x="223636" y="678335"/>
                  </a:lnTo>
                  <a:lnTo>
                    <a:pt x="249585" y="678335"/>
                  </a:lnTo>
                  <a:lnTo>
                    <a:pt x="252678" y="668377"/>
                  </a:lnTo>
                  <a:lnTo>
                    <a:pt x="272601" y="668377"/>
                  </a:lnTo>
                  <a:lnTo>
                    <a:pt x="307468" y="640290"/>
                  </a:lnTo>
                  <a:lnTo>
                    <a:pt x="308854" y="621965"/>
                  </a:lnTo>
                  <a:cubicBezTo>
                    <a:pt x="308854" y="609912"/>
                    <a:pt x="304917" y="610362"/>
                    <a:pt x="302226" y="598757"/>
                  </a:cubicBezTo>
                  <a:lnTo>
                    <a:pt x="282302" y="598757"/>
                  </a:lnTo>
                  <a:cubicBezTo>
                    <a:pt x="272340" y="603488"/>
                    <a:pt x="252919" y="612004"/>
                    <a:pt x="239221" y="612004"/>
                  </a:cubicBezTo>
                  <a:lnTo>
                    <a:pt x="225925" y="612004"/>
                  </a:lnTo>
                  <a:lnTo>
                    <a:pt x="212770" y="618876"/>
                  </a:lnTo>
                  <a:lnTo>
                    <a:pt x="206062" y="618876"/>
                  </a:lnTo>
                  <a:cubicBezTo>
                    <a:pt x="197888" y="618876"/>
                    <a:pt x="196743" y="616537"/>
                    <a:pt x="196100" y="608916"/>
                  </a:cubicBezTo>
                  <a:lnTo>
                    <a:pt x="191862" y="552596"/>
                  </a:lnTo>
                  <a:lnTo>
                    <a:pt x="192746" y="539298"/>
                  </a:lnTo>
                  <a:lnTo>
                    <a:pt x="215963" y="539298"/>
                  </a:lnTo>
                  <a:cubicBezTo>
                    <a:pt x="226327" y="539298"/>
                    <a:pt x="235184" y="545324"/>
                    <a:pt x="242515" y="549258"/>
                  </a:cubicBezTo>
                  <a:lnTo>
                    <a:pt x="302286" y="549258"/>
                  </a:lnTo>
                  <a:cubicBezTo>
                    <a:pt x="311685" y="554238"/>
                    <a:pt x="316667" y="553391"/>
                    <a:pt x="318876" y="565841"/>
                  </a:cubicBezTo>
                  <a:lnTo>
                    <a:pt x="332312" y="652043"/>
                  </a:lnTo>
                  <a:cubicBezTo>
                    <a:pt x="333115" y="657570"/>
                    <a:pt x="325483" y="677291"/>
                    <a:pt x="325483" y="691882"/>
                  </a:cubicBezTo>
                  <a:lnTo>
                    <a:pt x="325483" y="711802"/>
                  </a:lnTo>
                  <a:cubicBezTo>
                    <a:pt x="325483" y="718226"/>
                    <a:pt x="326528" y="717728"/>
                    <a:pt x="328838" y="721760"/>
                  </a:cubicBezTo>
                  <a:lnTo>
                    <a:pt x="336309" y="734658"/>
                  </a:lnTo>
                  <a:lnTo>
                    <a:pt x="348701" y="735007"/>
                  </a:lnTo>
                  <a:cubicBezTo>
                    <a:pt x="379631" y="735007"/>
                    <a:pt x="408472" y="694470"/>
                    <a:pt x="408472" y="662052"/>
                  </a:cubicBezTo>
                  <a:lnTo>
                    <a:pt x="408472" y="628937"/>
                  </a:lnTo>
                  <a:cubicBezTo>
                    <a:pt x="408472" y="610810"/>
                    <a:pt x="415100" y="610510"/>
                    <a:pt x="415100" y="592434"/>
                  </a:cubicBezTo>
                  <a:lnTo>
                    <a:pt x="415100" y="555981"/>
                  </a:lnTo>
                  <a:lnTo>
                    <a:pt x="408271" y="542784"/>
                  </a:lnTo>
                  <a:lnTo>
                    <a:pt x="408271" y="536061"/>
                  </a:lnTo>
                  <a:lnTo>
                    <a:pt x="404134" y="509669"/>
                  </a:lnTo>
                  <a:lnTo>
                    <a:pt x="388347" y="502996"/>
                  </a:lnTo>
                  <a:lnTo>
                    <a:pt x="381720" y="502996"/>
                  </a:lnTo>
                  <a:cubicBezTo>
                    <a:pt x="365532" y="502996"/>
                    <a:pt x="350549" y="495028"/>
                    <a:pt x="328677" y="496371"/>
                  </a:cubicBezTo>
                  <a:lnTo>
                    <a:pt x="262378" y="500655"/>
                  </a:lnTo>
                  <a:lnTo>
                    <a:pt x="225825" y="499709"/>
                  </a:lnTo>
                  <a:lnTo>
                    <a:pt x="219197" y="499709"/>
                  </a:lnTo>
                  <a:lnTo>
                    <a:pt x="199273" y="509669"/>
                  </a:lnTo>
                  <a:lnTo>
                    <a:pt x="192505" y="509669"/>
                  </a:lnTo>
                  <a:cubicBezTo>
                    <a:pt x="185736" y="509649"/>
                    <a:pt x="179008" y="508538"/>
                    <a:pt x="172581" y="506382"/>
                  </a:cubicBezTo>
                  <a:lnTo>
                    <a:pt x="155951" y="512856"/>
                  </a:lnTo>
                  <a:lnTo>
                    <a:pt x="155951" y="536212"/>
                  </a:lnTo>
                  <a:lnTo>
                    <a:pt x="143097" y="558821"/>
                  </a:lnTo>
                  <a:lnTo>
                    <a:pt x="143539" y="565692"/>
                  </a:lnTo>
                  <a:lnTo>
                    <a:pt x="131830" y="655030"/>
                  </a:lnTo>
                  <a:lnTo>
                    <a:pt x="133577" y="691731"/>
                  </a:lnTo>
                  <a:cubicBezTo>
                    <a:pt x="133577" y="713842"/>
                    <a:pt x="143037" y="713693"/>
                    <a:pt x="143539" y="734808"/>
                  </a:cubicBezTo>
                  <a:cubicBezTo>
                    <a:pt x="151754" y="740335"/>
                    <a:pt x="155309" y="749746"/>
                    <a:pt x="166757" y="751391"/>
                  </a:cubicBezTo>
                  <a:lnTo>
                    <a:pt x="193248" y="754777"/>
                  </a:lnTo>
                  <a:cubicBezTo>
                    <a:pt x="200679" y="749797"/>
                    <a:pt x="204917" y="741431"/>
                    <a:pt x="213172" y="741431"/>
                  </a:cubicBezTo>
                  <a:lnTo>
                    <a:pt x="233095" y="741431"/>
                  </a:lnTo>
                  <a:cubicBezTo>
                    <a:pt x="264929" y="741431"/>
                    <a:pt x="275333" y="724848"/>
                    <a:pt x="282905" y="724848"/>
                  </a:cubicBezTo>
                  <a:lnTo>
                    <a:pt x="286239" y="724848"/>
                  </a:lnTo>
                  <a:cubicBezTo>
                    <a:pt x="295216" y="724848"/>
                    <a:pt x="295397" y="723304"/>
                    <a:pt x="302828" y="721561"/>
                  </a:cubicBezTo>
                  <a:close/>
                  <a:moveTo>
                    <a:pt x="395618" y="877430"/>
                  </a:moveTo>
                  <a:cubicBezTo>
                    <a:pt x="410320" y="869663"/>
                    <a:pt x="455389" y="853178"/>
                    <a:pt x="455389" y="834304"/>
                  </a:cubicBezTo>
                  <a:cubicBezTo>
                    <a:pt x="455389" y="823549"/>
                    <a:pt x="402045" y="805521"/>
                    <a:pt x="385656" y="807762"/>
                  </a:cubicBezTo>
                  <a:lnTo>
                    <a:pt x="355771" y="811995"/>
                  </a:lnTo>
                  <a:cubicBezTo>
                    <a:pt x="335847" y="813788"/>
                    <a:pt x="333899" y="804575"/>
                    <a:pt x="307950" y="809854"/>
                  </a:cubicBezTo>
                  <a:cubicBezTo>
                    <a:pt x="292003" y="813115"/>
                    <a:pt x="275735" y="814635"/>
                    <a:pt x="259446" y="814386"/>
                  </a:cubicBezTo>
                  <a:lnTo>
                    <a:pt x="156695" y="810053"/>
                  </a:lnTo>
                  <a:lnTo>
                    <a:pt x="120181" y="811099"/>
                  </a:lnTo>
                  <a:lnTo>
                    <a:pt x="113714" y="811099"/>
                  </a:lnTo>
                  <a:lnTo>
                    <a:pt x="87504" y="821905"/>
                  </a:lnTo>
                  <a:lnTo>
                    <a:pt x="84069" y="831067"/>
                  </a:lnTo>
                  <a:lnTo>
                    <a:pt x="84069" y="837642"/>
                  </a:lnTo>
                  <a:cubicBezTo>
                    <a:pt x="84069" y="855917"/>
                    <a:pt x="129400" y="890677"/>
                    <a:pt x="140446" y="890677"/>
                  </a:cubicBezTo>
                  <a:lnTo>
                    <a:pt x="143800" y="890677"/>
                  </a:lnTo>
                  <a:cubicBezTo>
                    <a:pt x="155951" y="890677"/>
                    <a:pt x="151473" y="880717"/>
                    <a:pt x="163724" y="880717"/>
                  </a:cubicBezTo>
                  <a:lnTo>
                    <a:pt x="170332" y="880717"/>
                  </a:lnTo>
                  <a:cubicBezTo>
                    <a:pt x="188910" y="880717"/>
                    <a:pt x="234039" y="876086"/>
                    <a:pt x="243318" y="877430"/>
                  </a:cubicBezTo>
                  <a:lnTo>
                    <a:pt x="296462" y="883805"/>
                  </a:lnTo>
                  <a:lnTo>
                    <a:pt x="303029" y="883805"/>
                  </a:lnTo>
                  <a:lnTo>
                    <a:pt x="316224" y="876982"/>
                  </a:lnTo>
                  <a:lnTo>
                    <a:pt x="322893" y="876982"/>
                  </a:lnTo>
                  <a:lnTo>
                    <a:pt x="395618" y="876982"/>
                  </a:lnTo>
                  <a:close/>
                  <a:moveTo>
                    <a:pt x="2571056" y="856614"/>
                  </a:moveTo>
                  <a:cubicBezTo>
                    <a:pt x="2566838" y="840529"/>
                    <a:pt x="2554486" y="814635"/>
                    <a:pt x="2554486" y="796856"/>
                  </a:cubicBezTo>
                  <a:lnTo>
                    <a:pt x="2554486" y="793520"/>
                  </a:lnTo>
                  <a:cubicBezTo>
                    <a:pt x="2554486" y="788093"/>
                    <a:pt x="2556474" y="783560"/>
                    <a:pt x="2561094" y="783560"/>
                  </a:cubicBezTo>
                  <a:cubicBezTo>
                    <a:pt x="2572100" y="783560"/>
                    <a:pt x="2579832" y="793520"/>
                    <a:pt x="2584512" y="799396"/>
                  </a:cubicBezTo>
                  <a:lnTo>
                    <a:pt x="2600941" y="803480"/>
                  </a:lnTo>
                  <a:cubicBezTo>
                    <a:pt x="2611265" y="788042"/>
                    <a:pt x="2634120" y="747905"/>
                    <a:pt x="2634120" y="723802"/>
                  </a:cubicBezTo>
                  <a:lnTo>
                    <a:pt x="2634864" y="713842"/>
                  </a:lnTo>
                  <a:lnTo>
                    <a:pt x="2630786" y="677490"/>
                  </a:lnTo>
                  <a:cubicBezTo>
                    <a:pt x="2620423" y="676642"/>
                    <a:pt x="2619017" y="674203"/>
                    <a:pt x="2607569" y="674203"/>
                  </a:cubicBezTo>
                  <a:cubicBezTo>
                    <a:pt x="2584753" y="674064"/>
                    <a:pt x="2562018" y="671170"/>
                    <a:pt x="2539885" y="665588"/>
                  </a:cubicBezTo>
                  <a:cubicBezTo>
                    <a:pt x="2527432" y="661953"/>
                    <a:pt x="2494815" y="645320"/>
                    <a:pt x="2494815" y="634364"/>
                  </a:cubicBezTo>
                  <a:cubicBezTo>
                    <a:pt x="2494815" y="623408"/>
                    <a:pt x="2497647" y="631874"/>
                    <a:pt x="2501785" y="619424"/>
                  </a:cubicBezTo>
                  <a:lnTo>
                    <a:pt x="2597607" y="604484"/>
                  </a:lnTo>
                  <a:lnTo>
                    <a:pt x="2620825" y="604484"/>
                  </a:lnTo>
                  <a:cubicBezTo>
                    <a:pt x="2626247" y="604484"/>
                    <a:pt x="2630786" y="602492"/>
                    <a:pt x="2630786" y="597862"/>
                  </a:cubicBezTo>
                  <a:cubicBezTo>
                    <a:pt x="2630786" y="587902"/>
                    <a:pt x="2627593" y="584466"/>
                    <a:pt x="2624159" y="577942"/>
                  </a:cubicBezTo>
                  <a:lnTo>
                    <a:pt x="2624159" y="551399"/>
                  </a:lnTo>
                  <a:cubicBezTo>
                    <a:pt x="2640046" y="542983"/>
                    <a:pt x="2655490" y="534169"/>
                    <a:pt x="2657338" y="511561"/>
                  </a:cubicBezTo>
                  <a:cubicBezTo>
                    <a:pt x="2641492" y="512856"/>
                    <a:pt x="2624661" y="524808"/>
                    <a:pt x="2604235" y="524808"/>
                  </a:cubicBezTo>
                  <a:cubicBezTo>
                    <a:pt x="2592325" y="524808"/>
                    <a:pt x="2571056" y="503343"/>
                    <a:pt x="2571056" y="484968"/>
                  </a:cubicBezTo>
                  <a:cubicBezTo>
                    <a:pt x="2571056" y="466594"/>
                    <a:pt x="2614338" y="451802"/>
                    <a:pt x="2634120" y="451802"/>
                  </a:cubicBezTo>
                  <a:lnTo>
                    <a:pt x="2673968" y="451802"/>
                  </a:lnTo>
                  <a:cubicBezTo>
                    <a:pt x="2703351" y="451802"/>
                    <a:pt x="2743701" y="465696"/>
                    <a:pt x="2743701" y="491640"/>
                  </a:cubicBezTo>
                  <a:cubicBezTo>
                    <a:pt x="2743701" y="528193"/>
                    <a:pt x="2689453" y="541441"/>
                    <a:pt x="2663062" y="555134"/>
                  </a:cubicBezTo>
                  <a:lnTo>
                    <a:pt x="2683970" y="601099"/>
                  </a:lnTo>
                  <a:lnTo>
                    <a:pt x="2700560" y="601099"/>
                  </a:lnTo>
                  <a:cubicBezTo>
                    <a:pt x="2735426" y="601099"/>
                    <a:pt x="2774430" y="611059"/>
                    <a:pt x="2786822" y="634214"/>
                  </a:cubicBezTo>
                  <a:lnTo>
                    <a:pt x="2786822" y="644174"/>
                  </a:lnTo>
                  <a:cubicBezTo>
                    <a:pt x="2786822" y="664094"/>
                    <a:pt x="2749525" y="680677"/>
                    <a:pt x="2723817" y="680677"/>
                  </a:cubicBezTo>
                  <a:lnTo>
                    <a:pt x="2696422" y="680677"/>
                  </a:lnTo>
                  <a:lnTo>
                    <a:pt x="2700560" y="733662"/>
                  </a:lnTo>
                  <a:cubicBezTo>
                    <a:pt x="2704697" y="804127"/>
                    <a:pt x="2675354" y="889532"/>
                    <a:pt x="2610903" y="889532"/>
                  </a:cubicBezTo>
                  <a:cubicBezTo>
                    <a:pt x="2596161" y="889781"/>
                    <a:pt x="2574590" y="869861"/>
                    <a:pt x="2571056" y="856614"/>
                  </a:cubicBezTo>
                  <a:close/>
                </a:path>
              </a:pathLst>
            </a:custGeom>
            <a:solidFill>
              <a:srgbClr val="150707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5378645" y="3950479"/>
              <a:ext cx="2974053" cy="206010"/>
            </a:xfrm>
            <a:custGeom>
              <a:avLst/>
              <a:gdLst>
                <a:gd name="connsiteX0" fmla="*/ 2906205 w 2974053"/>
                <a:gd name="connsiteY0" fmla="*/ 5395 h 206010"/>
                <a:gd name="connsiteX1" fmla="*/ 2974894 w 2974053"/>
                <a:gd name="connsiteY1" fmla="*/ 5395 h 206010"/>
                <a:gd name="connsiteX2" fmla="*/ 2974894 w 2974053"/>
                <a:gd name="connsiteY2" fmla="*/ 10773 h 206010"/>
                <a:gd name="connsiteX3" fmla="*/ 2971098 w 2974053"/>
                <a:gd name="connsiteY3" fmla="*/ 10773 h 206010"/>
                <a:gd name="connsiteX4" fmla="*/ 2960092 w 2974053"/>
                <a:gd name="connsiteY4" fmla="*/ 14110 h 206010"/>
                <a:gd name="connsiteX5" fmla="*/ 2946856 w 2974053"/>
                <a:gd name="connsiteY5" fmla="*/ 23672 h 206010"/>
                <a:gd name="connsiteX6" fmla="*/ 2932215 w 2974053"/>
                <a:gd name="connsiteY6" fmla="*/ 44038 h 206010"/>
                <a:gd name="connsiteX7" fmla="*/ 2884735 w 2974053"/>
                <a:gd name="connsiteY7" fmla="*/ 118737 h 206010"/>
                <a:gd name="connsiteX8" fmla="*/ 2884735 w 2974053"/>
                <a:gd name="connsiteY8" fmla="*/ 168137 h 206010"/>
                <a:gd name="connsiteX9" fmla="*/ 2888832 w 2974053"/>
                <a:gd name="connsiteY9" fmla="*/ 190746 h 206010"/>
                <a:gd name="connsiteX10" fmla="*/ 2906205 w 2974053"/>
                <a:gd name="connsiteY10" fmla="*/ 196871 h 206010"/>
                <a:gd name="connsiteX11" fmla="*/ 2912592 w 2974053"/>
                <a:gd name="connsiteY11" fmla="*/ 196871 h 206010"/>
                <a:gd name="connsiteX12" fmla="*/ 2912592 w 2974053"/>
                <a:gd name="connsiteY12" fmla="*/ 202249 h 206010"/>
                <a:gd name="connsiteX13" fmla="*/ 2829001 w 2974053"/>
                <a:gd name="connsiteY13" fmla="*/ 202249 h 206010"/>
                <a:gd name="connsiteX14" fmla="*/ 2829001 w 2974053"/>
                <a:gd name="connsiteY14" fmla="*/ 196871 h 206010"/>
                <a:gd name="connsiteX15" fmla="*/ 2835930 w 2974053"/>
                <a:gd name="connsiteY15" fmla="*/ 196871 h 206010"/>
                <a:gd name="connsiteX16" fmla="*/ 2853664 w 2974053"/>
                <a:gd name="connsiteY16" fmla="*/ 189301 h 206010"/>
                <a:gd name="connsiteX17" fmla="*/ 2856858 w 2974053"/>
                <a:gd name="connsiteY17" fmla="*/ 168137 h 206010"/>
                <a:gd name="connsiteX18" fmla="*/ 2856858 w 2974053"/>
                <a:gd name="connsiteY18" fmla="*/ 121526 h 206010"/>
                <a:gd name="connsiteX19" fmla="*/ 2802811 w 2974053"/>
                <a:gd name="connsiteY19" fmla="*/ 39058 h 206010"/>
                <a:gd name="connsiteX20" fmla="*/ 2789816 w 2974053"/>
                <a:gd name="connsiteY20" fmla="*/ 20931 h 206010"/>
                <a:gd name="connsiteX21" fmla="*/ 2775717 w 2974053"/>
                <a:gd name="connsiteY21" fmla="*/ 12218 h 206010"/>
                <a:gd name="connsiteX22" fmla="*/ 2767302 w 2974053"/>
                <a:gd name="connsiteY22" fmla="*/ 10773 h 206010"/>
                <a:gd name="connsiteX23" fmla="*/ 2767302 w 2974053"/>
                <a:gd name="connsiteY23" fmla="*/ 5395 h 206010"/>
                <a:gd name="connsiteX24" fmla="*/ 2851476 w 2974053"/>
                <a:gd name="connsiteY24" fmla="*/ 5395 h 206010"/>
                <a:gd name="connsiteX25" fmla="*/ 2851476 w 2974053"/>
                <a:gd name="connsiteY25" fmla="*/ 10773 h 206010"/>
                <a:gd name="connsiteX26" fmla="*/ 2847137 w 2974053"/>
                <a:gd name="connsiteY26" fmla="*/ 10773 h 206010"/>
                <a:gd name="connsiteX27" fmla="*/ 2834584 w 2974053"/>
                <a:gd name="connsiteY27" fmla="*/ 13961 h 206010"/>
                <a:gd name="connsiteX28" fmla="*/ 2828861 w 2974053"/>
                <a:gd name="connsiteY28" fmla="*/ 23572 h 206010"/>
                <a:gd name="connsiteX29" fmla="*/ 2837677 w 2974053"/>
                <a:gd name="connsiteY29" fmla="*/ 42396 h 206010"/>
                <a:gd name="connsiteX30" fmla="*/ 2878810 w 2974053"/>
                <a:gd name="connsiteY30" fmla="*/ 105839 h 206010"/>
                <a:gd name="connsiteX31" fmla="*/ 2917412 w 2974053"/>
                <a:gd name="connsiteY31" fmla="*/ 45185 h 206010"/>
                <a:gd name="connsiteX32" fmla="*/ 2926129 w 2974053"/>
                <a:gd name="connsiteY32" fmla="*/ 24867 h 206010"/>
                <a:gd name="connsiteX33" fmla="*/ 2923980 w 2974053"/>
                <a:gd name="connsiteY33" fmla="*/ 17546 h 206010"/>
                <a:gd name="connsiteX34" fmla="*/ 2918015 w 2974053"/>
                <a:gd name="connsiteY34" fmla="*/ 12566 h 206010"/>
                <a:gd name="connsiteX35" fmla="*/ 2906205 w 2974053"/>
                <a:gd name="connsiteY35" fmla="*/ 10773 h 206010"/>
                <a:gd name="connsiteX36" fmla="*/ 2906205 w 2974053"/>
                <a:gd name="connsiteY36" fmla="*/ 5395 h 206010"/>
                <a:gd name="connsiteX37" fmla="*/ 2740308 w 2974053"/>
                <a:gd name="connsiteY37" fmla="*/ 5395 h 206010"/>
                <a:gd name="connsiteX38" fmla="*/ 2742538 w 2974053"/>
                <a:gd name="connsiteY38" fmla="*/ 51559 h 206010"/>
                <a:gd name="connsiteX39" fmla="*/ 2736955 w 2974053"/>
                <a:gd name="connsiteY39" fmla="*/ 51559 h 206010"/>
                <a:gd name="connsiteX40" fmla="*/ 2732636 w 2974053"/>
                <a:gd name="connsiteY40" fmla="*/ 34129 h 206010"/>
                <a:gd name="connsiteX41" fmla="*/ 2720666 w 2974053"/>
                <a:gd name="connsiteY41" fmla="*/ 21729 h 206010"/>
                <a:gd name="connsiteX42" fmla="*/ 2700742 w 2974053"/>
                <a:gd name="connsiteY42" fmla="*/ 17745 h 206010"/>
                <a:gd name="connsiteX43" fmla="*/ 2672966 w 2974053"/>
                <a:gd name="connsiteY43" fmla="*/ 17745 h 206010"/>
                <a:gd name="connsiteX44" fmla="*/ 2672966 w 2974053"/>
                <a:gd name="connsiteY44" fmla="*/ 168137 h 206010"/>
                <a:gd name="connsiteX45" fmla="*/ 2676902 w 2974053"/>
                <a:gd name="connsiteY45" fmla="*/ 190746 h 206010"/>
                <a:gd name="connsiteX46" fmla="*/ 2693873 w 2974053"/>
                <a:gd name="connsiteY46" fmla="*/ 196871 h 206010"/>
                <a:gd name="connsiteX47" fmla="*/ 2700742 w 2974053"/>
                <a:gd name="connsiteY47" fmla="*/ 196871 h 206010"/>
                <a:gd name="connsiteX48" fmla="*/ 2700742 w 2974053"/>
                <a:gd name="connsiteY48" fmla="*/ 202249 h 206010"/>
                <a:gd name="connsiteX49" fmla="*/ 2617231 w 2974053"/>
                <a:gd name="connsiteY49" fmla="*/ 202249 h 206010"/>
                <a:gd name="connsiteX50" fmla="*/ 2617231 w 2974053"/>
                <a:gd name="connsiteY50" fmla="*/ 196871 h 206010"/>
                <a:gd name="connsiteX51" fmla="*/ 2624241 w 2974053"/>
                <a:gd name="connsiteY51" fmla="*/ 196871 h 206010"/>
                <a:gd name="connsiteX52" fmla="*/ 2641935 w 2974053"/>
                <a:gd name="connsiteY52" fmla="*/ 189301 h 206010"/>
                <a:gd name="connsiteX53" fmla="*/ 2645169 w 2974053"/>
                <a:gd name="connsiteY53" fmla="*/ 168137 h 206010"/>
                <a:gd name="connsiteX54" fmla="*/ 2645169 w 2974053"/>
                <a:gd name="connsiteY54" fmla="*/ 17845 h 206010"/>
                <a:gd name="connsiteX55" fmla="*/ 2621449 w 2974053"/>
                <a:gd name="connsiteY55" fmla="*/ 17845 h 206010"/>
                <a:gd name="connsiteX56" fmla="*/ 2601887 w 2974053"/>
                <a:gd name="connsiteY56" fmla="*/ 19837 h 206010"/>
                <a:gd name="connsiteX57" fmla="*/ 2588993 w 2974053"/>
                <a:gd name="connsiteY57" fmla="*/ 30494 h 206010"/>
                <a:gd name="connsiteX58" fmla="*/ 2582566 w 2974053"/>
                <a:gd name="connsiteY58" fmla="*/ 51659 h 206010"/>
                <a:gd name="connsiteX59" fmla="*/ 2577083 w 2974053"/>
                <a:gd name="connsiteY59" fmla="*/ 51659 h 206010"/>
                <a:gd name="connsiteX60" fmla="*/ 2579372 w 2974053"/>
                <a:gd name="connsiteY60" fmla="*/ 5495 h 206010"/>
                <a:gd name="connsiteX61" fmla="*/ 2546053 w 2974053"/>
                <a:gd name="connsiteY61" fmla="*/ 196871 h 206010"/>
                <a:gd name="connsiteX62" fmla="*/ 2546053 w 2974053"/>
                <a:gd name="connsiteY62" fmla="*/ 202249 h 206010"/>
                <a:gd name="connsiteX63" fmla="*/ 2461377 w 2974053"/>
                <a:gd name="connsiteY63" fmla="*/ 202249 h 206010"/>
                <a:gd name="connsiteX64" fmla="*/ 2461377 w 2974053"/>
                <a:gd name="connsiteY64" fmla="*/ 196871 h 206010"/>
                <a:gd name="connsiteX65" fmla="*/ 2468346 w 2974053"/>
                <a:gd name="connsiteY65" fmla="*/ 196871 h 206010"/>
                <a:gd name="connsiteX66" fmla="*/ 2486282 w 2974053"/>
                <a:gd name="connsiteY66" fmla="*/ 189650 h 206010"/>
                <a:gd name="connsiteX67" fmla="*/ 2489816 w 2974053"/>
                <a:gd name="connsiteY67" fmla="*/ 167290 h 206010"/>
                <a:gd name="connsiteX68" fmla="*/ 2489816 w 2974053"/>
                <a:gd name="connsiteY68" fmla="*/ 40255 h 206010"/>
                <a:gd name="connsiteX69" fmla="*/ 2487929 w 2974053"/>
                <a:gd name="connsiteY69" fmla="*/ 20335 h 206010"/>
                <a:gd name="connsiteX70" fmla="*/ 2482003 w 2974053"/>
                <a:gd name="connsiteY70" fmla="*/ 14110 h 206010"/>
                <a:gd name="connsiteX71" fmla="*/ 2468607 w 2974053"/>
                <a:gd name="connsiteY71" fmla="*/ 10624 h 206010"/>
                <a:gd name="connsiteX72" fmla="*/ 2461377 w 2974053"/>
                <a:gd name="connsiteY72" fmla="*/ 10624 h 206010"/>
                <a:gd name="connsiteX73" fmla="*/ 2461377 w 2974053"/>
                <a:gd name="connsiteY73" fmla="*/ 5395 h 206010"/>
                <a:gd name="connsiteX74" fmla="*/ 2546053 w 2974053"/>
                <a:gd name="connsiteY74" fmla="*/ 5395 h 206010"/>
                <a:gd name="connsiteX75" fmla="*/ 2546053 w 2974053"/>
                <a:gd name="connsiteY75" fmla="*/ 10773 h 206010"/>
                <a:gd name="connsiteX76" fmla="*/ 2538923 w 2974053"/>
                <a:gd name="connsiteY76" fmla="*/ 10773 h 206010"/>
                <a:gd name="connsiteX77" fmla="*/ 2521349 w 2974053"/>
                <a:gd name="connsiteY77" fmla="*/ 17845 h 206010"/>
                <a:gd name="connsiteX78" fmla="*/ 2517713 w 2974053"/>
                <a:gd name="connsiteY78" fmla="*/ 40205 h 206010"/>
                <a:gd name="connsiteX79" fmla="*/ 2517713 w 2974053"/>
                <a:gd name="connsiteY79" fmla="*/ 167390 h 206010"/>
                <a:gd name="connsiteX80" fmla="*/ 2519601 w 2974053"/>
                <a:gd name="connsiteY80" fmla="*/ 187309 h 206010"/>
                <a:gd name="connsiteX81" fmla="*/ 2525687 w 2974053"/>
                <a:gd name="connsiteY81" fmla="*/ 193534 h 206010"/>
                <a:gd name="connsiteX82" fmla="*/ 2538923 w 2974053"/>
                <a:gd name="connsiteY82" fmla="*/ 197070 h 206010"/>
                <a:gd name="connsiteX83" fmla="*/ 2410383 w 2974053"/>
                <a:gd name="connsiteY83" fmla="*/ 913 h 206010"/>
                <a:gd name="connsiteX84" fmla="*/ 2410383 w 2974053"/>
                <a:gd name="connsiteY84" fmla="*/ 68989 h 206010"/>
                <a:gd name="connsiteX85" fmla="*/ 2405000 w 2974053"/>
                <a:gd name="connsiteY85" fmla="*/ 68989 h 206010"/>
                <a:gd name="connsiteX86" fmla="*/ 2395641 w 2974053"/>
                <a:gd name="connsiteY86" fmla="*/ 37765 h 206010"/>
                <a:gd name="connsiteX87" fmla="*/ 2376360 w 2974053"/>
                <a:gd name="connsiteY87" fmla="*/ 19339 h 206010"/>
                <a:gd name="connsiteX88" fmla="*/ 2350551 w 2974053"/>
                <a:gd name="connsiteY88" fmla="*/ 12516 h 206010"/>
                <a:gd name="connsiteX89" fmla="*/ 2325647 w 2974053"/>
                <a:gd name="connsiteY89" fmla="*/ 21729 h 206010"/>
                <a:gd name="connsiteX90" fmla="*/ 2315685 w 2974053"/>
                <a:gd name="connsiteY90" fmla="*/ 42695 h 206010"/>
                <a:gd name="connsiteX91" fmla="*/ 2321911 w 2974053"/>
                <a:gd name="connsiteY91" fmla="*/ 59177 h 206010"/>
                <a:gd name="connsiteX92" fmla="*/ 2364711 w 2974053"/>
                <a:gd name="connsiteY92" fmla="*/ 88260 h 206010"/>
                <a:gd name="connsiteX93" fmla="*/ 2402349 w 2974053"/>
                <a:gd name="connsiteY93" fmla="*/ 110967 h 206010"/>
                <a:gd name="connsiteX94" fmla="*/ 2417894 w 2974053"/>
                <a:gd name="connsiteY94" fmla="*/ 129592 h 206010"/>
                <a:gd name="connsiteX95" fmla="*/ 2423377 w 2974053"/>
                <a:gd name="connsiteY95" fmla="*/ 152053 h 206010"/>
                <a:gd name="connsiteX96" fmla="*/ 2406045 w 2974053"/>
                <a:gd name="connsiteY96" fmla="*/ 190646 h 206010"/>
                <a:gd name="connsiteX97" fmla="*/ 2361216 w 2974053"/>
                <a:gd name="connsiteY97" fmla="*/ 206831 h 206010"/>
                <a:gd name="connsiteX98" fmla="*/ 2345068 w 2974053"/>
                <a:gd name="connsiteY98" fmla="*/ 205486 h 206010"/>
                <a:gd name="connsiteX99" fmla="*/ 2326450 w 2974053"/>
                <a:gd name="connsiteY99" fmla="*/ 200257 h 206010"/>
                <a:gd name="connsiteX100" fmla="*/ 2308515 w 2974053"/>
                <a:gd name="connsiteY100" fmla="*/ 195626 h 206010"/>
                <a:gd name="connsiteX101" fmla="*/ 2302791 w 2974053"/>
                <a:gd name="connsiteY101" fmla="*/ 197817 h 206010"/>
                <a:gd name="connsiteX102" fmla="*/ 2299658 w 2974053"/>
                <a:gd name="connsiteY102" fmla="*/ 206831 h 206010"/>
                <a:gd name="connsiteX103" fmla="*/ 2294275 w 2974053"/>
                <a:gd name="connsiteY103" fmla="*/ 206831 h 206010"/>
                <a:gd name="connsiteX104" fmla="*/ 2294275 w 2974053"/>
                <a:gd name="connsiteY104" fmla="*/ 139354 h 206010"/>
                <a:gd name="connsiteX105" fmla="*/ 2299658 w 2974053"/>
                <a:gd name="connsiteY105" fmla="*/ 139354 h 206010"/>
                <a:gd name="connsiteX106" fmla="*/ 2309860 w 2974053"/>
                <a:gd name="connsiteY106" fmla="*/ 171075 h 206010"/>
                <a:gd name="connsiteX107" fmla="*/ 2329382 w 2974053"/>
                <a:gd name="connsiteY107" fmla="*/ 188554 h 206010"/>
                <a:gd name="connsiteX108" fmla="*/ 2358183 w 2974053"/>
                <a:gd name="connsiteY108" fmla="*/ 195477 h 206010"/>
                <a:gd name="connsiteX109" fmla="*/ 2386864 w 2974053"/>
                <a:gd name="connsiteY109" fmla="*/ 185915 h 206010"/>
                <a:gd name="connsiteX110" fmla="*/ 2397368 w 2974053"/>
                <a:gd name="connsiteY110" fmla="*/ 163306 h 206010"/>
                <a:gd name="connsiteX111" fmla="*/ 2393391 w 2974053"/>
                <a:gd name="connsiteY111" fmla="*/ 148617 h 206010"/>
                <a:gd name="connsiteX112" fmla="*/ 2380979 w 2974053"/>
                <a:gd name="connsiteY112" fmla="*/ 134821 h 206010"/>
                <a:gd name="connsiteX113" fmla="*/ 2350049 w 2974053"/>
                <a:gd name="connsiteY113" fmla="*/ 116297 h 206010"/>
                <a:gd name="connsiteX114" fmla="*/ 2314139 w 2974053"/>
                <a:gd name="connsiteY114" fmla="*/ 93788 h 206010"/>
                <a:gd name="connsiteX115" fmla="*/ 2298011 w 2974053"/>
                <a:gd name="connsiteY115" fmla="*/ 75113 h 206010"/>
                <a:gd name="connsiteX116" fmla="*/ 2292528 w 2974053"/>
                <a:gd name="connsiteY116" fmla="*/ 52703 h 206010"/>
                <a:gd name="connsiteX117" fmla="*/ 2308776 w 2974053"/>
                <a:gd name="connsiteY117" fmla="*/ 16251 h 206010"/>
                <a:gd name="connsiteX118" fmla="*/ 2350150 w 2974053"/>
                <a:gd name="connsiteY118" fmla="*/ 913 h 206010"/>
                <a:gd name="connsiteX119" fmla="*/ 2383369 w 2974053"/>
                <a:gd name="connsiteY119" fmla="*/ 8582 h 206010"/>
                <a:gd name="connsiteX120" fmla="*/ 2394878 w 2974053"/>
                <a:gd name="connsiteY120" fmla="*/ 12218 h 206010"/>
                <a:gd name="connsiteX121" fmla="*/ 2401064 w 2974053"/>
                <a:gd name="connsiteY121" fmla="*/ 9977 h 206010"/>
                <a:gd name="connsiteX122" fmla="*/ 2404900 w 2974053"/>
                <a:gd name="connsiteY122" fmla="*/ 913 h 206010"/>
                <a:gd name="connsiteX123" fmla="*/ 2121931 w 2974053"/>
                <a:gd name="connsiteY123" fmla="*/ 101058 h 206010"/>
                <a:gd name="connsiteX124" fmla="*/ 2126912 w 2974053"/>
                <a:gd name="connsiteY124" fmla="*/ 101058 h 206010"/>
                <a:gd name="connsiteX125" fmla="*/ 2130206 w 2974053"/>
                <a:gd name="connsiteY125" fmla="*/ 101058 h 206010"/>
                <a:gd name="connsiteX126" fmla="*/ 2172684 w 2974053"/>
                <a:gd name="connsiteY126" fmla="*/ 88859 h 206010"/>
                <a:gd name="connsiteX127" fmla="*/ 2187045 w 2974053"/>
                <a:gd name="connsiteY127" fmla="*/ 57784 h 206010"/>
                <a:gd name="connsiteX128" fmla="*/ 2175476 w 2974053"/>
                <a:gd name="connsiteY128" fmla="*/ 27903 h 206010"/>
                <a:gd name="connsiteX129" fmla="*/ 2144908 w 2974053"/>
                <a:gd name="connsiteY129" fmla="*/ 16351 h 206010"/>
                <a:gd name="connsiteX130" fmla="*/ 2122092 w 2974053"/>
                <a:gd name="connsiteY130" fmla="*/ 19090 h 206010"/>
                <a:gd name="connsiteX131" fmla="*/ 2122092 w 2974053"/>
                <a:gd name="connsiteY131" fmla="*/ 100959 h 206010"/>
                <a:gd name="connsiteX132" fmla="*/ 2261799 w 2974053"/>
                <a:gd name="connsiteY132" fmla="*/ 202249 h 206010"/>
                <a:gd name="connsiteX133" fmla="*/ 2209097 w 2974053"/>
                <a:gd name="connsiteY133" fmla="*/ 202249 h 206010"/>
                <a:gd name="connsiteX134" fmla="*/ 2142618 w 2974053"/>
                <a:gd name="connsiteY134" fmla="*/ 110321 h 206010"/>
                <a:gd name="connsiteX135" fmla="*/ 2130607 w 2974053"/>
                <a:gd name="connsiteY135" fmla="*/ 110570 h 206010"/>
                <a:gd name="connsiteX136" fmla="*/ 2126530 w 2974053"/>
                <a:gd name="connsiteY136" fmla="*/ 110570 h 206010"/>
                <a:gd name="connsiteX137" fmla="*/ 2121991 w 2974053"/>
                <a:gd name="connsiteY137" fmla="*/ 110570 h 206010"/>
                <a:gd name="connsiteX138" fmla="*/ 2121991 w 2974053"/>
                <a:gd name="connsiteY138" fmla="*/ 167738 h 206010"/>
                <a:gd name="connsiteX139" fmla="*/ 2126068 w 2974053"/>
                <a:gd name="connsiteY139" fmla="*/ 190845 h 206010"/>
                <a:gd name="connsiteX140" fmla="*/ 2142618 w 2974053"/>
                <a:gd name="connsiteY140" fmla="*/ 197218 h 206010"/>
                <a:gd name="connsiteX141" fmla="*/ 2150330 w 2974053"/>
                <a:gd name="connsiteY141" fmla="*/ 197218 h 206010"/>
                <a:gd name="connsiteX142" fmla="*/ 2150330 w 2974053"/>
                <a:gd name="connsiteY142" fmla="*/ 202598 h 206010"/>
                <a:gd name="connsiteX143" fmla="*/ 2065855 w 2974053"/>
                <a:gd name="connsiteY143" fmla="*/ 202598 h 206010"/>
                <a:gd name="connsiteX144" fmla="*/ 2065855 w 2974053"/>
                <a:gd name="connsiteY144" fmla="*/ 197218 h 206010"/>
                <a:gd name="connsiteX145" fmla="*/ 2073287 w 2974053"/>
                <a:gd name="connsiteY145" fmla="*/ 197218 h 206010"/>
                <a:gd name="connsiteX146" fmla="*/ 2091061 w 2974053"/>
                <a:gd name="connsiteY146" fmla="*/ 189102 h 206010"/>
                <a:gd name="connsiteX147" fmla="*/ 2094195 w 2974053"/>
                <a:gd name="connsiteY147" fmla="*/ 167738 h 206010"/>
                <a:gd name="connsiteX148" fmla="*/ 2094195 w 2974053"/>
                <a:gd name="connsiteY148" fmla="*/ 40255 h 206010"/>
                <a:gd name="connsiteX149" fmla="*/ 2090057 w 2974053"/>
                <a:gd name="connsiteY149" fmla="*/ 17198 h 206010"/>
                <a:gd name="connsiteX150" fmla="*/ 2073287 w 2974053"/>
                <a:gd name="connsiteY150" fmla="*/ 10823 h 206010"/>
                <a:gd name="connsiteX151" fmla="*/ 2065855 w 2974053"/>
                <a:gd name="connsiteY151" fmla="*/ 10823 h 206010"/>
                <a:gd name="connsiteX152" fmla="*/ 2065855 w 2974053"/>
                <a:gd name="connsiteY152" fmla="*/ 5395 h 206010"/>
                <a:gd name="connsiteX153" fmla="*/ 2137637 w 2974053"/>
                <a:gd name="connsiteY153" fmla="*/ 5395 h 206010"/>
                <a:gd name="connsiteX154" fmla="*/ 2183851 w 2974053"/>
                <a:gd name="connsiteY154" fmla="*/ 9977 h 206010"/>
                <a:gd name="connsiteX155" fmla="*/ 2209097 w 2974053"/>
                <a:gd name="connsiteY155" fmla="*/ 26809 h 206010"/>
                <a:gd name="connsiteX156" fmla="*/ 2219461 w 2974053"/>
                <a:gd name="connsiteY156" fmla="*/ 56091 h 206010"/>
                <a:gd name="connsiteX157" fmla="*/ 2207651 w 2974053"/>
                <a:gd name="connsiteY157" fmla="*/ 87563 h 206010"/>
                <a:gd name="connsiteX158" fmla="*/ 2171058 w 2974053"/>
                <a:gd name="connsiteY158" fmla="*/ 106437 h 206010"/>
                <a:gd name="connsiteX159" fmla="*/ 2211688 w 2974053"/>
                <a:gd name="connsiteY159" fmla="*/ 162908 h 206010"/>
                <a:gd name="connsiteX160" fmla="*/ 2235609 w 2974053"/>
                <a:gd name="connsiteY160" fmla="*/ 188754 h 206010"/>
                <a:gd name="connsiteX161" fmla="*/ 2261758 w 2974053"/>
                <a:gd name="connsiteY161" fmla="*/ 196871 h 206010"/>
                <a:gd name="connsiteX162" fmla="*/ 2261758 w 2974053"/>
                <a:gd name="connsiteY162" fmla="*/ 202249 h 206010"/>
                <a:gd name="connsiteX163" fmla="*/ 1926450 w 2974053"/>
                <a:gd name="connsiteY163" fmla="*/ 16251 h 206010"/>
                <a:gd name="connsiteX164" fmla="*/ 1926450 w 2974053"/>
                <a:gd name="connsiteY164" fmla="*/ 93987 h 206010"/>
                <a:gd name="connsiteX165" fmla="*/ 1969672 w 2974053"/>
                <a:gd name="connsiteY165" fmla="*/ 93987 h 206010"/>
                <a:gd name="connsiteX166" fmla="*/ 1992186 w 2974053"/>
                <a:gd name="connsiteY166" fmla="*/ 89007 h 206010"/>
                <a:gd name="connsiteX167" fmla="*/ 2000601 w 2974053"/>
                <a:gd name="connsiteY167" fmla="*/ 65503 h 206010"/>
                <a:gd name="connsiteX168" fmla="*/ 2005944 w 2974053"/>
                <a:gd name="connsiteY168" fmla="*/ 65503 h 206010"/>
                <a:gd name="connsiteX169" fmla="*/ 2005944 w 2974053"/>
                <a:gd name="connsiteY169" fmla="*/ 134024 h 206010"/>
                <a:gd name="connsiteX170" fmla="*/ 2000601 w 2974053"/>
                <a:gd name="connsiteY170" fmla="*/ 134024 h 206010"/>
                <a:gd name="connsiteX171" fmla="*/ 1996524 w 2974053"/>
                <a:gd name="connsiteY171" fmla="*/ 115550 h 206010"/>
                <a:gd name="connsiteX172" fmla="*/ 1988008 w 2974053"/>
                <a:gd name="connsiteY172" fmla="*/ 107582 h 206010"/>
                <a:gd name="connsiteX173" fmla="*/ 1969672 w 2974053"/>
                <a:gd name="connsiteY173" fmla="*/ 104694 h 206010"/>
                <a:gd name="connsiteX174" fmla="*/ 1926450 w 2974053"/>
                <a:gd name="connsiteY174" fmla="*/ 104694 h 206010"/>
                <a:gd name="connsiteX175" fmla="*/ 1926450 w 2974053"/>
                <a:gd name="connsiteY175" fmla="*/ 169433 h 206010"/>
                <a:gd name="connsiteX176" fmla="*/ 1927535 w 2974053"/>
                <a:gd name="connsiteY176" fmla="*/ 185318 h 206010"/>
                <a:gd name="connsiteX177" fmla="*/ 1931631 w 2974053"/>
                <a:gd name="connsiteY177" fmla="*/ 189849 h 206010"/>
                <a:gd name="connsiteX178" fmla="*/ 1942638 w 2974053"/>
                <a:gd name="connsiteY178" fmla="*/ 191493 h 206010"/>
                <a:gd name="connsiteX179" fmla="*/ 1976099 w 2974053"/>
                <a:gd name="connsiteY179" fmla="*/ 191493 h 206010"/>
                <a:gd name="connsiteX180" fmla="*/ 2000300 w 2974053"/>
                <a:gd name="connsiteY180" fmla="*/ 189152 h 206010"/>
                <a:gd name="connsiteX181" fmla="*/ 2014801 w 2974053"/>
                <a:gd name="connsiteY181" fmla="*/ 180039 h 206010"/>
                <a:gd name="connsiteX182" fmla="*/ 2033279 w 2974053"/>
                <a:gd name="connsiteY182" fmla="*/ 152848 h 206010"/>
                <a:gd name="connsiteX183" fmla="*/ 2039063 w 2974053"/>
                <a:gd name="connsiteY183" fmla="*/ 152848 h 206010"/>
                <a:gd name="connsiteX184" fmla="*/ 2022132 w 2974053"/>
                <a:gd name="connsiteY184" fmla="*/ 202249 h 206010"/>
                <a:gd name="connsiteX185" fmla="*/ 1870354 w 2974053"/>
                <a:gd name="connsiteY185" fmla="*/ 202249 h 206010"/>
                <a:gd name="connsiteX186" fmla="*/ 1870354 w 2974053"/>
                <a:gd name="connsiteY186" fmla="*/ 196871 h 206010"/>
                <a:gd name="connsiteX187" fmla="*/ 1877384 w 2974053"/>
                <a:gd name="connsiteY187" fmla="*/ 196871 h 206010"/>
                <a:gd name="connsiteX188" fmla="*/ 1890539 w 2974053"/>
                <a:gd name="connsiteY188" fmla="*/ 193485 h 206010"/>
                <a:gd name="connsiteX189" fmla="*/ 1896906 w 2974053"/>
                <a:gd name="connsiteY189" fmla="*/ 186562 h 206010"/>
                <a:gd name="connsiteX190" fmla="*/ 1898492 w 2974053"/>
                <a:gd name="connsiteY190" fmla="*/ 167539 h 206010"/>
                <a:gd name="connsiteX191" fmla="*/ 1898492 w 2974053"/>
                <a:gd name="connsiteY191" fmla="*/ 39757 h 206010"/>
                <a:gd name="connsiteX192" fmla="*/ 1894757 w 2974053"/>
                <a:gd name="connsiteY192" fmla="*/ 16700 h 206010"/>
                <a:gd name="connsiteX193" fmla="*/ 1877384 w 2974053"/>
                <a:gd name="connsiteY193" fmla="*/ 10873 h 206010"/>
                <a:gd name="connsiteX194" fmla="*/ 1870354 w 2974053"/>
                <a:gd name="connsiteY194" fmla="*/ 10873 h 206010"/>
                <a:gd name="connsiteX195" fmla="*/ 1870354 w 2974053"/>
                <a:gd name="connsiteY195" fmla="*/ 5395 h 206010"/>
                <a:gd name="connsiteX196" fmla="*/ 2022132 w 2974053"/>
                <a:gd name="connsiteY196" fmla="*/ 5395 h 206010"/>
                <a:gd name="connsiteX197" fmla="*/ 2024321 w 2974053"/>
                <a:gd name="connsiteY197" fmla="*/ 48470 h 206010"/>
                <a:gd name="connsiteX198" fmla="*/ 2018597 w 2974053"/>
                <a:gd name="connsiteY198" fmla="*/ 48470 h 206010"/>
                <a:gd name="connsiteX199" fmla="*/ 2011809 w 2974053"/>
                <a:gd name="connsiteY199" fmla="*/ 27156 h 206010"/>
                <a:gd name="connsiteX200" fmla="*/ 2000903 w 2974053"/>
                <a:gd name="connsiteY200" fmla="*/ 18293 h 206010"/>
                <a:gd name="connsiteX201" fmla="*/ 1980437 w 2974053"/>
                <a:gd name="connsiteY201" fmla="*/ 16152 h 206010"/>
                <a:gd name="connsiteX202" fmla="*/ 1845811 w 2974053"/>
                <a:gd name="connsiteY202" fmla="*/ 5395 h 206010"/>
                <a:gd name="connsiteX203" fmla="*/ 1845811 w 2974053"/>
                <a:gd name="connsiteY203" fmla="*/ 10773 h 206010"/>
                <a:gd name="connsiteX204" fmla="*/ 1829924 w 2974053"/>
                <a:gd name="connsiteY204" fmla="*/ 17448 h 206010"/>
                <a:gd name="connsiteX205" fmla="*/ 1816327 w 2974053"/>
                <a:gd name="connsiteY205" fmla="*/ 39209 h 206010"/>
                <a:gd name="connsiteX206" fmla="*/ 1747639 w 2974053"/>
                <a:gd name="connsiteY206" fmla="*/ 206831 h 206010"/>
                <a:gd name="connsiteX207" fmla="*/ 1742256 w 2974053"/>
                <a:gd name="connsiteY207" fmla="*/ 206831 h 206010"/>
                <a:gd name="connsiteX208" fmla="*/ 1668547 w 2974053"/>
                <a:gd name="connsiteY208" fmla="*/ 37117 h 206010"/>
                <a:gd name="connsiteX209" fmla="*/ 1660513 w 2974053"/>
                <a:gd name="connsiteY209" fmla="*/ 21182 h 206010"/>
                <a:gd name="connsiteX210" fmla="*/ 1651615 w 2974053"/>
                <a:gd name="connsiteY210" fmla="*/ 14160 h 206010"/>
                <a:gd name="connsiteX211" fmla="*/ 1637356 w 2974053"/>
                <a:gd name="connsiteY211" fmla="*/ 10873 h 206010"/>
                <a:gd name="connsiteX212" fmla="*/ 1637356 w 2974053"/>
                <a:gd name="connsiteY212" fmla="*/ 5395 h 206010"/>
                <a:gd name="connsiteX213" fmla="*/ 1717753 w 2974053"/>
                <a:gd name="connsiteY213" fmla="*/ 5395 h 206010"/>
                <a:gd name="connsiteX214" fmla="*/ 1717753 w 2974053"/>
                <a:gd name="connsiteY214" fmla="*/ 10773 h 206010"/>
                <a:gd name="connsiteX215" fmla="*/ 1699979 w 2974053"/>
                <a:gd name="connsiteY215" fmla="*/ 15405 h 206010"/>
                <a:gd name="connsiteX216" fmla="*/ 1695942 w 2974053"/>
                <a:gd name="connsiteY216" fmla="*/ 23970 h 206010"/>
                <a:gd name="connsiteX217" fmla="*/ 1702650 w 2974053"/>
                <a:gd name="connsiteY217" fmla="*/ 46629 h 206010"/>
                <a:gd name="connsiteX218" fmla="*/ 1752720 w 2974053"/>
                <a:gd name="connsiteY218" fmla="*/ 162013 h 206010"/>
                <a:gd name="connsiteX219" fmla="*/ 1799195 w 2974053"/>
                <a:gd name="connsiteY219" fmla="*/ 48073 h 206010"/>
                <a:gd name="connsiteX220" fmla="*/ 1806004 w 2974053"/>
                <a:gd name="connsiteY220" fmla="*/ 24717 h 206010"/>
                <a:gd name="connsiteX221" fmla="*/ 1801766 w 2974053"/>
                <a:gd name="connsiteY221" fmla="*/ 16600 h 206010"/>
                <a:gd name="connsiteX222" fmla="*/ 1787587 w 2974053"/>
                <a:gd name="connsiteY222" fmla="*/ 11222 h 206010"/>
                <a:gd name="connsiteX223" fmla="*/ 1785096 w 2974053"/>
                <a:gd name="connsiteY223" fmla="*/ 10773 h 206010"/>
                <a:gd name="connsiteX224" fmla="*/ 1785096 w 2974053"/>
                <a:gd name="connsiteY224" fmla="*/ 5395 h 206010"/>
                <a:gd name="connsiteX225" fmla="*/ 1612612 w 2974053"/>
                <a:gd name="connsiteY225" fmla="*/ 196871 h 206010"/>
                <a:gd name="connsiteX226" fmla="*/ 1612612 w 2974053"/>
                <a:gd name="connsiteY226" fmla="*/ 202249 h 206010"/>
                <a:gd name="connsiteX227" fmla="*/ 1527936 w 2974053"/>
                <a:gd name="connsiteY227" fmla="*/ 202249 h 206010"/>
                <a:gd name="connsiteX228" fmla="*/ 1527936 w 2974053"/>
                <a:gd name="connsiteY228" fmla="*/ 196871 h 206010"/>
                <a:gd name="connsiteX229" fmla="*/ 1534966 w 2974053"/>
                <a:gd name="connsiteY229" fmla="*/ 196871 h 206010"/>
                <a:gd name="connsiteX230" fmla="*/ 1552881 w 2974053"/>
                <a:gd name="connsiteY230" fmla="*/ 189650 h 206010"/>
                <a:gd name="connsiteX231" fmla="*/ 1556416 w 2974053"/>
                <a:gd name="connsiteY231" fmla="*/ 167290 h 206010"/>
                <a:gd name="connsiteX232" fmla="*/ 1556416 w 2974053"/>
                <a:gd name="connsiteY232" fmla="*/ 40255 h 206010"/>
                <a:gd name="connsiteX233" fmla="*/ 1554528 w 2974053"/>
                <a:gd name="connsiteY233" fmla="*/ 20335 h 206010"/>
                <a:gd name="connsiteX234" fmla="*/ 1548603 w 2974053"/>
                <a:gd name="connsiteY234" fmla="*/ 14110 h 206010"/>
                <a:gd name="connsiteX235" fmla="*/ 1535207 w 2974053"/>
                <a:gd name="connsiteY235" fmla="*/ 10624 h 206010"/>
                <a:gd name="connsiteX236" fmla="*/ 1528177 w 2974053"/>
                <a:gd name="connsiteY236" fmla="*/ 10624 h 206010"/>
                <a:gd name="connsiteX237" fmla="*/ 1528177 w 2974053"/>
                <a:gd name="connsiteY237" fmla="*/ 5395 h 206010"/>
                <a:gd name="connsiteX238" fmla="*/ 1612853 w 2974053"/>
                <a:gd name="connsiteY238" fmla="*/ 5395 h 206010"/>
                <a:gd name="connsiteX239" fmla="*/ 1612853 w 2974053"/>
                <a:gd name="connsiteY239" fmla="*/ 10773 h 206010"/>
                <a:gd name="connsiteX240" fmla="*/ 1605743 w 2974053"/>
                <a:gd name="connsiteY240" fmla="*/ 10773 h 206010"/>
                <a:gd name="connsiteX241" fmla="*/ 1588149 w 2974053"/>
                <a:gd name="connsiteY241" fmla="*/ 17845 h 206010"/>
                <a:gd name="connsiteX242" fmla="*/ 1584474 w 2974053"/>
                <a:gd name="connsiteY242" fmla="*/ 40205 h 206010"/>
                <a:gd name="connsiteX243" fmla="*/ 1584474 w 2974053"/>
                <a:gd name="connsiteY243" fmla="*/ 167390 h 206010"/>
                <a:gd name="connsiteX244" fmla="*/ 1586361 w 2974053"/>
                <a:gd name="connsiteY244" fmla="*/ 187309 h 206010"/>
                <a:gd name="connsiteX245" fmla="*/ 1592487 w 2974053"/>
                <a:gd name="connsiteY245" fmla="*/ 193534 h 206010"/>
                <a:gd name="connsiteX246" fmla="*/ 1605743 w 2974053"/>
                <a:gd name="connsiteY246" fmla="*/ 197070 h 206010"/>
                <a:gd name="connsiteX247" fmla="*/ 1287305 w 2974053"/>
                <a:gd name="connsiteY247" fmla="*/ 5395 h 206010"/>
                <a:gd name="connsiteX248" fmla="*/ 1340710 w 2974053"/>
                <a:gd name="connsiteY248" fmla="*/ 5395 h 206010"/>
                <a:gd name="connsiteX249" fmla="*/ 1461035 w 2974053"/>
                <a:gd name="connsiteY249" fmla="*/ 153049 h 206010"/>
                <a:gd name="connsiteX250" fmla="*/ 1461035 w 2974053"/>
                <a:gd name="connsiteY250" fmla="*/ 39508 h 206010"/>
                <a:gd name="connsiteX251" fmla="*/ 1456958 w 2974053"/>
                <a:gd name="connsiteY251" fmla="*/ 16849 h 206010"/>
                <a:gd name="connsiteX252" fmla="*/ 1440027 w 2974053"/>
                <a:gd name="connsiteY252" fmla="*/ 10773 h 206010"/>
                <a:gd name="connsiteX253" fmla="*/ 1433158 w 2974053"/>
                <a:gd name="connsiteY253" fmla="*/ 10773 h 206010"/>
                <a:gd name="connsiteX254" fmla="*/ 1433158 w 2974053"/>
                <a:gd name="connsiteY254" fmla="*/ 5395 h 206010"/>
                <a:gd name="connsiteX255" fmla="*/ 1501686 w 2974053"/>
                <a:gd name="connsiteY255" fmla="*/ 5395 h 206010"/>
                <a:gd name="connsiteX256" fmla="*/ 1501686 w 2974053"/>
                <a:gd name="connsiteY256" fmla="*/ 10773 h 206010"/>
                <a:gd name="connsiteX257" fmla="*/ 1494716 w 2974053"/>
                <a:gd name="connsiteY257" fmla="*/ 10773 h 206010"/>
                <a:gd name="connsiteX258" fmla="*/ 1477022 w 2974053"/>
                <a:gd name="connsiteY258" fmla="*/ 18293 h 206010"/>
                <a:gd name="connsiteX259" fmla="*/ 1473849 w 2974053"/>
                <a:gd name="connsiteY259" fmla="*/ 39508 h 206010"/>
                <a:gd name="connsiteX260" fmla="*/ 1473849 w 2974053"/>
                <a:gd name="connsiteY260" fmla="*/ 205387 h 206010"/>
                <a:gd name="connsiteX261" fmla="*/ 1468567 w 2974053"/>
                <a:gd name="connsiteY261" fmla="*/ 205387 h 206010"/>
                <a:gd name="connsiteX262" fmla="*/ 1339063 w 2974053"/>
                <a:gd name="connsiteY262" fmla="*/ 46878 h 206010"/>
                <a:gd name="connsiteX263" fmla="*/ 1339063 w 2974053"/>
                <a:gd name="connsiteY263" fmla="*/ 168236 h 206010"/>
                <a:gd name="connsiteX264" fmla="*/ 1342999 w 2974053"/>
                <a:gd name="connsiteY264" fmla="*/ 190845 h 206010"/>
                <a:gd name="connsiteX265" fmla="*/ 1359930 w 2974053"/>
                <a:gd name="connsiteY265" fmla="*/ 196971 h 206010"/>
                <a:gd name="connsiteX266" fmla="*/ 1366900 w 2974053"/>
                <a:gd name="connsiteY266" fmla="*/ 196971 h 206010"/>
                <a:gd name="connsiteX267" fmla="*/ 1366900 w 2974053"/>
                <a:gd name="connsiteY267" fmla="*/ 202349 h 206010"/>
                <a:gd name="connsiteX268" fmla="*/ 1298231 w 2974053"/>
                <a:gd name="connsiteY268" fmla="*/ 202349 h 206010"/>
                <a:gd name="connsiteX269" fmla="*/ 1298231 w 2974053"/>
                <a:gd name="connsiteY269" fmla="*/ 196971 h 206010"/>
                <a:gd name="connsiteX270" fmla="*/ 1305000 w 2974053"/>
                <a:gd name="connsiteY270" fmla="*/ 196971 h 206010"/>
                <a:gd name="connsiteX271" fmla="*/ 1322875 w 2974053"/>
                <a:gd name="connsiteY271" fmla="*/ 189401 h 206010"/>
                <a:gd name="connsiteX272" fmla="*/ 1326068 w 2974053"/>
                <a:gd name="connsiteY272" fmla="*/ 168236 h 206010"/>
                <a:gd name="connsiteX273" fmla="*/ 1326068 w 2974053"/>
                <a:gd name="connsiteY273" fmla="*/ 31341 h 206010"/>
                <a:gd name="connsiteX274" fmla="*/ 1313074 w 2974053"/>
                <a:gd name="connsiteY274" fmla="*/ 18094 h 206010"/>
                <a:gd name="connsiteX275" fmla="*/ 1287305 w 2974053"/>
                <a:gd name="connsiteY275" fmla="*/ 10873 h 206010"/>
                <a:gd name="connsiteX276" fmla="*/ 1287305 w 2974053"/>
                <a:gd name="connsiteY276" fmla="*/ 5395 h 206010"/>
                <a:gd name="connsiteX277" fmla="*/ 1203493 w 2974053"/>
                <a:gd name="connsiteY277" fmla="*/ 10773 h 206010"/>
                <a:gd name="connsiteX278" fmla="*/ 1203493 w 2974053"/>
                <a:gd name="connsiteY278" fmla="*/ 5395 h 206010"/>
                <a:gd name="connsiteX279" fmla="*/ 1273226 w 2974053"/>
                <a:gd name="connsiteY279" fmla="*/ 5395 h 206010"/>
                <a:gd name="connsiteX280" fmla="*/ 1273226 w 2974053"/>
                <a:gd name="connsiteY280" fmla="*/ 10773 h 206010"/>
                <a:gd name="connsiteX281" fmla="*/ 1265996 w 2974053"/>
                <a:gd name="connsiteY281" fmla="*/ 10773 h 206010"/>
                <a:gd name="connsiteX282" fmla="*/ 1248161 w 2974053"/>
                <a:gd name="connsiteY282" fmla="*/ 20484 h 206010"/>
                <a:gd name="connsiteX283" fmla="*/ 1245068 w 2974053"/>
                <a:gd name="connsiteY283" fmla="*/ 41400 h 206010"/>
                <a:gd name="connsiteX284" fmla="*/ 1245068 w 2974053"/>
                <a:gd name="connsiteY284" fmla="*/ 121078 h 206010"/>
                <a:gd name="connsiteX285" fmla="*/ 1239244 w 2974053"/>
                <a:gd name="connsiteY285" fmla="*/ 166991 h 206010"/>
                <a:gd name="connsiteX286" fmla="*/ 1216187 w 2974053"/>
                <a:gd name="connsiteY286" fmla="*/ 195028 h 206010"/>
                <a:gd name="connsiteX287" fmla="*/ 1169330 w 2974053"/>
                <a:gd name="connsiteY287" fmla="*/ 206731 h 206010"/>
                <a:gd name="connsiteX288" fmla="*/ 1120404 w 2974053"/>
                <a:gd name="connsiteY288" fmla="*/ 195576 h 206010"/>
                <a:gd name="connsiteX289" fmla="*/ 1096745 w 2974053"/>
                <a:gd name="connsiteY289" fmla="*/ 165698 h 206010"/>
                <a:gd name="connsiteX290" fmla="*/ 1092065 w 2974053"/>
                <a:gd name="connsiteY290" fmla="*/ 117193 h 206010"/>
                <a:gd name="connsiteX291" fmla="*/ 1092065 w 2974053"/>
                <a:gd name="connsiteY291" fmla="*/ 40255 h 206010"/>
                <a:gd name="connsiteX292" fmla="*/ 1087084 w 2974053"/>
                <a:gd name="connsiteY292" fmla="*/ 16500 h 206010"/>
                <a:gd name="connsiteX293" fmla="*/ 1070957 w 2974053"/>
                <a:gd name="connsiteY293" fmla="*/ 10823 h 206010"/>
                <a:gd name="connsiteX294" fmla="*/ 1063485 w 2974053"/>
                <a:gd name="connsiteY294" fmla="*/ 10823 h 206010"/>
                <a:gd name="connsiteX295" fmla="*/ 1063485 w 2974053"/>
                <a:gd name="connsiteY295" fmla="*/ 5395 h 206010"/>
                <a:gd name="connsiteX296" fmla="*/ 1148542 w 2974053"/>
                <a:gd name="connsiteY296" fmla="*/ 5395 h 206010"/>
                <a:gd name="connsiteX297" fmla="*/ 1148542 w 2974053"/>
                <a:gd name="connsiteY297" fmla="*/ 10773 h 206010"/>
                <a:gd name="connsiteX298" fmla="*/ 1141031 w 2974053"/>
                <a:gd name="connsiteY298" fmla="*/ 10773 h 206010"/>
                <a:gd name="connsiteX299" fmla="*/ 1123598 w 2974053"/>
                <a:gd name="connsiteY299" fmla="*/ 18443 h 206010"/>
                <a:gd name="connsiteX300" fmla="*/ 1119962 w 2974053"/>
                <a:gd name="connsiteY300" fmla="*/ 40205 h 206010"/>
                <a:gd name="connsiteX301" fmla="*/ 1119962 w 2974053"/>
                <a:gd name="connsiteY301" fmla="*/ 126058 h 206010"/>
                <a:gd name="connsiteX302" fmla="*/ 1122051 w 2974053"/>
                <a:gd name="connsiteY302" fmla="*/ 152302 h 206010"/>
                <a:gd name="connsiteX303" fmla="*/ 1129723 w 2974053"/>
                <a:gd name="connsiteY303" fmla="*/ 175358 h 206010"/>
                <a:gd name="connsiteX304" fmla="*/ 1145610 w 2974053"/>
                <a:gd name="connsiteY304" fmla="*/ 189003 h 206010"/>
                <a:gd name="connsiteX305" fmla="*/ 1171057 w 2974053"/>
                <a:gd name="connsiteY305" fmla="*/ 194381 h 206010"/>
                <a:gd name="connsiteX306" fmla="*/ 1205622 w 2974053"/>
                <a:gd name="connsiteY306" fmla="*/ 185965 h 206010"/>
                <a:gd name="connsiteX307" fmla="*/ 1226148 w 2974053"/>
                <a:gd name="connsiteY307" fmla="*/ 164750 h 206010"/>
                <a:gd name="connsiteX308" fmla="*/ 1231772 w 2974053"/>
                <a:gd name="connsiteY308" fmla="*/ 120231 h 206010"/>
                <a:gd name="connsiteX309" fmla="*/ 1231772 w 2974053"/>
                <a:gd name="connsiteY309" fmla="*/ 40255 h 206010"/>
                <a:gd name="connsiteX310" fmla="*/ 1227695 w 2974053"/>
                <a:gd name="connsiteY310" fmla="*/ 17198 h 206010"/>
                <a:gd name="connsiteX311" fmla="*/ 1210864 w 2974053"/>
                <a:gd name="connsiteY311" fmla="*/ 10823 h 206010"/>
                <a:gd name="connsiteX312" fmla="*/ 694355 w 2974053"/>
                <a:gd name="connsiteY312" fmla="*/ 5395 h 206010"/>
                <a:gd name="connsiteX313" fmla="*/ 748000 w 2974053"/>
                <a:gd name="connsiteY313" fmla="*/ 5395 h 206010"/>
                <a:gd name="connsiteX314" fmla="*/ 868386 w 2974053"/>
                <a:gd name="connsiteY314" fmla="*/ 153049 h 206010"/>
                <a:gd name="connsiteX315" fmla="*/ 868386 w 2974053"/>
                <a:gd name="connsiteY315" fmla="*/ 39508 h 206010"/>
                <a:gd name="connsiteX316" fmla="*/ 864349 w 2974053"/>
                <a:gd name="connsiteY316" fmla="*/ 16849 h 206010"/>
                <a:gd name="connsiteX317" fmla="*/ 847317 w 2974053"/>
                <a:gd name="connsiteY317" fmla="*/ 10773 h 206010"/>
                <a:gd name="connsiteX318" fmla="*/ 840489 w 2974053"/>
                <a:gd name="connsiteY318" fmla="*/ 10773 h 206010"/>
                <a:gd name="connsiteX319" fmla="*/ 840489 w 2974053"/>
                <a:gd name="connsiteY319" fmla="*/ 5395 h 206010"/>
                <a:gd name="connsiteX320" fmla="*/ 909036 w 2974053"/>
                <a:gd name="connsiteY320" fmla="*/ 5395 h 206010"/>
                <a:gd name="connsiteX321" fmla="*/ 909036 w 2974053"/>
                <a:gd name="connsiteY321" fmla="*/ 10773 h 206010"/>
                <a:gd name="connsiteX322" fmla="*/ 902047 w 2974053"/>
                <a:gd name="connsiteY322" fmla="*/ 10773 h 206010"/>
                <a:gd name="connsiteX323" fmla="*/ 884373 w 2974053"/>
                <a:gd name="connsiteY323" fmla="*/ 18293 h 206010"/>
                <a:gd name="connsiteX324" fmla="*/ 881179 w 2974053"/>
                <a:gd name="connsiteY324" fmla="*/ 39508 h 206010"/>
                <a:gd name="connsiteX325" fmla="*/ 881179 w 2974053"/>
                <a:gd name="connsiteY325" fmla="*/ 205387 h 206010"/>
                <a:gd name="connsiteX326" fmla="*/ 875958 w 2974053"/>
                <a:gd name="connsiteY326" fmla="*/ 205387 h 206010"/>
                <a:gd name="connsiteX327" fmla="*/ 746152 w 2974053"/>
                <a:gd name="connsiteY327" fmla="*/ 46878 h 206010"/>
                <a:gd name="connsiteX328" fmla="*/ 746152 w 2974053"/>
                <a:gd name="connsiteY328" fmla="*/ 168236 h 206010"/>
                <a:gd name="connsiteX329" fmla="*/ 750049 w 2974053"/>
                <a:gd name="connsiteY329" fmla="*/ 190845 h 206010"/>
                <a:gd name="connsiteX330" fmla="*/ 767080 w 2974053"/>
                <a:gd name="connsiteY330" fmla="*/ 196971 h 206010"/>
                <a:gd name="connsiteX331" fmla="*/ 773989 w 2974053"/>
                <a:gd name="connsiteY331" fmla="*/ 196971 h 206010"/>
                <a:gd name="connsiteX332" fmla="*/ 773989 w 2974053"/>
                <a:gd name="connsiteY332" fmla="*/ 202349 h 206010"/>
                <a:gd name="connsiteX333" fmla="*/ 705220 w 2974053"/>
                <a:gd name="connsiteY333" fmla="*/ 202349 h 206010"/>
                <a:gd name="connsiteX334" fmla="*/ 705220 w 2974053"/>
                <a:gd name="connsiteY334" fmla="*/ 196971 h 206010"/>
                <a:gd name="connsiteX335" fmla="*/ 712029 w 2974053"/>
                <a:gd name="connsiteY335" fmla="*/ 196971 h 206010"/>
                <a:gd name="connsiteX336" fmla="*/ 729964 w 2974053"/>
                <a:gd name="connsiteY336" fmla="*/ 189401 h 206010"/>
                <a:gd name="connsiteX337" fmla="*/ 733098 w 2974053"/>
                <a:gd name="connsiteY337" fmla="*/ 168236 h 206010"/>
                <a:gd name="connsiteX338" fmla="*/ 733098 w 2974053"/>
                <a:gd name="connsiteY338" fmla="*/ 31341 h 206010"/>
                <a:gd name="connsiteX339" fmla="*/ 720103 w 2974053"/>
                <a:gd name="connsiteY339" fmla="*/ 18094 h 206010"/>
                <a:gd name="connsiteX340" fmla="*/ 707148 w 2974053"/>
                <a:gd name="connsiteY340" fmla="*/ 12168 h 206010"/>
                <a:gd name="connsiteX341" fmla="*/ 694355 w 2974053"/>
                <a:gd name="connsiteY341" fmla="*/ 10873 h 206010"/>
                <a:gd name="connsiteX342" fmla="*/ 694355 w 2974053"/>
                <a:gd name="connsiteY342" fmla="*/ 5395 h 206010"/>
                <a:gd name="connsiteX343" fmla="*/ 600661 w 2974053"/>
                <a:gd name="connsiteY343" fmla="*/ 125560 h 206010"/>
                <a:gd name="connsiteX344" fmla="*/ 567241 w 2974053"/>
                <a:gd name="connsiteY344" fmla="*/ 45882 h 206010"/>
                <a:gd name="connsiteX345" fmla="*/ 532977 w 2974053"/>
                <a:gd name="connsiteY345" fmla="*/ 125560 h 206010"/>
                <a:gd name="connsiteX346" fmla="*/ 604698 w 2974053"/>
                <a:gd name="connsiteY346" fmla="*/ 136316 h 206010"/>
                <a:gd name="connsiteX347" fmla="*/ 528498 w 2974053"/>
                <a:gd name="connsiteY347" fmla="*/ 136316 h 206010"/>
                <a:gd name="connsiteX348" fmla="*/ 515142 w 2974053"/>
                <a:gd name="connsiteY348" fmla="*/ 167390 h 206010"/>
                <a:gd name="connsiteX349" fmla="*/ 510161 w 2974053"/>
                <a:gd name="connsiteY349" fmla="*/ 184521 h 206010"/>
                <a:gd name="connsiteX350" fmla="*/ 514459 w 2974053"/>
                <a:gd name="connsiteY350" fmla="*/ 192439 h 206010"/>
                <a:gd name="connsiteX351" fmla="*/ 532937 w 2974053"/>
                <a:gd name="connsiteY351" fmla="*/ 196871 h 206010"/>
                <a:gd name="connsiteX352" fmla="*/ 532937 w 2974053"/>
                <a:gd name="connsiteY352" fmla="*/ 202249 h 206010"/>
                <a:gd name="connsiteX353" fmla="*/ 471017 w 2974053"/>
                <a:gd name="connsiteY353" fmla="*/ 202249 h 206010"/>
                <a:gd name="connsiteX354" fmla="*/ 471017 w 2974053"/>
                <a:gd name="connsiteY354" fmla="*/ 196871 h 206010"/>
                <a:gd name="connsiteX355" fmla="*/ 487004 w 2974053"/>
                <a:gd name="connsiteY355" fmla="*/ 191194 h 206010"/>
                <a:gd name="connsiteX356" fmla="*/ 503393 w 2974053"/>
                <a:gd name="connsiteY356" fmla="*/ 162908 h 206010"/>
                <a:gd name="connsiteX357" fmla="*/ 572623 w 2974053"/>
                <a:gd name="connsiteY357" fmla="*/ 913 h 206010"/>
                <a:gd name="connsiteX358" fmla="*/ 577604 w 2974053"/>
                <a:gd name="connsiteY358" fmla="*/ 913 h 206010"/>
                <a:gd name="connsiteX359" fmla="*/ 646233 w 2974053"/>
                <a:gd name="connsiteY359" fmla="*/ 164750 h 206010"/>
                <a:gd name="connsiteX360" fmla="*/ 661175 w 2974053"/>
                <a:gd name="connsiteY360" fmla="*/ 190397 h 206010"/>
                <a:gd name="connsiteX361" fmla="*/ 679954 w 2974053"/>
                <a:gd name="connsiteY361" fmla="*/ 197020 h 206010"/>
                <a:gd name="connsiteX362" fmla="*/ 679954 w 2974053"/>
                <a:gd name="connsiteY362" fmla="*/ 202399 h 206010"/>
                <a:gd name="connsiteX363" fmla="*/ 602409 w 2974053"/>
                <a:gd name="connsiteY363" fmla="*/ 202399 h 206010"/>
                <a:gd name="connsiteX364" fmla="*/ 602409 w 2974053"/>
                <a:gd name="connsiteY364" fmla="*/ 197020 h 206010"/>
                <a:gd name="connsiteX365" fmla="*/ 618295 w 2974053"/>
                <a:gd name="connsiteY365" fmla="*/ 193086 h 206010"/>
                <a:gd name="connsiteX366" fmla="*/ 622433 w 2974053"/>
                <a:gd name="connsiteY366" fmla="*/ 184919 h 206010"/>
                <a:gd name="connsiteX367" fmla="*/ 616608 w 2974053"/>
                <a:gd name="connsiteY367" fmla="*/ 164750 h 206010"/>
                <a:gd name="connsiteX368" fmla="*/ 604698 w 2974053"/>
                <a:gd name="connsiteY368" fmla="*/ 136466 h 206010"/>
                <a:gd name="connsiteX369" fmla="*/ 234985 w 2974053"/>
                <a:gd name="connsiteY369" fmla="*/ 5395 h 206010"/>
                <a:gd name="connsiteX370" fmla="*/ 288430 w 2974053"/>
                <a:gd name="connsiteY370" fmla="*/ 5395 h 206010"/>
                <a:gd name="connsiteX371" fmla="*/ 408755 w 2974053"/>
                <a:gd name="connsiteY371" fmla="*/ 153049 h 206010"/>
                <a:gd name="connsiteX372" fmla="*/ 408755 w 2974053"/>
                <a:gd name="connsiteY372" fmla="*/ 39508 h 206010"/>
                <a:gd name="connsiteX373" fmla="*/ 404718 w 2974053"/>
                <a:gd name="connsiteY373" fmla="*/ 16849 h 206010"/>
                <a:gd name="connsiteX374" fmla="*/ 387687 w 2974053"/>
                <a:gd name="connsiteY374" fmla="*/ 10773 h 206010"/>
                <a:gd name="connsiteX375" fmla="*/ 380858 w 2974053"/>
                <a:gd name="connsiteY375" fmla="*/ 10773 h 206010"/>
                <a:gd name="connsiteX376" fmla="*/ 380858 w 2974053"/>
                <a:gd name="connsiteY376" fmla="*/ 5395 h 206010"/>
                <a:gd name="connsiteX377" fmla="*/ 449647 w 2974053"/>
                <a:gd name="connsiteY377" fmla="*/ 5395 h 206010"/>
                <a:gd name="connsiteX378" fmla="*/ 449647 w 2974053"/>
                <a:gd name="connsiteY378" fmla="*/ 10773 h 206010"/>
                <a:gd name="connsiteX379" fmla="*/ 442637 w 2974053"/>
                <a:gd name="connsiteY379" fmla="*/ 10773 h 206010"/>
                <a:gd name="connsiteX380" fmla="*/ 424943 w 2974053"/>
                <a:gd name="connsiteY380" fmla="*/ 18293 h 206010"/>
                <a:gd name="connsiteX381" fmla="*/ 421750 w 2974053"/>
                <a:gd name="connsiteY381" fmla="*/ 39508 h 206010"/>
                <a:gd name="connsiteX382" fmla="*/ 421750 w 2974053"/>
                <a:gd name="connsiteY382" fmla="*/ 205387 h 206010"/>
                <a:gd name="connsiteX383" fmla="*/ 416488 w 2974053"/>
                <a:gd name="connsiteY383" fmla="*/ 205387 h 206010"/>
                <a:gd name="connsiteX384" fmla="*/ 286723 w 2974053"/>
                <a:gd name="connsiteY384" fmla="*/ 46878 h 206010"/>
                <a:gd name="connsiteX385" fmla="*/ 286723 w 2974053"/>
                <a:gd name="connsiteY385" fmla="*/ 168236 h 206010"/>
                <a:gd name="connsiteX386" fmla="*/ 290619 w 2974053"/>
                <a:gd name="connsiteY386" fmla="*/ 190845 h 206010"/>
                <a:gd name="connsiteX387" fmla="*/ 307651 w 2974053"/>
                <a:gd name="connsiteY387" fmla="*/ 196971 h 206010"/>
                <a:gd name="connsiteX388" fmla="*/ 314680 w 2974053"/>
                <a:gd name="connsiteY388" fmla="*/ 196971 h 206010"/>
                <a:gd name="connsiteX389" fmla="*/ 314680 w 2974053"/>
                <a:gd name="connsiteY389" fmla="*/ 202349 h 206010"/>
                <a:gd name="connsiteX390" fmla="*/ 246092 w 2974053"/>
                <a:gd name="connsiteY390" fmla="*/ 202349 h 206010"/>
                <a:gd name="connsiteX391" fmla="*/ 246092 w 2974053"/>
                <a:gd name="connsiteY391" fmla="*/ 196971 h 206010"/>
                <a:gd name="connsiteX392" fmla="*/ 252921 w 2974053"/>
                <a:gd name="connsiteY392" fmla="*/ 196971 h 206010"/>
                <a:gd name="connsiteX393" fmla="*/ 270736 w 2974053"/>
                <a:gd name="connsiteY393" fmla="*/ 189401 h 206010"/>
                <a:gd name="connsiteX394" fmla="*/ 273929 w 2974053"/>
                <a:gd name="connsiteY394" fmla="*/ 168236 h 206010"/>
                <a:gd name="connsiteX395" fmla="*/ 273929 w 2974053"/>
                <a:gd name="connsiteY395" fmla="*/ 31341 h 206010"/>
                <a:gd name="connsiteX396" fmla="*/ 260975 w 2974053"/>
                <a:gd name="connsiteY396" fmla="*/ 18094 h 206010"/>
                <a:gd name="connsiteX397" fmla="*/ 247980 w 2974053"/>
                <a:gd name="connsiteY397" fmla="*/ 12168 h 206010"/>
                <a:gd name="connsiteX398" fmla="*/ 235186 w 2974053"/>
                <a:gd name="connsiteY398" fmla="*/ 10873 h 206010"/>
                <a:gd name="connsiteX399" fmla="*/ 235186 w 2974053"/>
                <a:gd name="connsiteY399" fmla="*/ 5395 h 206010"/>
                <a:gd name="connsiteX400" fmla="*/ 216809 w 2974053"/>
                <a:gd name="connsiteY400" fmla="*/ 196871 h 206010"/>
                <a:gd name="connsiteX401" fmla="*/ 216809 w 2974053"/>
                <a:gd name="connsiteY401" fmla="*/ 202249 h 206010"/>
                <a:gd name="connsiteX402" fmla="*/ 132635 w 2974053"/>
                <a:gd name="connsiteY402" fmla="*/ 202249 h 206010"/>
                <a:gd name="connsiteX403" fmla="*/ 132635 w 2974053"/>
                <a:gd name="connsiteY403" fmla="*/ 196871 h 206010"/>
                <a:gd name="connsiteX404" fmla="*/ 139605 w 2974053"/>
                <a:gd name="connsiteY404" fmla="*/ 196871 h 206010"/>
                <a:gd name="connsiteX405" fmla="*/ 157279 w 2974053"/>
                <a:gd name="connsiteY405" fmla="*/ 189650 h 206010"/>
                <a:gd name="connsiteX406" fmla="*/ 160814 w 2974053"/>
                <a:gd name="connsiteY406" fmla="*/ 167290 h 206010"/>
                <a:gd name="connsiteX407" fmla="*/ 160814 w 2974053"/>
                <a:gd name="connsiteY407" fmla="*/ 40255 h 206010"/>
                <a:gd name="connsiteX408" fmla="*/ 158926 w 2974053"/>
                <a:gd name="connsiteY408" fmla="*/ 20335 h 206010"/>
                <a:gd name="connsiteX409" fmla="*/ 152941 w 2974053"/>
                <a:gd name="connsiteY409" fmla="*/ 14110 h 206010"/>
                <a:gd name="connsiteX410" fmla="*/ 139605 w 2974053"/>
                <a:gd name="connsiteY410" fmla="*/ 10624 h 206010"/>
                <a:gd name="connsiteX411" fmla="*/ 132635 w 2974053"/>
                <a:gd name="connsiteY411" fmla="*/ 10624 h 206010"/>
                <a:gd name="connsiteX412" fmla="*/ 132635 w 2974053"/>
                <a:gd name="connsiteY412" fmla="*/ 5395 h 206010"/>
                <a:gd name="connsiteX413" fmla="*/ 217010 w 2974053"/>
                <a:gd name="connsiteY413" fmla="*/ 5395 h 206010"/>
                <a:gd name="connsiteX414" fmla="*/ 217010 w 2974053"/>
                <a:gd name="connsiteY414" fmla="*/ 10773 h 206010"/>
                <a:gd name="connsiteX415" fmla="*/ 210081 w 2974053"/>
                <a:gd name="connsiteY415" fmla="*/ 10773 h 206010"/>
                <a:gd name="connsiteX416" fmla="*/ 192487 w 2974053"/>
                <a:gd name="connsiteY416" fmla="*/ 17845 h 206010"/>
                <a:gd name="connsiteX417" fmla="*/ 188852 w 2974053"/>
                <a:gd name="connsiteY417" fmla="*/ 40205 h 206010"/>
                <a:gd name="connsiteX418" fmla="*/ 188852 w 2974053"/>
                <a:gd name="connsiteY418" fmla="*/ 167390 h 206010"/>
                <a:gd name="connsiteX419" fmla="*/ 190759 w 2974053"/>
                <a:gd name="connsiteY419" fmla="*/ 187309 h 206010"/>
                <a:gd name="connsiteX420" fmla="*/ 196825 w 2974053"/>
                <a:gd name="connsiteY420" fmla="*/ 193534 h 206010"/>
                <a:gd name="connsiteX421" fmla="*/ 210081 w 2974053"/>
                <a:gd name="connsiteY421" fmla="*/ 197070 h 206010"/>
                <a:gd name="connsiteX422" fmla="*/ 24300 w 2974053"/>
                <a:gd name="connsiteY422" fmla="*/ 10873 h 206010"/>
                <a:gd name="connsiteX423" fmla="*/ 24300 w 2974053"/>
                <a:gd name="connsiteY423" fmla="*/ 5395 h 206010"/>
                <a:gd name="connsiteX424" fmla="*/ 108614 w 2974053"/>
                <a:gd name="connsiteY424" fmla="*/ 5395 h 206010"/>
                <a:gd name="connsiteX425" fmla="*/ 108614 w 2974053"/>
                <a:gd name="connsiteY425" fmla="*/ 10773 h 206010"/>
                <a:gd name="connsiteX426" fmla="*/ 101505 w 2974053"/>
                <a:gd name="connsiteY426" fmla="*/ 10773 h 206010"/>
                <a:gd name="connsiteX427" fmla="*/ 83971 w 2974053"/>
                <a:gd name="connsiteY427" fmla="*/ 17845 h 206010"/>
                <a:gd name="connsiteX428" fmla="*/ 80436 w 2974053"/>
                <a:gd name="connsiteY428" fmla="*/ 40205 h 206010"/>
                <a:gd name="connsiteX429" fmla="*/ 80436 w 2974053"/>
                <a:gd name="connsiteY429" fmla="*/ 136466 h 206010"/>
                <a:gd name="connsiteX430" fmla="*/ 75455 w 2974053"/>
                <a:gd name="connsiteY430" fmla="*/ 172469 h 206010"/>
                <a:gd name="connsiteX431" fmla="*/ 58705 w 2974053"/>
                <a:gd name="connsiteY431" fmla="*/ 196473 h 206010"/>
                <a:gd name="connsiteX432" fmla="*/ 29924 w 2974053"/>
                <a:gd name="connsiteY432" fmla="*/ 206731 h 206010"/>
                <a:gd name="connsiteX433" fmla="*/ 8414 w 2974053"/>
                <a:gd name="connsiteY433" fmla="*/ 200008 h 206010"/>
                <a:gd name="connsiteX434" fmla="*/ 882 w 2974053"/>
                <a:gd name="connsiteY434" fmla="*/ 184670 h 206010"/>
                <a:gd name="connsiteX435" fmla="*/ 4517 w 2974053"/>
                <a:gd name="connsiteY435" fmla="*/ 173963 h 206010"/>
                <a:gd name="connsiteX436" fmla="*/ 15724 w 2974053"/>
                <a:gd name="connsiteY436" fmla="*/ 169433 h 206010"/>
                <a:gd name="connsiteX437" fmla="*/ 24039 w 2974053"/>
                <a:gd name="connsiteY437" fmla="*/ 172469 h 206010"/>
                <a:gd name="connsiteX438" fmla="*/ 33419 w 2974053"/>
                <a:gd name="connsiteY438" fmla="*/ 188754 h 206010"/>
                <a:gd name="connsiteX439" fmla="*/ 41975 w 2974053"/>
                <a:gd name="connsiteY439" fmla="*/ 196572 h 206010"/>
                <a:gd name="connsiteX440" fmla="*/ 49345 w 2974053"/>
                <a:gd name="connsiteY440" fmla="*/ 191592 h 206010"/>
                <a:gd name="connsiteX441" fmla="*/ 52740 w 2974053"/>
                <a:gd name="connsiteY441" fmla="*/ 174561 h 206010"/>
                <a:gd name="connsiteX442" fmla="*/ 52740 w 2974053"/>
                <a:gd name="connsiteY442" fmla="*/ 40255 h 206010"/>
                <a:gd name="connsiteX443" fmla="*/ 50852 w 2974053"/>
                <a:gd name="connsiteY443" fmla="*/ 20335 h 206010"/>
                <a:gd name="connsiteX444" fmla="*/ 44766 w 2974053"/>
                <a:gd name="connsiteY444" fmla="*/ 14110 h 206010"/>
                <a:gd name="connsiteX445" fmla="*/ 31511 w 2974053"/>
                <a:gd name="connsiteY445" fmla="*/ 10624 h 206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</a:cxnLst>
              <a:rect l="l" t="t" r="r" b="b"/>
              <a:pathLst>
                <a:path w="2974053" h="206010">
                  <a:moveTo>
                    <a:pt x="2906205" y="5395"/>
                  </a:moveTo>
                  <a:lnTo>
                    <a:pt x="2974894" y="5395"/>
                  </a:lnTo>
                  <a:lnTo>
                    <a:pt x="2974894" y="10773"/>
                  </a:lnTo>
                  <a:lnTo>
                    <a:pt x="2971098" y="10773"/>
                  </a:lnTo>
                  <a:cubicBezTo>
                    <a:pt x="2967262" y="11142"/>
                    <a:pt x="2963486" y="12277"/>
                    <a:pt x="2960092" y="14110"/>
                  </a:cubicBezTo>
                  <a:cubicBezTo>
                    <a:pt x="2955111" y="16415"/>
                    <a:pt x="2950632" y="19662"/>
                    <a:pt x="2946856" y="23672"/>
                  </a:cubicBezTo>
                  <a:cubicBezTo>
                    <a:pt x="2941313" y="29982"/>
                    <a:pt x="2936432" y="36803"/>
                    <a:pt x="2932215" y="44038"/>
                  </a:cubicBezTo>
                  <a:lnTo>
                    <a:pt x="2884735" y="118737"/>
                  </a:lnTo>
                  <a:lnTo>
                    <a:pt x="2884735" y="168137"/>
                  </a:lnTo>
                  <a:cubicBezTo>
                    <a:pt x="2884735" y="180238"/>
                    <a:pt x="2886041" y="187758"/>
                    <a:pt x="2888832" y="190746"/>
                  </a:cubicBezTo>
                  <a:cubicBezTo>
                    <a:pt x="2893452" y="195208"/>
                    <a:pt x="2899778" y="197443"/>
                    <a:pt x="2906205" y="196871"/>
                  </a:cubicBezTo>
                  <a:lnTo>
                    <a:pt x="2912592" y="196871"/>
                  </a:lnTo>
                  <a:lnTo>
                    <a:pt x="2912592" y="202249"/>
                  </a:lnTo>
                  <a:lnTo>
                    <a:pt x="2829001" y="202249"/>
                  </a:lnTo>
                  <a:lnTo>
                    <a:pt x="2829001" y="196871"/>
                  </a:lnTo>
                  <a:lnTo>
                    <a:pt x="2835930" y="196871"/>
                  </a:lnTo>
                  <a:cubicBezTo>
                    <a:pt x="2842759" y="197568"/>
                    <a:pt x="2849427" y="194704"/>
                    <a:pt x="2853664" y="189301"/>
                  </a:cubicBezTo>
                  <a:cubicBezTo>
                    <a:pt x="2855794" y="186214"/>
                    <a:pt x="2856858" y="179343"/>
                    <a:pt x="2856858" y="168137"/>
                  </a:cubicBezTo>
                  <a:lnTo>
                    <a:pt x="2856858" y="121526"/>
                  </a:lnTo>
                  <a:lnTo>
                    <a:pt x="2802811" y="39058"/>
                  </a:lnTo>
                  <a:cubicBezTo>
                    <a:pt x="2798874" y="32729"/>
                    <a:pt x="2794536" y="26675"/>
                    <a:pt x="2789816" y="20931"/>
                  </a:cubicBezTo>
                  <a:cubicBezTo>
                    <a:pt x="2785619" y="17283"/>
                    <a:pt x="2780839" y="14339"/>
                    <a:pt x="2775717" y="12218"/>
                  </a:cubicBezTo>
                  <a:cubicBezTo>
                    <a:pt x="2773066" y="11102"/>
                    <a:pt x="2770174" y="10610"/>
                    <a:pt x="2767302" y="10773"/>
                  </a:cubicBezTo>
                  <a:lnTo>
                    <a:pt x="2767302" y="5395"/>
                  </a:lnTo>
                  <a:lnTo>
                    <a:pt x="2851476" y="5395"/>
                  </a:lnTo>
                  <a:lnTo>
                    <a:pt x="2851476" y="10773"/>
                  </a:lnTo>
                  <a:lnTo>
                    <a:pt x="2847137" y="10773"/>
                  </a:lnTo>
                  <a:cubicBezTo>
                    <a:pt x="2842759" y="10724"/>
                    <a:pt x="2838421" y="11819"/>
                    <a:pt x="2834584" y="13961"/>
                  </a:cubicBezTo>
                  <a:cubicBezTo>
                    <a:pt x="2830949" y="15759"/>
                    <a:pt x="2828700" y="19524"/>
                    <a:pt x="2828861" y="23572"/>
                  </a:cubicBezTo>
                  <a:cubicBezTo>
                    <a:pt x="2828861" y="27058"/>
                    <a:pt x="2831753" y="33532"/>
                    <a:pt x="2837677" y="42396"/>
                  </a:cubicBezTo>
                  <a:lnTo>
                    <a:pt x="2878810" y="105839"/>
                  </a:lnTo>
                  <a:lnTo>
                    <a:pt x="2917412" y="45185"/>
                  </a:lnTo>
                  <a:cubicBezTo>
                    <a:pt x="2923237" y="36070"/>
                    <a:pt x="2926129" y="29299"/>
                    <a:pt x="2926129" y="24867"/>
                  </a:cubicBezTo>
                  <a:cubicBezTo>
                    <a:pt x="2926189" y="22267"/>
                    <a:pt x="2925426" y="19723"/>
                    <a:pt x="2923980" y="17546"/>
                  </a:cubicBezTo>
                  <a:cubicBezTo>
                    <a:pt x="2922494" y="15389"/>
                    <a:pt x="2920405" y="13672"/>
                    <a:pt x="2918015" y="12566"/>
                  </a:cubicBezTo>
                  <a:cubicBezTo>
                    <a:pt x="2914219" y="11182"/>
                    <a:pt x="2910242" y="10570"/>
                    <a:pt x="2906205" y="10773"/>
                  </a:cubicBezTo>
                  <a:lnTo>
                    <a:pt x="2906205" y="5395"/>
                  </a:lnTo>
                  <a:close/>
                  <a:moveTo>
                    <a:pt x="2740308" y="5395"/>
                  </a:moveTo>
                  <a:lnTo>
                    <a:pt x="2742538" y="51559"/>
                  </a:lnTo>
                  <a:lnTo>
                    <a:pt x="2736955" y="51559"/>
                  </a:lnTo>
                  <a:cubicBezTo>
                    <a:pt x="2736473" y="45552"/>
                    <a:pt x="2735006" y="39667"/>
                    <a:pt x="2732636" y="34129"/>
                  </a:cubicBezTo>
                  <a:cubicBezTo>
                    <a:pt x="2729965" y="28896"/>
                    <a:pt x="2725808" y="24578"/>
                    <a:pt x="2720666" y="21729"/>
                  </a:cubicBezTo>
                  <a:cubicBezTo>
                    <a:pt x="2714460" y="18777"/>
                    <a:pt x="2707611" y="17407"/>
                    <a:pt x="2700742" y="17745"/>
                  </a:cubicBezTo>
                  <a:lnTo>
                    <a:pt x="2672966" y="17745"/>
                  </a:lnTo>
                  <a:lnTo>
                    <a:pt x="2672966" y="168137"/>
                  </a:lnTo>
                  <a:cubicBezTo>
                    <a:pt x="2672966" y="180238"/>
                    <a:pt x="2674351" y="187758"/>
                    <a:pt x="2676902" y="190746"/>
                  </a:cubicBezTo>
                  <a:cubicBezTo>
                    <a:pt x="2681401" y="195148"/>
                    <a:pt x="2687607" y="197383"/>
                    <a:pt x="2693873" y="196871"/>
                  </a:cubicBezTo>
                  <a:lnTo>
                    <a:pt x="2700742" y="196871"/>
                  </a:lnTo>
                  <a:lnTo>
                    <a:pt x="2700742" y="202249"/>
                  </a:lnTo>
                  <a:lnTo>
                    <a:pt x="2617231" y="202249"/>
                  </a:lnTo>
                  <a:lnTo>
                    <a:pt x="2617231" y="196871"/>
                  </a:lnTo>
                  <a:lnTo>
                    <a:pt x="2624241" y="196871"/>
                  </a:lnTo>
                  <a:cubicBezTo>
                    <a:pt x="2631050" y="197548"/>
                    <a:pt x="2637717" y="194690"/>
                    <a:pt x="2641935" y="189301"/>
                  </a:cubicBezTo>
                  <a:cubicBezTo>
                    <a:pt x="2644064" y="186214"/>
                    <a:pt x="2645169" y="179343"/>
                    <a:pt x="2645169" y="168137"/>
                  </a:cubicBezTo>
                  <a:lnTo>
                    <a:pt x="2645169" y="17845"/>
                  </a:lnTo>
                  <a:lnTo>
                    <a:pt x="2621449" y="17845"/>
                  </a:lnTo>
                  <a:cubicBezTo>
                    <a:pt x="2614862" y="17536"/>
                    <a:pt x="2608274" y="18208"/>
                    <a:pt x="2601887" y="19837"/>
                  </a:cubicBezTo>
                  <a:cubicBezTo>
                    <a:pt x="2596544" y="21909"/>
                    <a:pt x="2592026" y="25648"/>
                    <a:pt x="2588993" y="30494"/>
                  </a:cubicBezTo>
                  <a:cubicBezTo>
                    <a:pt x="2585036" y="36868"/>
                    <a:pt x="2582807" y="44163"/>
                    <a:pt x="2582566" y="51659"/>
                  </a:cubicBezTo>
                  <a:lnTo>
                    <a:pt x="2577083" y="51659"/>
                  </a:lnTo>
                  <a:lnTo>
                    <a:pt x="2579372" y="5495"/>
                  </a:lnTo>
                  <a:close/>
                  <a:moveTo>
                    <a:pt x="2546053" y="196871"/>
                  </a:moveTo>
                  <a:lnTo>
                    <a:pt x="2546053" y="202249"/>
                  </a:lnTo>
                  <a:lnTo>
                    <a:pt x="2461377" y="202249"/>
                  </a:lnTo>
                  <a:lnTo>
                    <a:pt x="2461377" y="196871"/>
                  </a:lnTo>
                  <a:lnTo>
                    <a:pt x="2468346" y="196871"/>
                  </a:lnTo>
                  <a:cubicBezTo>
                    <a:pt x="2475135" y="197518"/>
                    <a:pt x="2481843" y="194825"/>
                    <a:pt x="2486282" y="189650"/>
                  </a:cubicBezTo>
                  <a:cubicBezTo>
                    <a:pt x="2488631" y="186562"/>
                    <a:pt x="2489816" y="179093"/>
                    <a:pt x="2489816" y="167290"/>
                  </a:cubicBezTo>
                  <a:lnTo>
                    <a:pt x="2489816" y="40255"/>
                  </a:lnTo>
                  <a:cubicBezTo>
                    <a:pt x="2490178" y="33556"/>
                    <a:pt x="2489555" y="26843"/>
                    <a:pt x="2487929" y="20335"/>
                  </a:cubicBezTo>
                  <a:cubicBezTo>
                    <a:pt x="2486703" y="17650"/>
                    <a:pt x="2484614" y="15460"/>
                    <a:pt x="2482003" y="14110"/>
                  </a:cubicBezTo>
                  <a:cubicBezTo>
                    <a:pt x="2477907" y="11829"/>
                    <a:pt x="2473287" y="10630"/>
                    <a:pt x="2468607" y="10624"/>
                  </a:cubicBezTo>
                  <a:lnTo>
                    <a:pt x="2461377" y="10624"/>
                  </a:lnTo>
                  <a:lnTo>
                    <a:pt x="2461377" y="5395"/>
                  </a:lnTo>
                  <a:lnTo>
                    <a:pt x="2546053" y="5395"/>
                  </a:lnTo>
                  <a:lnTo>
                    <a:pt x="2546053" y="10773"/>
                  </a:lnTo>
                  <a:lnTo>
                    <a:pt x="2538923" y="10773"/>
                  </a:lnTo>
                  <a:cubicBezTo>
                    <a:pt x="2532275" y="10196"/>
                    <a:pt x="2525747" y="12825"/>
                    <a:pt x="2521349" y="17845"/>
                  </a:cubicBezTo>
                  <a:cubicBezTo>
                    <a:pt x="2518959" y="20982"/>
                    <a:pt x="2517713" y="28401"/>
                    <a:pt x="2517713" y="40205"/>
                  </a:cubicBezTo>
                  <a:lnTo>
                    <a:pt x="2517713" y="167390"/>
                  </a:lnTo>
                  <a:cubicBezTo>
                    <a:pt x="2517312" y="174087"/>
                    <a:pt x="2517955" y="180806"/>
                    <a:pt x="2519601" y="187309"/>
                  </a:cubicBezTo>
                  <a:cubicBezTo>
                    <a:pt x="2520827" y="190039"/>
                    <a:pt x="2522976" y="192244"/>
                    <a:pt x="2525687" y="193534"/>
                  </a:cubicBezTo>
                  <a:cubicBezTo>
                    <a:pt x="2529704" y="195869"/>
                    <a:pt x="2534283" y="197090"/>
                    <a:pt x="2538923" y="197070"/>
                  </a:cubicBezTo>
                  <a:close/>
                  <a:moveTo>
                    <a:pt x="2410383" y="913"/>
                  </a:moveTo>
                  <a:lnTo>
                    <a:pt x="2410383" y="68989"/>
                  </a:lnTo>
                  <a:lnTo>
                    <a:pt x="2405000" y="68989"/>
                  </a:lnTo>
                  <a:cubicBezTo>
                    <a:pt x="2403916" y="58073"/>
                    <a:pt x="2400722" y="47476"/>
                    <a:pt x="2395641" y="37765"/>
                  </a:cubicBezTo>
                  <a:cubicBezTo>
                    <a:pt x="2391061" y="29932"/>
                    <a:pt x="2384394" y="23542"/>
                    <a:pt x="2376360" y="19339"/>
                  </a:cubicBezTo>
                  <a:cubicBezTo>
                    <a:pt x="2368466" y="14911"/>
                    <a:pt x="2359589" y="12562"/>
                    <a:pt x="2350551" y="12516"/>
                  </a:cubicBezTo>
                  <a:cubicBezTo>
                    <a:pt x="2341373" y="12218"/>
                    <a:pt x="2332435" y="15524"/>
                    <a:pt x="2325647" y="21729"/>
                  </a:cubicBezTo>
                  <a:cubicBezTo>
                    <a:pt x="2319441" y="26948"/>
                    <a:pt x="2315825" y="34592"/>
                    <a:pt x="2315685" y="42695"/>
                  </a:cubicBezTo>
                  <a:cubicBezTo>
                    <a:pt x="2315685" y="48765"/>
                    <a:pt x="2317894" y="54627"/>
                    <a:pt x="2321911" y="59177"/>
                  </a:cubicBezTo>
                  <a:cubicBezTo>
                    <a:pt x="2327896" y="66449"/>
                    <a:pt x="2342156" y="76143"/>
                    <a:pt x="2364711" y="88260"/>
                  </a:cubicBezTo>
                  <a:cubicBezTo>
                    <a:pt x="2377826" y="94825"/>
                    <a:pt x="2390419" y="102417"/>
                    <a:pt x="2402349" y="110967"/>
                  </a:cubicBezTo>
                  <a:cubicBezTo>
                    <a:pt x="2408876" y="115923"/>
                    <a:pt x="2414198" y="122293"/>
                    <a:pt x="2417894" y="129592"/>
                  </a:cubicBezTo>
                  <a:cubicBezTo>
                    <a:pt x="2421489" y="136540"/>
                    <a:pt x="2423357" y="144239"/>
                    <a:pt x="2423377" y="152053"/>
                  </a:cubicBezTo>
                  <a:cubicBezTo>
                    <a:pt x="2423458" y="166818"/>
                    <a:pt x="2417131" y="180895"/>
                    <a:pt x="2406045" y="190646"/>
                  </a:cubicBezTo>
                  <a:cubicBezTo>
                    <a:pt x="2393813" y="201716"/>
                    <a:pt x="2377705" y="207528"/>
                    <a:pt x="2361216" y="206831"/>
                  </a:cubicBezTo>
                  <a:cubicBezTo>
                    <a:pt x="2355814" y="206855"/>
                    <a:pt x="2350411" y="206407"/>
                    <a:pt x="2345068" y="205486"/>
                  </a:cubicBezTo>
                  <a:cubicBezTo>
                    <a:pt x="2338762" y="204106"/>
                    <a:pt x="2332556" y="202359"/>
                    <a:pt x="2326450" y="200257"/>
                  </a:cubicBezTo>
                  <a:cubicBezTo>
                    <a:pt x="2320666" y="198042"/>
                    <a:pt x="2314641" y="196487"/>
                    <a:pt x="2308515" y="195626"/>
                  </a:cubicBezTo>
                  <a:cubicBezTo>
                    <a:pt x="2306386" y="195526"/>
                    <a:pt x="2304317" y="196323"/>
                    <a:pt x="2302791" y="197817"/>
                  </a:cubicBezTo>
                  <a:cubicBezTo>
                    <a:pt x="2300943" y="200475"/>
                    <a:pt x="2299858" y="203594"/>
                    <a:pt x="2299658" y="206831"/>
                  </a:cubicBezTo>
                  <a:lnTo>
                    <a:pt x="2294275" y="206831"/>
                  </a:lnTo>
                  <a:lnTo>
                    <a:pt x="2294275" y="139354"/>
                  </a:lnTo>
                  <a:lnTo>
                    <a:pt x="2299658" y="139354"/>
                  </a:lnTo>
                  <a:cubicBezTo>
                    <a:pt x="2301164" y="150444"/>
                    <a:pt x="2304619" y="161179"/>
                    <a:pt x="2309860" y="171075"/>
                  </a:cubicBezTo>
                  <a:cubicBezTo>
                    <a:pt x="2314681" y="178549"/>
                    <a:pt x="2321429" y="184586"/>
                    <a:pt x="2329382" y="188554"/>
                  </a:cubicBezTo>
                  <a:cubicBezTo>
                    <a:pt x="2338260" y="193190"/>
                    <a:pt x="2348161" y="195566"/>
                    <a:pt x="2358183" y="195477"/>
                  </a:cubicBezTo>
                  <a:cubicBezTo>
                    <a:pt x="2368607" y="196050"/>
                    <a:pt x="2378870" y="192632"/>
                    <a:pt x="2386864" y="185915"/>
                  </a:cubicBezTo>
                  <a:cubicBezTo>
                    <a:pt x="2393532" y="180298"/>
                    <a:pt x="2397388" y="172027"/>
                    <a:pt x="2397368" y="163306"/>
                  </a:cubicBezTo>
                  <a:cubicBezTo>
                    <a:pt x="2397288" y="158157"/>
                    <a:pt x="2395922" y="153107"/>
                    <a:pt x="2393391" y="148617"/>
                  </a:cubicBezTo>
                  <a:cubicBezTo>
                    <a:pt x="2390278" y="143193"/>
                    <a:pt x="2386060" y="138486"/>
                    <a:pt x="2380979" y="134821"/>
                  </a:cubicBezTo>
                  <a:cubicBezTo>
                    <a:pt x="2377203" y="131934"/>
                    <a:pt x="2366900" y="125759"/>
                    <a:pt x="2350049" y="116297"/>
                  </a:cubicBezTo>
                  <a:cubicBezTo>
                    <a:pt x="2337577" y="109638"/>
                    <a:pt x="2325587" y="102120"/>
                    <a:pt x="2314139" y="93788"/>
                  </a:cubicBezTo>
                  <a:cubicBezTo>
                    <a:pt x="2307571" y="88698"/>
                    <a:pt x="2302088" y="82348"/>
                    <a:pt x="2298011" y="75113"/>
                  </a:cubicBezTo>
                  <a:cubicBezTo>
                    <a:pt x="2294315" y="68226"/>
                    <a:pt x="2292447" y="60517"/>
                    <a:pt x="2292528" y="52703"/>
                  </a:cubicBezTo>
                  <a:cubicBezTo>
                    <a:pt x="2292427" y="38781"/>
                    <a:pt x="2298352" y="25490"/>
                    <a:pt x="2308776" y="16251"/>
                  </a:cubicBezTo>
                  <a:cubicBezTo>
                    <a:pt x="2320003" y="5889"/>
                    <a:pt x="2334885" y="375"/>
                    <a:pt x="2350150" y="913"/>
                  </a:cubicBezTo>
                  <a:cubicBezTo>
                    <a:pt x="2361638" y="1138"/>
                    <a:pt x="2372966" y="3746"/>
                    <a:pt x="2383369" y="8582"/>
                  </a:cubicBezTo>
                  <a:cubicBezTo>
                    <a:pt x="2386964" y="10475"/>
                    <a:pt x="2390861" y="11704"/>
                    <a:pt x="2394878" y="12218"/>
                  </a:cubicBezTo>
                  <a:cubicBezTo>
                    <a:pt x="2397147" y="12307"/>
                    <a:pt x="2399376" y="11502"/>
                    <a:pt x="2401064" y="9977"/>
                  </a:cubicBezTo>
                  <a:cubicBezTo>
                    <a:pt x="2403132" y="7357"/>
                    <a:pt x="2404458" y="4224"/>
                    <a:pt x="2404900" y="913"/>
                  </a:cubicBezTo>
                  <a:close/>
                  <a:moveTo>
                    <a:pt x="2121931" y="101058"/>
                  </a:moveTo>
                  <a:lnTo>
                    <a:pt x="2126912" y="101058"/>
                  </a:lnTo>
                  <a:lnTo>
                    <a:pt x="2130206" y="101058"/>
                  </a:lnTo>
                  <a:cubicBezTo>
                    <a:pt x="2149025" y="101058"/>
                    <a:pt x="2163204" y="96989"/>
                    <a:pt x="2172684" y="88859"/>
                  </a:cubicBezTo>
                  <a:cubicBezTo>
                    <a:pt x="2182003" y="81268"/>
                    <a:pt x="2187306" y="69800"/>
                    <a:pt x="2187045" y="57784"/>
                  </a:cubicBezTo>
                  <a:cubicBezTo>
                    <a:pt x="2187446" y="46659"/>
                    <a:pt x="2183269" y="35851"/>
                    <a:pt x="2175476" y="27903"/>
                  </a:cubicBezTo>
                  <a:cubicBezTo>
                    <a:pt x="2167322" y="20002"/>
                    <a:pt x="2156255" y="15819"/>
                    <a:pt x="2144908" y="16351"/>
                  </a:cubicBezTo>
                  <a:cubicBezTo>
                    <a:pt x="2137235" y="16606"/>
                    <a:pt x="2129603" y="17522"/>
                    <a:pt x="2122092" y="19090"/>
                  </a:cubicBezTo>
                  <a:lnTo>
                    <a:pt x="2122092" y="100959"/>
                  </a:lnTo>
                  <a:close/>
                  <a:moveTo>
                    <a:pt x="2261799" y="202249"/>
                  </a:moveTo>
                  <a:lnTo>
                    <a:pt x="2209097" y="202249"/>
                  </a:lnTo>
                  <a:lnTo>
                    <a:pt x="2142618" y="110321"/>
                  </a:lnTo>
                  <a:cubicBezTo>
                    <a:pt x="2137637" y="110321"/>
                    <a:pt x="2133701" y="110570"/>
                    <a:pt x="2130607" y="110570"/>
                  </a:cubicBezTo>
                  <a:lnTo>
                    <a:pt x="2126530" y="110570"/>
                  </a:lnTo>
                  <a:lnTo>
                    <a:pt x="2121991" y="110570"/>
                  </a:lnTo>
                  <a:lnTo>
                    <a:pt x="2121991" y="167738"/>
                  </a:lnTo>
                  <a:cubicBezTo>
                    <a:pt x="2121991" y="180138"/>
                    <a:pt x="2123377" y="187658"/>
                    <a:pt x="2126068" y="190845"/>
                  </a:cubicBezTo>
                  <a:cubicBezTo>
                    <a:pt x="2130347" y="195333"/>
                    <a:pt x="2136432" y="197672"/>
                    <a:pt x="2142618" y="197218"/>
                  </a:cubicBezTo>
                  <a:lnTo>
                    <a:pt x="2150330" y="197218"/>
                  </a:lnTo>
                  <a:lnTo>
                    <a:pt x="2150330" y="202598"/>
                  </a:lnTo>
                  <a:lnTo>
                    <a:pt x="2065855" y="202598"/>
                  </a:lnTo>
                  <a:lnTo>
                    <a:pt x="2065855" y="197218"/>
                  </a:lnTo>
                  <a:lnTo>
                    <a:pt x="2073287" y="197218"/>
                  </a:lnTo>
                  <a:cubicBezTo>
                    <a:pt x="2080216" y="197807"/>
                    <a:pt x="2086964" y="194730"/>
                    <a:pt x="2091061" y="189102"/>
                  </a:cubicBezTo>
                  <a:cubicBezTo>
                    <a:pt x="2093110" y="186065"/>
                    <a:pt x="2094195" y="179142"/>
                    <a:pt x="2094195" y="167738"/>
                  </a:cubicBezTo>
                  <a:lnTo>
                    <a:pt x="2094195" y="40255"/>
                  </a:lnTo>
                  <a:cubicBezTo>
                    <a:pt x="2094195" y="27855"/>
                    <a:pt x="2092749" y="20335"/>
                    <a:pt x="2090057" y="17198"/>
                  </a:cubicBezTo>
                  <a:cubicBezTo>
                    <a:pt x="2085679" y="12700"/>
                    <a:pt x="2079533" y="10365"/>
                    <a:pt x="2073287" y="10823"/>
                  </a:cubicBezTo>
                  <a:lnTo>
                    <a:pt x="2065855" y="10823"/>
                  </a:lnTo>
                  <a:lnTo>
                    <a:pt x="2065855" y="5395"/>
                  </a:lnTo>
                  <a:lnTo>
                    <a:pt x="2137637" y="5395"/>
                  </a:lnTo>
                  <a:cubicBezTo>
                    <a:pt x="2153182" y="4809"/>
                    <a:pt x="2168728" y="6351"/>
                    <a:pt x="2183851" y="9977"/>
                  </a:cubicBezTo>
                  <a:cubicBezTo>
                    <a:pt x="2193732" y="13000"/>
                    <a:pt x="2202510" y="18851"/>
                    <a:pt x="2209097" y="26809"/>
                  </a:cubicBezTo>
                  <a:cubicBezTo>
                    <a:pt x="2216006" y="34980"/>
                    <a:pt x="2219702" y="45394"/>
                    <a:pt x="2219461" y="56091"/>
                  </a:cubicBezTo>
                  <a:cubicBezTo>
                    <a:pt x="2219662" y="67698"/>
                    <a:pt x="2215444" y="78953"/>
                    <a:pt x="2207651" y="87563"/>
                  </a:cubicBezTo>
                  <a:cubicBezTo>
                    <a:pt x="2199738" y="96427"/>
                    <a:pt x="2187727" y="102750"/>
                    <a:pt x="2171058" y="106437"/>
                  </a:cubicBezTo>
                  <a:lnTo>
                    <a:pt x="2211688" y="162908"/>
                  </a:lnTo>
                  <a:cubicBezTo>
                    <a:pt x="2218075" y="172862"/>
                    <a:pt x="2226169" y="181612"/>
                    <a:pt x="2235609" y="188754"/>
                  </a:cubicBezTo>
                  <a:cubicBezTo>
                    <a:pt x="2243602" y="193395"/>
                    <a:pt x="2252540" y="196168"/>
                    <a:pt x="2261758" y="196871"/>
                  </a:cubicBezTo>
                  <a:lnTo>
                    <a:pt x="2261758" y="202249"/>
                  </a:lnTo>
                  <a:close/>
                  <a:moveTo>
                    <a:pt x="1926450" y="16251"/>
                  </a:moveTo>
                  <a:lnTo>
                    <a:pt x="1926450" y="93987"/>
                  </a:lnTo>
                  <a:lnTo>
                    <a:pt x="1969672" y="93987"/>
                  </a:lnTo>
                  <a:cubicBezTo>
                    <a:pt x="1980939" y="93987"/>
                    <a:pt x="1988410" y="92345"/>
                    <a:pt x="1992186" y="89007"/>
                  </a:cubicBezTo>
                  <a:cubicBezTo>
                    <a:pt x="1997167" y="84575"/>
                    <a:pt x="1999959" y="76708"/>
                    <a:pt x="2000601" y="65503"/>
                  </a:cubicBezTo>
                  <a:lnTo>
                    <a:pt x="2005944" y="65503"/>
                  </a:lnTo>
                  <a:lnTo>
                    <a:pt x="2005944" y="134024"/>
                  </a:lnTo>
                  <a:lnTo>
                    <a:pt x="2000601" y="134024"/>
                  </a:lnTo>
                  <a:cubicBezTo>
                    <a:pt x="2000039" y="127721"/>
                    <a:pt x="1998653" y="121510"/>
                    <a:pt x="1996524" y="115550"/>
                  </a:cubicBezTo>
                  <a:cubicBezTo>
                    <a:pt x="1994616" y="112044"/>
                    <a:pt x="1991624" y="109251"/>
                    <a:pt x="1988008" y="107582"/>
                  </a:cubicBezTo>
                  <a:cubicBezTo>
                    <a:pt x="1982164" y="105331"/>
                    <a:pt x="1975918" y="104345"/>
                    <a:pt x="1969672" y="104694"/>
                  </a:cubicBezTo>
                  <a:lnTo>
                    <a:pt x="1926450" y="104694"/>
                  </a:lnTo>
                  <a:lnTo>
                    <a:pt x="1926450" y="169433"/>
                  </a:lnTo>
                  <a:cubicBezTo>
                    <a:pt x="1926128" y="174750"/>
                    <a:pt x="1926510" y="180089"/>
                    <a:pt x="1927535" y="185318"/>
                  </a:cubicBezTo>
                  <a:cubicBezTo>
                    <a:pt x="1928378" y="187230"/>
                    <a:pt x="1929804" y="188819"/>
                    <a:pt x="1931631" y="189849"/>
                  </a:cubicBezTo>
                  <a:cubicBezTo>
                    <a:pt x="1935127" y="191208"/>
                    <a:pt x="1938882" y="191770"/>
                    <a:pt x="1942638" y="191493"/>
                  </a:cubicBezTo>
                  <a:lnTo>
                    <a:pt x="1976099" y="191493"/>
                  </a:lnTo>
                  <a:cubicBezTo>
                    <a:pt x="1984233" y="191831"/>
                    <a:pt x="1992387" y="191044"/>
                    <a:pt x="2000300" y="189152"/>
                  </a:cubicBezTo>
                  <a:cubicBezTo>
                    <a:pt x="2005803" y="187321"/>
                    <a:pt x="2010764" y="184198"/>
                    <a:pt x="2014801" y="180039"/>
                  </a:cubicBezTo>
                  <a:cubicBezTo>
                    <a:pt x="2022252" y="171927"/>
                    <a:pt x="2028479" y="162768"/>
                    <a:pt x="2033279" y="152848"/>
                  </a:cubicBezTo>
                  <a:lnTo>
                    <a:pt x="2039063" y="152848"/>
                  </a:lnTo>
                  <a:lnTo>
                    <a:pt x="2022132" y="202249"/>
                  </a:lnTo>
                  <a:lnTo>
                    <a:pt x="1870354" y="202249"/>
                  </a:lnTo>
                  <a:lnTo>
                    <a:pt x="1870354" y="196871"/>
                  </a:lnTo>
                  <a:lnTo>
                    <a:pt x="1877384" y="196871"/>
                  </a:lnTo>
                  <a:cubicBezTo>
                    <a:pt x="1881983" y="196861"/>
                    <a:pt x="1886502" y="195696"/>
                    <a:pt x="1890539" y="193485"/>
                  </a:cubicBezTo>
                  <a:cubicBezTo>
                    <a:pt x="1893512" y="192136"/>
                    <a:pt x="1895801" y="189640"/>
                    <a:pt x="1896906" y="186562"/>
                  </a:cubicBezTo>
                  <a:cubicBezTo>
                    <a:pt x="1898272" y="180318"/>
                    <a:pt x="1898814" y="173923"/>
                    <a:pt x="1898492" y="167539"/>
                  </a:cubicBezTo>
                  <a:lnTo>
                    <a:pt x="1898492" y="39757"/>
                  </a:lnTo>
                  <a:cubicBezTo>
                    <a:pt x="1898492" y="27257"/>
                    <a:pt x="1897247" y="19837"/>
                    <a:pt x="1894757" y="16700"/>
                  </a:cubicBezTo>
                  <a:cubicBezTo>
                    <a:pt x="1890077" y="12363"/>
                    <a:pt x="1883751" y="10241"/>
                    <a:pt x="1877384" y="10873"/>
                  </a:cubicBezTo>
                  <a:lnTo>
                    <a:pt x="1870354" y="10873"/>
                  </a:lnTo>
                  <a:lnTo>
                    <a:pt x="1870354" y="5395"/>
                  </a:lnTo>
                  <a:lnTo>
                    <a:pt x="2022132" y="5395"/>
                  </a:lnTo>
                  <a:lnTo>
                    <a:pt x="2024321" y="48470"/>
                  </a:lnTo>
                  <a:lnTo>
                    <a:pt x="2018597" y="48470"/>
                  </a:lnTo>
                  <a:cubicBezTo>
                    <a:pt x="2017552" y="41030"/>
                    <a:pt x="2015263" y="33825"/>
                    <a:pt x="2011809" y="27156"/>
                  </a:cubicBezTo>
                  <a:cubicBezTo>
                    <a:pt x="2009177" y="23148"/>
                    <a:pt x="2005362" y="20052"/>
                    <a:pt x="2000903" y="18293"/>
                  </a:cubicBezTo>
                  <a:cubicBezTo>
                    <a:pt x="1994235" y="16520"/>
                    <a:pt x="1987326" y="15799"/>
                    <a:pt x="1980437" y="16152"/>
                  </a:cubicBezTo>
                  <a:close/>
                  <a:moveTo>
                    <a:pt x="1845811" y="5395"/>
                  </a:moveTo>
                  <a:lnTo>
                    <a:pt x="1845811" y="10773"/>
                  </a:lnTo>
                  <a:cubicBezTo>
                    <a:pt x="1840007" y="11522"/>
                    <a:pt x="1834524" y="13827"/>
                    <a:pt x="1829924" y="17448"/>
                  </a:cubicBezTo>
                  <a:cubicBezTo>
                    <a:pt x="1823879" y="23642"/>
                    <a:pt x="1819240" y="31062"/>
                    <a:pt x="1816327" y="39209"/>
                  </a:cubicBezTo>
                  <a:lnTo>
                    <a:pt x="1747639" y="206831"/>
                  </a:lnTo>
                  <a:lnTo>
                    <a:pt x="1742256" y="206831"/>
                  </a:lnTo>
                  <a:lnTo>
                    <a:pt x="1668547" y="37117"/>
                  </a:lnTo>
                  <a:cubicBezTo>
                    <a:pt x="1666398" y="31554"/>
                    <a:pt x="1663706" y="26221"/>
                    <a:pt x="1660513" y="21182"/>
                  </a:cubicBezTo>
                  <a:cubicBezTo>
                    <a:pt x="1658123" y="18184"/>
                    <a:pt x="1655070" y="15783"/>
                    <a:pt x="1651615" y="14160"/>
                  </a:cubicBezTo>
                  <a:cubicBezTo>
                    <a:pt x="1647097" y="12202"/>
                    <a:pt x="1642276" y="11092"/>
                    <a:pt x="1637356" y="10873"/>
                  </a:cubicBezTo>
                  <a:lnTo>
                    <a:pt x="1637356" y="5395"/>
                  </a:lnTo>
                  <a:lnTo>
                    <a:pt x="1717753" y="5395"/>
                  </a:lnTo>
                  <a:lnTo>
                    <a:pt x="1717753" y="10773"/>
                  </a:lnTo>
                  <a:cubicBezTo>
                    <a:pt x="1711527" y="10809"/>
                    <a:pt x="1705422" y="12401"/>
                    <a:pt x="1699979" y="15405"/>
                  </a:cubicBezTo>
                  <a:cubicBezTo>
                    <a:pt x="1697368" y="17476"/>
                    <a:pt x="1695881" y="20644"/>
                    <a:pt x="1695942" y="23970"/>
                  </a:cubicBezTo>
                  <a:cubicBezTo>
                    <a:pt x="1696765" y="31867"/>
                    <a:pt x="1699055" y="39546"/>
                    <a:pt x="1702650" y="46629"/>
                  </a:cubicBezTo>
                  <a:lnTo>
                    <a:pt x="1752720" y="162013"/>
                  </a:lnTo>
                  <a:lnTo>
                    <a:pt x="1799195" y="48073"/>
                  </a:lnTo>
                  <a:cubicBezTo>
                    <a:pt x="1802690" y="40697"/>
                    <a:pt x="1804980" y="32815"/>
                    <a:pt x="1806004" y="24717"/>
                  </a:cubicBezTo>
                  <a:cubicBezTo>
                    <a:pt x="1805843" y="21526"/>
                    <a:pt x="1804297" y="18562"/>
                    <a:pt x="1801766" y="16600"/>
                  </a:cubicBezTo>
                  <a:cubicBezTo>
                    <a:pt x="1797629" y="13538"/>
                    <a:pt x="1792708" y="11674"/>
                    <a:pt x="1787587" y="11222"/>
                  </a:cubicBezTo>
                  <a:lnTo>
                    <a:pt x="1785096" y="10773"/>
                  </a:lnTo>
                  <a:lnTo>
                    <a:pt x="1785096" y="5395"/>
                  </a:lnTo>
                  <a:close/>
                  <a:moveTo>
                    <a:pt x="1612612" y="196871"/>
                  </a:moveTo>
                  <a:lnTo>
                    <a:pt x="1612612" y="202249"/>
                  </a:lnTo>
                  <a:lnTo>
                    <a:pt x="1527936" y="202249"/>
                  </a:lnTo>
                  <a:lnTo>
                    <a:pt x="1527936" y="196871"/>
                  </a:lnTo>
                  <a:lnTo>
                    <a:pt x="1534966" y="196871"/>
                  </a:lnTo>
                  <a:cubicBezTo>
                    <a:pt x="1541754" y="197518"/>
                    <a:pt x="1548442" y="194825"/>
                    <a:pt x="1552881" y="189650"/>
                  </a:cubicBezTo>
                  <a:cubicBezTo>
                    <a:pt x="1555170" y="186562"/>
                    <a:pt x="1556416" y="179093"/>
                    <a:pt x="1556416" y="167290"/>
                  </a:cubicBezTo>
                  <a:lnTo>
                    <a:pt x="1556416" y="40255"/>
                  </a:lnTo>
                  <a:cubicBezTo>
                    <a:pt x="1556797" y="33556"/>
                    <a:pt x="1556155" y="26843"/>
                    <a:pt x="1554528" y="20335"/>
                  </a:cubicBezTo>
                  <a:cubicBezTo>
                    <a:pt x="1553303" y="17650"/>
                    <a:pt x="1551234" y="15460"/>
                    <a:pt x="1548603" y="14110"/>
                  </a:cubicBezTo>
                  <a:cubicBezTo>
                    <a:pt x="1544506" y="11829"/>
                    <a:pt x="1539906" y="10630"/>
                    <a:pt x="1535207" y="10624"/>
                  </a:cubicBezTo>
                  <a:lnTo>
                    <a:pt x="1528177" y="10624"/>
                  </a:lnTo>
                  <a:lnTo>
                    <a:pt x="1528177" y="5395"/>
                  </a:lnTo>
                  <a:lnTo>
                    <a:pt x="1612853" y="5395"/>
                  </a:lnTo>
                  <a:lnTo>
                    <a:pt x="1612853" y="10773"/>
                  </a:lnTo>
                  <a:lnTo>
                    <a:pt x="1605743" y="10773"/>
                  </a:lnTo>
                  <a:cubicBezTo>
                    <a:pt x="1599075" y="10196"/>
                    <a:pt x="1592548" y="12825"/>
                    <a:pt x="1588149" y="17845"/>
                  </a:cubicBezTo>
                  <a:cubicBezTo>
                    <a:pt x="1585759" y="20982"/>
                    <a:pt x="1584474" y="28401"/>
                    <a:pt x="1584474" y="40205"/>
                  </a:cubicBezTo>
                  <a:lnTo>
                    <a:pt x="1584474" y="167390"/>
                  </a:lnTo>
                  <a:cubicBezTo>
                    <a:pt x="1584092" y="174087"/>
                    <a:pt x="1584735" y="180800"/>
                    <a:pt x="1586361" y="187309"/>
                  </a:cubicBezTo>
                  <a:cubicBezTo>
                    <a:pt x="1587627" y="190023"/>
                    <a:pt x="1589796" y="192220"/>
                    <a:pt x="1592487" y="193534"/>
                  </a:cubicBezTo>
                  <a:cubicBezTo>
                    <a:pt x="1596504" y="195875"/>
                    <a:pt x="1601083" y="197094"/>
                    <a:pt x="1605743" y="197070"/>
                  </a:cubicBezTo>
                  <a:close/>
                  <a:moveTo>
                    <a:pt x="1287305" y="5395"/>
                  </a:moveTo>
                  <a:lnTo>
                    <a:pt x="1340710" y="5395"/>
                  </a:lnTo>
                  <a:lnTo>
                    <a:pt x="1461035" y="153049"/>
                  </a:lnTo>
                  <a:lnTo>
                    <a:pt x="1461035" y="39508"/>
                  </a:lnTo>
                  <a:cubicBezTo>
                    <a:pt x="1461035" y="27456"/>
                    <a:pt x="1459689" y="19837"/>
                    <a:pt x="1456958" y="16849"/>
                  </a:cubicBezTo>
                  <a:cubicBezTo>
                    <a:pt x="1452459" y="12461"/>
                    <a:pt x="1446293" y="10241"/>
                    <a:pt x="1440027" y="10773"/>
                  </a:cubicBezTo>
                  <a:lnTo>
                    <a:pt x="1433158" y="10773"/>
                  </a:lnTo>
                  <a:lnTo>
                    <a:pt x="1433158" y="5395"/>
                  </a:lnTo>
                  <a:lnTo>
                    <a:pt x="1501686" y="5395"/>
                  </a:lnTo>
                  <a:lnTo>
                    <a:pt x="1501686" y="10773"/>
                  </a:lnTo>
                  <a:lnTo>
                    <a:pt x="1494716" y="10773"/>
                  </a:lnTo>
                  <a:cubicBezTo>
                    <a:pt x="1487928" y="10086"/>
                    <a:pt x="1481240" y="12925"/>
                    <a:pt x="1477022" y="18293"/>
                  </a:cubicBezTo>
                  <a:cubicBezTo>
                    <a:pt x="1474893" y="21432"/>
                    <a:pt x="1473849" y="28253"/>
                    <a:pt x="1473849" y="39508"/>
                  </a:cubicBezTo>
                  <a:lnTo>
                    <a:pt x="1473849" y="205387"/>
                  </a:lnTo>
                  <a:lnTo>
                    <a:pt x="1468567" y="205387"/>
                  </a:lnTo>
                  <a:lnTo>
                    <a:pt x="1339063" y="46878"/>
                  </a:lnTo>
                  <a:lnTo>
                    <a:pt x="1339063" y="168236"/>
                  </a:lnTo>
                  <a:cubicBezTo>
                    <a:pt x="1339063" y="180338"/>
                    <a:pt x="1340368" y="187857"/>
                    <a:pt x="1342999" y="190845"/>
                  </a:cubicBezTo>
                  <a:cubicBezTo>
                    <a:pt x="1347478" y="195246"/>
                    <a:pt x="1353664" y="197483"/>
                    <a:pt x="1359930" y="196971"/>
                  </a:cubicBezTo>
                  <a:lnTo>
                    <a:pt x="1366900" y="196971"/>
                  </a:lnTo>
                  <a:lnTo>
                    <a:pt x="1366900" y="202349"/>
                  </a:lnTo>
                  <a:lnTo>
                    <a:pt x="1298231" y="202349"/>
                  </a:lnTo>
                  <a:lnTo>
                    <a:pt x="1298231" y="196971"/>
                  </a:lnTo>
                  <a:lnTo>
                    <a:pt x="1305000" y="196971"/>
                  </a:lnTo>
                  <a:cubicBezTo>
                    <a:pt x="1311869" y="197662"/>
                    <a:pt x="1318597" y="194809"/>
                    <a:pt x="1322875" y="189401"/>
                  </a:cubicBezTo>
                  <a:cubicBezTo>
                    <a:pt x="1325024" y="186312"/>
                    <a:pt x="1326068" y="179441"/>
                    <a:pt x="1326068" y="168236"/>
                  </a:cubicBezTo>
                  <a:lnTo>
                    <a:pt x="1326068" y="31341"/>
                  </a:lnTo>
                  <a:cubicBezTo>
                    <a:pt x="1322192" y="26490"/>
                    <a:pt x="1317834" y="22054"/>
                    <a:pt x="1313074" y="18094"/>
                  </a:cubicBezTo>
                  <a:cubicBezTo>
                    <a:pt x="1305522" y="12909"/>
                    <a:pt x="1296464" y="10371"/>
                    <a:pt x="1287305" y="10873"/>
                  </a:cubicBezTo>
                  <a:lnTo>
                    <a:pt x="1287305" y="5395"/>
                  </a:lnTo>
                  <a:close/>
                  <a:moveTo>
                    <a:pt x="1203493" y="10773"/>
                  </a:moveTo>
                  <a:lnTo>
                    <a:pt x="1203493" y="5395"/>
                  </a:lnTo>
                  <a:lnTo>
                    <a:pt x="1273226" y="5395"/>
                  </a:lnTo>
                  <a:lnTo>
                    <a:pt x="1273226" y="10773"/>
                  </a:lnTo>
                  <a:lnTo>
                    <a:pt x="1265996" y="10773"/>
                  </a:lnTo>
                  <a:cubicBezTo>
                    <a:pt x="1258725" y="10510"/>
                    <a:pt x="1251897" y="14235"/>
                    <a:pt x="1248161" y="20484"/>
                  </a:cubicBezTo>
                  <a:cubicBezTo>
                    <a:pt x="1246132" y="23522"/>
                    <a:pt x="1245068" y="30444"/>
                    <a:pt x="1245068" y="41400"/>
                  </a:cubicBezTo>
                  <a:lnTo>
                    <a:pt x="1245068" y="121078"/>
                  </a:lnTo>
                  <a:cubicBezTo>
                    <a:pt x="1245691" y="136599"/>
                    <a:pt x="1243722" y="152111"/>
                    <a:pt x="1239244" y="166991"/>
                  </a:cubicBezTo>
                  <a:cubicBezTo>
                    <a:pt x="1234785" y="178575"/>
                    <a:pt x="1226691" y="188411"/>
                    <a:pt x="1216187" y="195028"/>
                  </a:cubicBezTo>
                  <a:cubicBezTo>
                    <a:pt x="1204638" y="202847"/>
                    <a:pt x="1189053" y="206731"/>
                    <a:pt x="1169330" y="206731"/>
                  </a:cubicBezTo>
                  <a:cubicBezTo>
                    <a:pt x="1147860" y="206731"/>
                    <a:pt x="1131571" y="203012"/>
                    <a:pt x="1120404" y="195576"/>
                  </a:cubicBezTo>
                  <a:cubicBezTo>
                    <a:pt x="1109519" y="188415"/>
                    <a:pt x="1101224" y="177937"/>
                    <a:pt x="1096745" y="165698"/>
                  </a:cubicBezTo>
                  <a:cubicBezTo>
                    <a:pt x="1093672" y="157081"/>
                    <a:pt x="1092065" y="140798"/>
                    <a:pt x="1092065" y="117193"/>
                  </a:cubicBezTo>
                  <a:lnTo>
                    <a:pt x="1092065" y="40255"/>
                  </a:lnTo>
                  <a:cubicBezTo>
                    <a:pt x="1092065" y="28153"/>
                    <a:pt x="1090418" y="20335"/>
                    <a:pt x="1087084" y="16500"/>
                  </a:cubicBezTo>
                  <a:cubicBezTo>
                    <a:pt x="1082786" y="12357"/>
                    <a:pt x="1076902" y="10285"/>
                    <a:pt x="1070957" y="10823"/>
                  </a:cubicBezTo>
                  <a:lnTo>
                    <a:pt x="1063485" y="10823"/>
                  </a:lnTo>
                  <a:lnTo>
                    <a:pt x="1063485" y="5395"/>
                  </a:lnTo>
                  <a:lnTo>
                    <a:pt x="1148542" y="5395"/>
                  </a:lnTo>
                  <a:lnTo>
                    <a:pt x="1148542" y="10773"/>
                  </a:lnTo>
                  <a:lnTo>
                    <a:pt x="1141031" y="10773"/>
                  </a:lnTo>
                  <a:cubicBezTo>
                    <a:pt x="1134283" y="10132"/>
                    <a:pt x="1127675" y="13034"/>
                    <a:pt x="1123598" y="18443"/>
                  </a:cubicBezTo>
                  <a:cubicBezTo>
                    <a:pt x="1121147" y="21930"/>
                    <a:pt x="1119962" y="29249"/>
                    <a:pt x="1119962" y="40205"/>
                  </a:cubicBezTo>
                  <a:lnTo>
                    <a:pt x="1119962" y="126058"/>
                  </a:lnTo>
                  <a:cubicBezTo>
                    <a:pt x="1120043" y="134842"/>
                    <a:pt x="1120746" y="143611"/>
                    <a:pt x="1122051" y="152302"/>
                  </a:cubicBezTo>
                  <a:cubicBezTo>
                    <a:pt x="1122895" y="160452"/>
                    <a:pt x="1125506" y="168326"/>
                    <a:pt x="1129723" y="175358"/>
                  </a:cubicBezTo>
                  <a:cubicBezTo>
                    <a:pt x="1133740" y="181214"/>
                    <a:pt x="1139223" y="185921"/>
                    <a:pt x="1145610" y="189003"/>
                  </a:cubicBezTo>
                  <a:cubicBezTo>
                    <a:pt x="1153523" y="192837"/>
                    <a:pt x="1162260" y="194680"/>
                    <a:pt x="1171057" y="194381"/>
                  </a:cubicBezTo>
                  <a:cubicBezTo>
                    <a:pt x="1183108" y="194566"/>
                    <a:pt x="1195018" y="191666"/>
                    <a:pt x="1205622" y="185965"/>
                  </a:cubicBezTo>
                  <a:cubicBezTo>
                    <a:pt x="1214660" y="181399"/>
                    <a:pt x="1221891" y="173923"/>
                    <a:pt x="1226148" y="164750"/>
                  </a:cubicBezTo>
                  <a:cubicBezTo>
                    <a:pt x="1229884" y="155936"/>
                    <a:pt x="1231772" y="141147"/>
                    <a:pt x="1231772" y="120231"/>
                  </a:cubicBezTo>
                  <a:lnTo>
                    <a:pt x="1231772" y="40255"/>
                  </a:lnTo>
                  <a:cubicBezTo>
                    <a:pt x="1231772" y="27954"/>
                    <a:pt x="1230386" y="20335"/>
                    <a:pt x="1227695" y="17198"/>
                  </a:cubicBezTo>
                  <a:cubicBezTo>
                    <a:pt x="1223296" y="12710"/>
                    <a:pt x="1217131" y="10381"/>
                    <a:pt x="1210864" y="10823"/>
                  </a:cubicBezTo>
                  <a:close/>
                  <a:moveTo>
                    <a:pt x="694355" y="5395"/>
                  </a:moveTo>
                  <a:lnTo>
                    <a:pt x="748000" y="5395"/>
                  </a:lnTo>
                  <a:lnTo>
                    <a:pt x="868386" y="153049"/>
                  </a:lnTo>
                  <a:lnTo>
                    <a:pt x="868386" y="39508"/>
                  </a:lnTo>
                  <a:cubicBezTo>
                    <a:pt x="868386" y="27456"/>
                    <a:pt x="866980" y="19837"/>
                    <a:pt x="864349" y="16849"/>
                  </a:cubicBezTo>
                  <a:cubicBezTo>
                    <a:pt x="859810" y="12461"/>
                    <a:pt x="853604" y="10247"/>
                    <a:pt x="847317" y="10773"/>
                  </a:cubicBezTo>
                  <a:lnTo>
                    <a:pt x="840489" y="10773"/>
                  </a:lnTo>
                  <a:lnTo>
                    <a:pt x="840489" y="5395"/>
                  </a:lnTo>
                  <a:lnTo>
                    <a:pt x="909036" y="5395"/>
                  </a:lnTo>
                  <a:lnTo>
                    <a:pt x="909036" y="10773"/>
                  </a:lnTo>
                  <a:lnTo>
                    <a:pt x="902047" y="10773"/>
                  </a:lnTo>
                  <a:cubicBezTo>
                    <a:pt x="895259" y="10086"/>
                    <a:pt x="888591" y="12925"/>
                    <a:pt x="884373" y="18293"/>
                  </a:cubicBezTo>
                  <a:cubicBezTo>
                    <a:pt x="882184" y="21432"/>
                    <a:pt x="881179" y="28253"/>
                    <a:pt x="881179" y="39508"/>
                  </a:cubicBezTo>
                  <a:lnTo>
                    <a:pt x="881179" y="205387"/>
                  </a:lnTo>
                  <a:lnTo>
                    <a:pt x="875958" y="205387"/>
                  </a:lnTo>
                  <a:lnTo>
                    <a:pt x="746152" y="46878"/>
                  </a:lnTo>
                  <a:lnTo>
                    <a:pt x="746152" y="168236"/>
                  </a:lnTo>
                  <a:cubicBezTo>
                    <a:pt x="746152" y="180338"/>
                    <a:pt x="747458" y="187857"/>
                    <a:pt x="750049" y="190845"/>
                  </a:cubicBezTo>
                  <a:cubicBezTo>
                    <a:pt x="754568" y="195256"/>
                    <a:pt x="760774" y="197494"/>
                    <a:pt x="767080" y="196971"/>
                  </a:cubicBezTo>
                  <a:lnTo>
                    <a:pt x="773989" y="196971"/>
                  </a:lnTo>
                  <a:lnTo>
                    <a:pt x="773989" y="202349"/>
                  </a:lnTo>
                  <a:lnTo>
                    <a:pt x="705220" y="202349"/>
                  </a:lnTo>
                  <a:lnTo>
                    <a:pt x="705220" y="196971"/>
                  </a:lnTo>
                  <a:lnTo>
                    <a:pt x="712029" y="196971"/>
                  </a:lnTo>
                  <a:cubicBezTo>
                    <a:pt x="718918" y="197658"/>
                    <a:pt x="725666" y="194809"/>
                    <a:pt x="729964" y="189401"/>
                  </a:cubicBezTo>
                  <a:cubicBezTo>
                    <a:pt x="732053" y="186312"/>
                    <a:pt x="733098" y="179441"/>
                    <a:pt x="733098" y="168236"/>
                  </a:cubicBezTo>
                  <a:lnTo>
                    <a:pt x="733098" y="31341"/>
                  </a:lnTo>
                  <a:cubicBezTo>
                    <a:pt x="729241" y="26490"/>
                    <a:pt x="724883" y="22054"/>
                    <a:pt x="720103" y="18094"/>
                  </a:cubicBezTo>
                  <a:cubicBezTo>
                    <a:pt x="716106" y="15500"/>
                    <a:pt x="711748" y="13502"/>
                    <a:pt x="707148" y="12168"/>
                  </a:cubicBezTo>
                  <a:cubicBezTo>
                    <a:pt x="702971" y="11162"/>
                    <a:pt x="698653" y="10728"/>
                    <a:pt x="694355" y="10873"/>
                  </a:cubicBezTo>
                  <a:lnTo>
                    <a:pt x="694355" y="5395"/>
                  </a:lnTo>
                  <a:close/>
                  <a:moveTo>
                    <a:pt x="600661" y="125560"/>
                  </a:moveTo>
                  <a:lnTo>
                    <a:pt x="567241" y="45882"/>
                  </a:lnTo>
                  <a:lnTo>
                    <a:pt x="532977" y="125560"/>
                  </a:lnTo>
                  <a:close/>
                  <a:moveTo>
                    <a:pt x="604698" y="136316"/>
                  </a:moveTo>
                  <a:lnTo>
                    <a:pt x="528498" y="136316"/>
                  </a:lnTo>
                  <a:lnTo>
                    <a:pt x="515142" y="167390"/>
                  </a:lnTo>
                  <a:cubicBezTo>
                    <a:pt x="512451" y="172748"/>
                    <a:pt x="510764" y="178555"/>
                    <a:pt x="510161" y="184521"/>
                  </a:cubicBezTo>
                  <a:cubicBezTo>
                    <a:pt x="510262" y="187692"/>
                    <a:pt x="511848" y="190632"/>
                    <a:pt x="514459" y="192439"/>
                  </a:cubicBezTo>
                  <a:cubicBezTo>
                    <a:pt x="520143" y="195461"/>
                    <a:pt x="526490" y="196989"/>
                    <a:pt x="532937" y="196871"/>
                  </a:cubicBezTo>
                  <a:lnTo>
                    <a:pt x="532937" y="202249"/>
                  </a:lnTo>
                  <a:lnTo>
                    <a:pt x="471017" y="202249"/>
                  </a:lnTo>
                  <a:lnTo>
                    <a:pt x="471017" y="196871"/>
                  </a:lnTo>
                  <a:cubicBezTo>
                    <a:pt x="476741" y="196343"/>
                    <a:pt x="482244" y="194391"/>
                    <a:pt x="487004" y="191194"/>
                  </a:cubicBezTo>
                  <a:cubicBezTo>
                    <a:pt x="491985" y="186562"/>
                    <a:pt x="497367" y="177101"/>
                    <a:pt x="503393" y="162908"/>
                  </a:cubicBezTo>
                  <a:lnTo>
                    <a:pt x="572623" y="913"/>
                  </a:lnTo>
                  <a:lnTo>
                    <a:pt x="577604" y="913"/>
                  </a:lnTo>
                  <a:lnTo>
                    <a:pt x="646233" y="164750"/>
                  </a:lnTo>
                  <a:cubicBezTo>
                    <a:pt x="651776" y="177947"/>
                    <a:pt x="656757" y="186513"/>
                    <a:pt x="661175" y="190397"/>
                  </a:cubicBezTo>
                  <a:cubicBezTo>
                    <a:pt x="666538" y="194616"/>
                    <a:pt x="673146" y="196945"/>
                    <a:pt x="679954" y="197020"/>
                  </a:cubicBezTo>
                  <a:lnTo>
                    <a:pt x="679954" y="202399"/>
                  </a:lnTo>
                  <a:lnTo>
                    <a:pt x="602409" y="202399"/>
                  </a:lnTo>
                  <a:lnTo>
                    <a:pt x="602409" y="197020"/>
                  </a:lnTo>
                  <a:cubicBezTo>
                    <a:pt x="607972" y="197214"/>
                    <a:pt x="613475" y="195851"/>
                    <a:pt x="618295" y="193086"/>
                  </a:cubicBezTo>
                  <a:cubicBezTo>
                    <a:pt x="620926" y="191194"/>
                    <a:pt x="622473" y="188152"/>
                    <a:pt x="622433" y="184919"/>
                  </a:cubicBezTo>
                  <a:cubicBezTo>
                    <a:pt x="621690" y="177907"/>
                    <a:pt x="619721" y="171079"/>
                    <a:pt x="616608" y="164750"/>
                  </a:cubicBezTo>
                  <a:lnTo>
                    <a:pt x="604698" y="136466"/>
                  </a:lnTo>
                  <a:close/>
                  <a:moveTo>
                    <a:pt x="234985" y="5395"/>
                  </a:moveTo>
                  <a:lnTo>
                    <a:pt x="288430" y="5395"/>
                  </a:lnTo>
                  <a:lnTo>
                    <a:pt x="408755" y="153049"/>
                  </a:lnTo>
                  <a:lnTo>
                    <a:pt x="408755" y="39508"/>
                  </a:lnTo>
                  <a:cubicBezTo>
                    <a:pt x="408755" y="27456"/>
                    <a:pt x="407369" y="19837"/>
                    <a:pt x="404718" y="16849"/>
                  </a:cubicBezTo>
                  <a:cubicBezTo>
                    <a:pt x="400199" y="12451"/>
                    <a:pt x="393973" y="10230"/>
                    <a:pt x="387687" y="10773"/>
                  </a:cubicBezTo>
                  <a:lnTo>
                    <a:pt x="380858" y="10773"/>
                  </a:lnTo>
                  <a:lnTo>
                    <a:pt x="380858" y="5395"/>
                  </a:lnTo>
                  <a:lnTo>
                    <a:pt x="449647" y="5395"/>
                  </a:lnTo>
                  <a:lnTo>
                    <a:pt x="449647" y="10773"/>
                  </a:lnTo>
                  <a:lnTo>
                    <a:pt x="442637" y="10773"/>
                  </a:lnTo>
                  <a:cubicBezTo>
                    <a:pt x="435829" y="10086"/>
                    <a:pt x="429161" y="12925"/>
                    <a:pt x="424943" y="18293"/>
                  </a:cubicBezTo>
                  <a:cubicBezTo>
                    <a:pt x="422814" y="21432"/>
                    <a:pt x="421750" y="28253"/>
                    <a:pt x="421750" y="39508"/>
                  </a:cubicBezTo>
                  <a:lnTo>
                    <a:pt x="421750" y="205387"/>
                  </a:lnTo>
                  <a:lnTo>
                    <a:pt x="416488" y="205387"/>
                  </a:lnTo>
                  <a:lnTo>
                    <a:pt x="286723" y="46878"/>
                  </a:lnTo>
                  <a:lnTo>
                    <a:pt x="286723" y="168236"/>
                  </a:lnTo>
                  <a:cubicBezTo>
                    <a:pt x="286723" y="180338"/>
                    <a:pt x="288028" y="187857"/>
                    <a:pt x="290619" y="190845"/>
                  </a:cubicBezTo>
                  <a:cubicBezTo>
                    <a:pt x="295138" y="195246"/>
                    <a:pt x="301364" y="197477"/>
                    <a:pt x="307651" y="196971"/>
                  </a:cubicBezTo>
                  <a:lnTo>
                    <a:pt x="314680" y="196971"/>
                  </a:lnTo>
                  <a:lnTo>
                    <a:pt x="314680" y="202349"/>
                  </a:lnTo>
                  <a:lnTo>
                    <a:pt x="246092" y="202349"/>
                  </a:lnTo>
                  <a:lnTo>
                    <a:pt x="246092" y="196971"/>
                  </a:lnTo>
                  <a:lnTo>
                    <a:pt x="252921" y="196971"/>
                  </a:lnTo>
                  <a:cubicBezTo>
                    <a:pt x="259769" y="197702"/>
                    <a:pt x="266518" y="194839"/>
                    <a:pt x="270736" y="189401"/>
                  </a:cubicBezTo>
                  <a:cubicBezTo>
                    <a:pt x="272884" y="186312"/>
                    <a:pt x="273929" y="179441"/>
                    <a:pt x="273929" y="168236"/>
                  </a:cubicBezTo>
                  <a:lnTo>
                    <a:pt x="273929" y="31341"/>
                  </a:lnTo>
                  <a:cubicBezTo>
                    <a:pt x="270073" y="26506"/>
                    <a:pt x="265735" y="22068"/>
                    <a:pt x="260975" y="18094"/>
                  </a:cubicBezTo>
                  <a:cubicBezTo>
                    <a:pt x="256958" y="15510"/>
                    <a:pt x="252579" y="13512"/>
                    <a:pt x="247980" y="12168"/>
                  </a:cubicBezTo>
                  <a:cubicBezTo>
                    <a:pt x="243802" y="11158"/>
                    <a:pt x="239484" y="10724"/>
                    <a:pt x="235186" y="10873"/>
                  </a:cubicBezTo>
                  <a:lnTo>
                    <a:pt x="235186" y="5395"/>
                  </a:lnTo>
                  <a:close/>
                  <a:moveTo>
                    <a:pt x="216809" y="196871"/>
                  </a:moveTo>
                  <a:lnTo>
                    <a:pt x="216809" y="202249"/>
                  </a:lnTo>
                  <a:lnTo>
                    <a:pt x="132635" y="202249"/>
                  </a:lnTo>
                  <a:lnTo>
                    <a:pt x="132635" y="196871"/>
                  </a:lnTo>
                  <a:lnTo>
                    <a:pt x="139605" y="196871"/>
                  </a:lnTo>
                  <a:cubicBezTo>
                    <a:pt x="146313" y="197443"/>
                    <a:pt x="152880" y="194754"/>
                    <a:pt x="157279" y="189650"/>
                  </a:cubicBezTo>
                  <a:cubicBezTo>
                    <a:pt x="159629" y="186562"/>
                    <a:pt x="160814" y="179093"/>
                    <a:pt x="160814" y="167290"/>
                  </a:cubicBezTo>
                  <a:lnTo>
                    <a:pt x="160814" y="40255"/>
                  </a:lnTo>
                  <a:cubicBezTo>
                    <a:pt x="161215" y="33556"/>
                    <a:pt x="160573" y="26839"/>
                    <a:pt x="158926" y="20335"/>
                  </a:cubicBezTo>
                  <a:cubicBezTo>
                    <a:pt x="157701" y="17640"/>
                    <a:pt x="155592" y="15445"/>
                    <a:pt x="152941" y="14110"/>
                  </a:cubicBezTo>
                  <a:cubicBezTo>
                    <a:pt x="148884" y="11819"/>
                    <a:pt x="144284" y="10620"/>
                    <a:pt x="139605" y="10624"/>
                  </a:cubicBezTo>
                  <a:lnTo>
                    <a:pt x="132635" y="10624"/>
                  </a:lnTo>
                  <a:lnTo>
                    <a:pt x="132635" y="5395"/>
                  </a:lnTo>
                  <a:lnTo>
                    <a:pt x="217010" y="5395"/>
                  </a:lnTo>
                  <a:lnTo>
                    <a:pt x="217010" y="10773"/>
                  </a:lnTo>
                  <a:lnTo>
                    <a:pt x="210081" y="10773"/>
                  </a:lnTo>
                  <a:cubicBezTo>
                    <a:pt x="203433" y="10216"/>
                    <a:pt x="196905" y="12835"/>
                    <a:pt x="192487" y="17845"/>
                  </a:cubicBezTo>
                  <a:cubicBezTo>
                    <a:pt x="190057" y="20982"/>
                    <a:pt x="188852" y="28401"/>
                    <a:pt x="188852" y="40205"/>
                  </a:cubicBezTo>
                  <a:lnTo>
                    <a:pt x="188852" y="167390"/>
                  </a:lnTo>
                  <a:cubicBezTo>
                    <a:pt x="188470" y="174087"/>
                    <a:pt x="189093" y="180806"/>
                    <a:pt x="190759" y="187309"/>
                  </a:cubicBezTo>
                  <a:cubicBezTo>
                    <a:pt x="192005" y="190019"/>
                    <a:pt x="194154" y="192220"/>
                    <a:pt x="196825" y="193534"/>
                  </a:cubicBezTo>
                  <a:cubicBezTo>
                    <a:pt x="200862" y="195869"/>
                    <a:pt x="205421" y="197090"/>
                    <a:pt x="210081" y="197070"/>
                  </a:cubicBezTo>
                  <a:close/>
                  <a:moveTo>
                    <a:pt x="24300" y="10873"/>
                  </a:moveTo>
                  <a:lnTo>
                    <a:pt x="24300" y="5395"/>
                  </a:lnTo>
                  <a:lnTo>
                    <a:pt x="108614" y="5395"/>
                  </a:lnTo>
                  <a:lnTo>
                    <a:pt x="108614" y="10773"/>
                  </a:lnTo>
                  <a:lnTo>
                    <a:pt x="101505" y="10773"/>
                  </a:lnTo>
                  <a:cubicBezTo>
                    <a:pt x="94857" y="10196"/>
                    <a:pt x="88349" y="12825"/>
                    <a:pt x="83971" y="17845"/>
                  </a:cubicBezTo>
                  <a:cubicBezTo>
                    <a:pt x="81621" y="20982"/>
                    <a:pt x="80436" y="28401"/>
                    <a:pt x="80436" y="40205"/>
                  </a:cubicBezTo>
                  <a:lnTo>
                    <a:pt x="80436" y="136466"/>
                  </a:lnTo>
                  <a:cubicBezTo>
                    <a:pt x="80798" y="148661"/>
                    <a:pt x="79111" y="160832"/>
                    <a:pt x="75455" y="172469"/>
                  </a:cubicBezTo>
                  <a:cubicBezTo>
                    <a:pt x="72121" y="181822"/>
                    <a:pt x="66337" y="190114"/>
                    <a:pt x="58705" y="196473"/>
                  </a:cubicBezTo>
                  <a:cubicBezTo>
                    <a:pt x="50711" y="203335"/>
                    <a:pt x="40468" y="206990"/>
                    <a:pt x="29924" y="206731"/>
                  </a:cubicBezTo>
                  <a:cubicBezTo>
                    <a:pt x="22171" y="207144"/>
                    <a:pt x="14539" y="204759"/>
                    <a:pt x="8414" y="200008"/>
                  </a:cubicBezTo>
                  <a:cubicBezTo>
                    <a:pt x="3754" y="196252"/>
                    <a:pt x="1002" y="190642"/>
                    <a:pt x="882" y="184670"/>
                  </a:cubicBezTo>
                  <a:cubicBezTo>
                    <a:pt x="581" y="180756"/>
                    <a:pt x="1906" y="176887"/>
                    <a:pt x="4517" y="173963"/>
                  </a:cubicBezTo>
                  <a:cubicBezTo>
                    <a:pt x="7510" y="171025"/>
                    <a:pt x="11547" y="169397"/>
                    <a:pt x="15724" y="169433"/>
                  </a:cubicBezTo>
                  <a:cubicBezTo>
                    <a:pt x="18777" y="169407"/>
                    <a:pt x="21729" y="170483"/>
                    <a:pt x="24039" y="172469"/>
                  </a:cubicBezTo>
                  <a:cubicBezTo>
                    <a:pt x="28197" y="177236"/>
                    <a:pt x="31370" y="182768"/>
                    <a:pt x="33419" y="188754"/>
                  </a:cubicBezTo>
                  <a:cubicBezTo>
                    <a:pt x="35648" y="193734"/>
                    <a:pt x="38400" y="196572"/>
                    <a:pt x="41975" y="196572"/>
                  </a:cubicBezTo>
                  <a:cubicBezTo>
                    <a:pt x="45108" y="196252"/>
                    <a:pt x="47879" y="194381"/>
                    <a:pt x="49345" y="191592"/>
                  </a:cubicBezTo>
                  <a:cubicBezTo>
                    <a:pt x="52057" y="186349"/>
                    <a:pt x="53242" y="180443"/>
                    <a:pt x="52740" y="174561"/>
                  </a:cubicBezTo>
                  <a:lnTo>
                    <a:pt x="52740" y="40255"/>
                  </a:lnTo>
                  <a:cubicBezTo>
                    <a:pt x="53121" y="33556"/>
                    <a:pt x="52499" y="26839"/>
                    <a:pt x="50852" y="20335"/>
                  </a:cubicBezTo>
                  <a:cubicBezTo>
                    <a:pt x="49607" y="17616"/>
                    <a:pt x="47458" y="15409"/>
                    <a:pt x="44766" y="14110"/>
                  </a:cubicBezTo>
                  <a:cubicBezTo>
                    <a:pt x="40729" y="11809"/>
                    <a:pt x="36170" y="10610"/>
                    <a:pt x="31511" y="10624"/>
                  </a:cubicBezTo>
                  <a:close/>
                </a:path>
              </a:pathLst>
            </a:custGeom>
            <a:solidFill>
              <a:srgbClr val="150707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3162257" y="2620396"/>
              <a:ext cx="1791974" cy="1785178"/>
            </a:xfrm>
            <a:custGeom>
              <a:avLst/>
              <a:gdLst>
                <a:gd name="connsiteX0" fmla="*/ 896827 w 1791974"/>
                <a:gd name="connsiteY0" fmla="*/ 326111 h 1785178"/>
                <a:gd name="connsiteX1" fmla="*/ 1464483 w 1791974"/>
                <a:gd name="connsiteY1" fmla="*/ 893267 h 1785178"/>
                <a:gd name="connsiteX2" fmla="*/ 897225 w 1791974"/>
                <a:gd name="connsiteY2" fmla="*/ 1460822 h 1785178"/>
                <a:gd name="connsiteX3" fmla="*/ 329568 w 1791974"/>
                <a:gd name="connsiteY3" fmla="*/ 893665 h 1785178"/>
                <a:gd name="connsiteX4" fmla="*/ 329568 w 1791974"/>
                <a:gd name="connsiteY4" fmla="*/ 893466 h 1785178"/>
                <a:gd name="connsiteX5" fmla="*/ 896827 w 1791974"/>
                <a:gd name="connsiteY5" fmla="*/ 326111 h 1785178"/>
                <a:gd name="connsiteX6" fmla="*/ 896827 w 1791974"/>
                <a:gd name="connsiteY6" fmla="*/ 40815 h 1785178"/>
                <a:gd name="connsiteX7" fmla="*/ 44073 w 1791974"/>
                <a:gd name="connsiteY7" fmla="*/ 893516 h 1785178"/>
                <a:gd name="connsiteX8" fmla="*/ 896926 w 1791974"/>
                <a:gd name="connsiteY8" fmla="*/ 1746117 h 1785178"/>
                <a:gd name="connsiteX9" fmla="*/ 1749681 w 1791974"/>
                <a:gd name="connsiteY9" fmla="*/ 893466 h 1785178"/>
                <a:gd name="connsiteX10" fmla="*/ 896827 w 1791974"/>
                <a:gd name="connsiteY10" fmla="*/ 40716 h 1785178"/>
                <a:gd name="connsiteX11" fmla="*/ 896827 w 1791974"/>
                <a:gd name="connsiteY11" fmla="*/ 21344 h 1785178"/>
                <a:gd name="connsiteX12" fmla="*/ 24548 w 1791974"/>
                <a:gd name="connsiteY12" fmla="*/ 893466 h 1785178"/>
                <a:gd name="connsiteX13" fmla="*/ 896827 w 1791974"/>
                <a:gd name="connsiteY13" fmla="*/ 1765587 h 1785178"/>
                <a:gd name="connsiteX14" fmla="*/ 1769007 w 1791974"/>
                <a:gd name="connsiteY14" fmla="*/ 893466 h 1785178"/>
                <a:gd name="connsiteX15" fmla="*/ 896827 w 1791974"/>
                <a:gd name="connsiteY15" fmla="*/ 21344 h 1785178"/>
                <a:gd name="connsiteX16" fmla="*/ 429185 w 1791974"/>
                <a:gd name="connsiteY16" fmla="*/ 518782 h 1785178"/>
                <a:gd name="connsiteX17" fmla="*/ 428486 w 1791974"/>
                <a:gd name="connsiteY17" fmla="*/ 498861 h 1785178"/>
                <a:gd name="connsiteX18" fmla="*/ 411802 w 1791974"/>
                <a:gd name="connsiteY18" fmla="*/ 510665 h 1785178"/>
                <a:gd name="connsiteX19" fmla="*/ 408215 w 1791974"/>
                <a:gd name="connsiteY19" fmla="*/ 518085 h 1785178"/>
                <a:gd name="connsiteX20" fmla="*/ 400446 w 1791974"/>
                <a:gd name="connsiteY20" fmla="*/ 528593 h 1785178"/>
                <a:gd name="connsiteX21" fmla="*/ 394318 w 1791974"/>
                <a:gd name="connsiteY21" fmla="*/ 539947 h 1785178"/>
                <a:gd name="connsiteX22" fmla="*/ 377634 w 1791974"/>
                <a:gd name="connsiteY22" fmla="*/ 562654 h 1785178"/>
                <a:gd name="connsiteX23" fmla="*/ 372304 w 1791974"/>
                <a:gd name="connsiteY23" fmla="*/ 571120 h 1785178"/>
                <a:gd name="connsiteX24" fmla="*/ 371258 w 1791974"/>
                <a:gd name="connsiteY24" fmla="*/ 572614 h 1785178"/>
                <a:gd name="connsiteX25" fmla="*/ 369763 w 1791974"/>
                <a:gd name="connsiteY25" fmla="*/ 580233 h 1785178"/>
                <a:gd name="connsiteX26" fmla="*/ 371308 w 1791974"/>
                <a:gd name="connsiteY26" fmla="*/ 582424 h 1785178"/>
                <a:gd name="connsiteX27" fmla="*/ 372752 w 1791974"/>
                <a:gd name="connsiteY27" fmla="*/ 583470 h 1785178"/>
                <a:gd name="connsiteX28" fmla="*/ 393473 w 1791974"/>
                <a:gd name="connsiteY28" fmla="*/ 578739 h 1785178"/>
                <a:gd name="connsiteX29" fmla="*/ 393921 w 1791974"/>
                <a:gd name="connsiteY29" fmla="*/ 577992 h 1785178"/>
                <a:gd name="connsiteX30" fmla="*/ 394718 w 1791974"/>
                <a:gd name="connsiteY30" fmla="*/ 571967 h 1785178"/>
                <a:gd name="connsiteX31" fmla="*/ 395762 w 1791974"/>
                <a:gd name="connsiteY31" fmla="*/ 570423 h 1785178"/>
                <a:gd name="connsiteX32" fmla="*/ 406124 w 1791974"/>
                <a:gd name="connsiteY32" fmla="*/ 553343 h 1785178"/>
                <a:gd name="connsiteX33" fmla="*/ 415686 w 1791974"/>
                <a:gd name="connsiteY33" fmla="*/ 542238 h 1785178"/>
                <a:gd name="connsiteX34" fmla="*/ 416733 w 1791974"/>
                <a:gd name="connsiteY34" fmla="*/ 540792 h 1785178"/>
                <a:gd name="connsiteX35" fmla="*/ 417231 w 1791974"/>
                <a:gd name="connsiteY35" fmla="*/ 536760 h 1785178"/>
                <a:gd name="connsiteX36" fmla="*/ 418277 w 1791974"/>
                <a:gd name="connsiteY36" fmla="*/ 535216 h 1785178"/>
                <a:gd name="connsiteX37" fmla="*/ 428237 w 1791974"/>
                <a:gd name="connsiteY37" fmla="*/ 520276 h 1785178"/>
                <a:gd name="connsiteX38" fmla="*/ 429185 w 1791974"/>
                <a:gd name="connsiteY38" fmla="*/ 518782 h 1785178"/>
                <a:gd name="connsiteX39" fmla="*/ 379378 w 1791974"/>
                <a:gd name="connsiteY39" fmla="*/ 516093 h 1785178"/>
                <a:gd name="connsiteX40" fmla="*/ 378430 w 1791974"/>
                <a:gd name="connsiteY40" fmla="*/ 514300 h 1785178"/>
                <a:gd name="connsiteX41" fmla="*/ 372304 w 1791974"/>
                <a:gd name="connsiteY41" fmla="*/ 513502 h 1785178"/>
                <a:gd name="connsiteX42" fmla="*/ 371308 w 1791974"/>
                <a:gd name="connsiteY42" fmla="*/ 515097 h 1785178"/>
                <a:gd name="connsiteX43" fmla="*/ 365829 w 1791974"/>
                <a:gd name="connsiteY43" fmla="*/ 521221 h 1785178"/>
                <a:gd name="connsiteX44" fmla="*/ 363987 w 1791974"/>
                <a:gd name="connsiteY44" fmla="*/ 524360 h 1785178"/>
                <a:gd name="connsiteX45" fmla="*/ 362941 w 1791974"/>
                <a:gd name="connsiteY45" fmla="*/ 525902 h 1785178"/>
                <a:gd name="connsiteX46" fmla="*/ 361147 w 1791974"/>
                <a:gd name="connsiteY46" fmla="*/ 533422 h 1785178"/>
                <a:gd name="connsiteX47" fmla="*/ 354871 w 1791974"/>
                <a:gd name="connsiteY47" fmla="*/ 531380 h 1785178"/>
                <a:gd name="connsiteX48" fmla="*/ 347351 w 1791974"/>
                <a:gd name="connsiteY48" fmla="*/ 526400 h 1785178"/>
                <a:gd name="connsiteX49" fmla="*/ 351585 w 1791974"/>
                <a:gd name="connsiteY49" fmla="*/ 524906 h 1785178"/>
                <a:gd name="connsiteX50" fmla="*/ 353127 w 1791974"/>
                <a:gd name="connsiteY50" fmla="*/ 525902 h 1785178"/>
                <a:gd name="connsiteX51" fmla="*/ 354622 w 1791974"/>
                <a:gd name="connsiteY51" fmla="*/ 526948 h 1785178"/>
                <a:gd name="connsiteX52" fmla="*/ 357411 w 1791974"/>
                <a:gd name="connsiteY52" fmla="*/ 527497 h 1785178"/>
                <a:gd name="connsiteX53" fmla="*/ 361446 w 1791974"/>
                <a:gd name="connsiteY53" fmla="*/ 521621 h 1785178"/>
                <a:gd name="connsiteX54" fmla="*/ 359653 w 1791974"/>
                <a:gd name="connsiteY54" fmla="*/ 519430 h 1785178"/>
                <a:gd name="connsiteX55" fmla="*/ 360699 w 1791974"/>
                <a:gd name="connsiteY55" fmla="*/ 517886 h 1785178"/>
                <a:gd name="connsiteX56" fmla="*/ 361746 w 1791974"/>
                <a:gd name="connsiteY56" fmla="*/ 516342 h 1785178"/>
                <a:gd name="connsiteX57" fmla="*/ 362742 w 1791974"/>
                <a:gd name="connsiteY57" fmla="*/ 514848 h 1785178"/>
                <a:gd name="connsiteX58" fmla="*/ 361695 w 1791974"/>
                <a:gd name="connsiteY58" fmla="*/ 502596 h 1785178"/>
                <a:gd name="connsiteX59" fmla="*/ 357761 w 1791974"/>
                <a:gd name="connsiteY59" fmla="*/ 499460 h 1785178"/>
                <a:gd name="connsiteX60" fmla="*/ 351434 w 1791974"/>
                <a:gd name="connsiteY60" fmla="*/ 497418 h 1785178"/>
                <a:gd name="connsiteX61" fmla="*/ 348396 w 1791974"/>
                <a:gd name="connsiteY61" fmla="*/ 501950 h 1785178"/>
                <a:gd name="connsiteX62" fmla="*/ 344861 w 1791974"/>
                <a:gd name="connsiteY62" fmla="*/ 513802 h 1785178"/>
                <a:gd name="connsiteX63" fmla="*/ 343814 w 1791974"/>
                <a:gd name="connsiteY63" fmla="*/ 515296 h 1785178"/>
                <a:gd name="connsiteX64" fmla="*/ 342818 w 1791974"/>
                <a:gd name="connsiteY64" fmla="*/ 516790 h 1785178"/>
                <a:gd name="connsiteX65" fmla="*/ 342320 w 1791974"/>
                <a:gd name="connsiteY65" fmla="*/ 520824 h 1785178"/>
                <a:gd name="connsiteX66" fmla="*/ 341274 w 1791974"/>
                <a:gd name="connsiteY66" fmla="*/ 522368 h 1785178"/>
                <a:gd name="connsiteX67" fmla="*/ 337488 w 1791974"/>
                <a:gd name="connsiteY67" fmla="*/ 523065 h 1785178"/>
                <a:gd name="connsiteX68" fmla="*/ 324588 w 1791974"/>
                <a:gd name="connsiteY68" fmla="*/ 515245 h 1785178"/>
                <a:gd name="connsiteX69" fmla="*/ 321699 w 1791974"/>
                <a:gd name="connsiteY69" fmla="*/ 513004 h 1785178"/>
                <a:gd name="connsiteX70" fmla="*/ 325236 w 1791974"/>
                <a:gd name="connsiteY70" fmla="*/ 507727 h 1785178"/>
                <a:gd name="connsiteX71" fmla="*/ 331561 w 1791974"/>
                <a:gd name="connsiteY71" fmla="*/ 503195 h 1785178"/>
                <a:gd name="connsiteX72" fmla="*/ 340677 w 1791974"/>
                <a:gd name="connsiteY72" fmla="*/ 489650 h 1785178"/>
                <a:gd name="connsiteX73" fmla="*/ 347002 w 1791974"/>
                <a:gd name="connsiteY73" fmla="*/ 488405 h 1785178"/>
                <a:gd name="connsiteX74" fmla="*/ 368669 w 1791974"/>
                <a:gd name="connsiteY74" fmla="*/ 498363 h 1785178"/>
                <a:gd name="connsiteX75" fmla="*/ 376686 w 1791974"/>
                <a:gd name="connsiteY75" fmla="*/ 505984 h 1785178"/>
                <a:gd name="connsiteX76" fmla="*/ 381219 w 1791974"/>
                <a:gd name="connsiteY76" fmla="*/ 509022 h 1785178"/>
                <a:gd name="connsiteX77" fmla="*/ 383959 w 1791974"/>
                <a:gd name="connsiteY77" fmla="*/ 509769 h 1785178"/>
                <a:gd name="connsiteX78" fmla="*/ 388044 w 1791974"/>
                <a:gd name="connsiteY78" fmla="*/ 509769 h 1785178"/>
                <a:gd name="connsiteX79" fmla="*/ 390036 w 1791974"/>
                <a:gd name="connsiteY79" fmla="*/ 507030 h 1785178"/>
                <a:gd name="connsiteX80" fmla="*/ 382515 w 1791974"/>
                <a:gd name="connsiteY80" fmla="*/ 482130 h 1785178"/>
                <a:gd name="connsiteX81" fmla="*/ 374993 w 1791974"/>
                <a:gd name="connsiteY81" fmla="*/ 477150 h 1785178"/>
                <a:gd name="connsiteX82" fmla="*/ 367723 w 1791974"/>
                <a:gd name="connsiteY82" fmla="*/ 470080 h 1785178"/>
                <a:gd name="connsiteX83" fmla="*/ 360898 w 1791974"/>
                <a:gd name="connsiteY83" fmla="*/ 465497 h 1785178"/>
                <a:gd name="connsiteX84" fmla="*/ 359404 w 1791974"/>
                <a:gd name="connsiteY84" fmla="*/ 464501 h 1785178"/>
                <a:gd name="connsiteX85" fmla="*/ 355369 w 1791974"/>
                <a:gd name="connsiteY85" fmla="*/ 464054 h 1785178"/>
                <a:gd name="connsiteX86" fmla="*/ 353875 w 1791974"/>
                <a:gd name="connsiteY86" fmla="*/ 462957 h 1785178"/>
                <a:gd name="connsiteX87" fmla="*/ 347251 w 1791974"/>
                <a:gd name="connsiteY87" fmla="*/ 459871 h 1785178"/>
                <a:gd name="connsiteX88" fmla="*/ 343266 w 1791974"/>
                <a:gd name="connsiteY88" fmla="*/ 462459 h 1785178"/>
                <a:gd name="connsiteX89" fmla="*/ 342270 w 1791974"/>
                <a:gd name="connsiteY89" fmla="*/ 463953 h 1785178"/>
                <a:gd name="connsiteX90" fmla="*/ 332657 w 1791974"/>
                <a:gd name="connsiteY90" fmla="*/ 475010 h 1785178"/>
                <a:gd name="connsiteX91" fmla="*/ 323493 w 1791974"/>
                <a:gd name="connsiteY91" fmla="*/ 490745 h 1785178"/>
                <a:gd name="connsiteX92" fmla="*/ 317715 w 1791974"/>
                <a:gd name="connsiteY92" fmla="*/ 498912 h 1785178"/>
                <a:gd name="connsiteX93" fmla="*/ 316718 w 1791974"/>
                <a:gd name="connsiteY93" fmla="*/ 500406 h 1785178"/>
                <a:gd name="connsiteX94" fmla="*/ 315971 w 1791974"/>
                <a:gd name="connsiteY94" fmla="*/ 506432 h 1785178"/>
                <a:gd name="connsiteX95" fmla="*/ 314925 w 1791974"/>
                <a:gd name="connsiteY95" fmla="*/ 507976 h 1785178"/>
                <a:gd name="connsiteX96" fmla="*/ 311091 w 1791974"/>
                <a:gd name="connsiteY96" fmla="*/ 511960 h 1785178"/>
                <a:gd name="connsiteX97" fmla="*/ 310044 w 1791974"/>
                <a:gd name="connsiteY97" fmla="*/ 516940 h 1785178"/>
                <a:gd name="connsiteX98" fmla="*/ 311639 w 1791974"/>
                <a:gd name="connsiteY98" fmla="*/ 517984 h 1785178"/>
                <a:gd name="connsiteX99" fmla="*/ 313881 w 1791974"/>
                <a:gd name="connsiteY99" fmla="*/ 519478 h 1785178"/>
                <a:gd name="connsiteX100" fmla="*/ 315375 w 1791974"/>
                <a:gd name="connsiteY100" fmla="*/ 520525 h 1785178"/>
                <a:gd name="connsiteX101" fmla="*/ 318512 w 1791974"/>
                <a:gd name="connsiteY101" fmla="*/ 527099 h 1785178"/>
                <a:gd name="connsiteX102" fmla="*/ 320155 w 1791974"/>
                <a:gd name="connsiteY102" fmla="*/ 528095 h 1785178"/>
                <a:gd name="connsiteX103" fmla="*/ 338685 w 1791974"/>
                <a:gd name="connsiteY103" fmla="*/ 544379 h 1785178"/>
                <a:gd name="connsiteX104" fmla="*/ 347301 w 1791974"/>
                <a:gd name="connsiteY104" fmla="*/ 549359 h 1785178"/>
                <a:gd name="connsiteX105" fmla="*/ 358657 w 1791974"/>
                <a:gd name="connsiteY105" fmla="*/ 553642 h 1785178"/>
                <a:gd name="connsiteX106" fmla="*/ 365979 w 1791974"/>
                <a:gd name="connsiteY106" fmla="*/ 550903 h 1785178"/>
                <a:gd name="connsiteX107" fmla="*/ 370958 w 1791974"/>
                <a:gd name="connsiteY107" fmla="*/ 545375 h 1785178"/>
                <a:gd name="connsiteX108" fmla="*/ 370958 w 1791974"/>
                <a:gd name="connsiteY108" fmla="*/ 538800 h 1785178"/>
                <a:gd name="connsiteX109" fmla="*/ 373997 w 1791974"/>
                <a:gd name="connsiteY109" fmla="*/ 534318 h 1785178"/>
                <a:gd name="connsiteX110" fmla="*/ 377833 w 1791974"/>
                <a:gd name="connsiteY110" fmla="*/ 520426 h 1785178"/>
                <a:gd name="connsiteX111" fmla="*/ 378331 w 1791974"/>
                <a:gd name="connsiteY111" fmla="*/ 519679 h 1785178"/>
                <a:gd name="connsiteX112" fmla="*/ 380125 w 1791974"/>
                <a:gd name="connsiteY112" fmla="*/ 515396 h 1785178"/>
                <a:gd name="connsiteX113" fmla="*/ 293459 w 1791974"/>
                <a:gd name="connsiteY113" fmla="*/ 513802 h 1785178"/>
                <a:gd name="connsiteX114" fmla="*/ 297992 w 1791974"/>
                <a:gd name="connsiteY114" fmla="*/ 529290 h 1785178"/>
                <a:gd name="connsiteX115" fmla="*/ 300432 w 1791974"/>
                <a:gd name="connsiteY115" fmla="*/ 545822 h 1785178"/>
                <a:gd name="connsiteX116" fmla="*/ 284045 w 1791974"/>
                <a:gd name="connsiteY116" fmla="*/ 549009 h 1785178"/>
                <a:gd name="connsiteX117" fmla="*/ 282501 w 1791974"/>
                <a:gd name="connsiteY117" fmla="*/ 548013 h 1785178"/>
                <a:gd name="connsiteX118" fmla="*/ 278765 w 1791974"/>
                <a:gd name="connsiteY118" fmla="*/ 545523 h 1785178"/>
                <a:gd name="connsiteX119" fmla="*/ 277371 w 1791974"/>
                <a:gd name="connsiteY119" fmla="*/ 544429 h 1785178"/>
                <a:gd name="connsiteX120" fmla="*/ 269799 w 1791974"/>
                <a:gd name="connsiteY120" fmla="*/ 533123 h 1785178"/>
                <a:gd name="connsiteX121" fmla="*/ 264071 w 1791974"/>
                <a:gd name="connsiteY121" fmla="*/ 530236 h 1785178"/>
                <a:gd name="connsiteX122" fmla="*/ 255606 w 1791974"/>
                <a:gd name="connsiteY122" fmla="*/ 524906 h 1785178"/>
                <a:gd name="connsiteX123" fmla="*/ 231798 w 1791974"/>
                <a:gd name="connsiteY123" fmla="*/ 506581 h 1785178"/>
                <a:gd name="connsiteX124" fmla="*/ 215011 w 1791974"/>
                <a:gd name="connsiteY124" fmla="*/ 495277 h 1785178"/>
                <a:gd name="connsiteX125" fmla="*/ 213469 w 1791974"/>
                <a:gd name="connsiteY125" fmla="*/ 494430 h 1785178"/>
                <a:gd name="connsiteX126" fmla="*/ 207990 w 1791974"/>
                <a:gd name="connsiteY126" fmla="*/ 492737 h 1785178"/>
                <a:gd name="connsiteX127" fmla="*/ 209532 w 1791974"/>
                <a:gd name="connsiteY127" fmla="*/ 490496 h 1785178"/>
                <a:gd name="connsiteX128" fmla="*/ 217851 w 1791974"/>
                <a:gd name="connsiteY128" fmla="*/ 486215 h 1785178"/>
                <a:gd name="connsiteX129" fmla="*/ 219345 w 1791974"/>
                <a:gd name="connsiteY129" fmla="*/ 487259 h 1785178"/>
                <a:gd name="connsiteX130" fmla="*/ 220093 w 1791974"/>
                <a:gd name="connsiteY130" fmla="*/ 487757 h 1785178"/>
                <a:gd name="connsiteX131" fmla="*/ 225323 w 1791974"/>
                <a:gd name="connsiteY131" fmla="*/ 486811 h 1785178"/>
                <a:gd name="connsiteX132" fmla="*/ 231748 w 1791974"/>
                <a:gd name="connsiteY132" fmla="*/ 473664 h 1785178"/>
                <a:gd name="connsiteX133" fmla="*/ 232694 w 1791974"/>
                <a:gd name="connsiteY133" fmla="*/ 472170 h 1785178"/>
                <a:gd name="connsiteX134" fmla="*/ 233491 w 1791974"/>
                <a:gd name="connsiteY134" fmla="*/ 469381 h 1785178"/>
                <a:gd name="connsiteX135" fmla="*/ 227315 w 1791974"/>
                <a:gd name="connsiteY135" fmla="*/ 465248 h 1785178"/>
                <a:gd name="connsiteX136" fmla="*/ 221139 w 1791974"/>
                <a:gd name="connsiteY136" fmla="*/ 476403 h 1785178"/>
                <a:gd name="connsiteX137" fmla="*/ 209532 w 1791974"/>
                <a:gd name="connsiteY137" fmla="*/ 483923 h 1785178"/>
                <a:gd name="connsiteX138" fmla="*/ 208536 w 1791974"/>
                <a:gd name="connsiteY138" fmla="*/ 485468 h 1785178"/>
                <a:gd name="connsiteX139" fmla="*/ 207640 w 1791974"/>
                <a:gd name="connsiteY139" fmla="*/ 487110 h 1785178"/>
                <a:gd name="connsiteX140" fmla="*/ 202212 w 1791974"/>
                <a:gd name="connsiteY140" fmla="*/ 493235 h 1785178"/>
                <a:gd name="connsiteX141" fmla="*/ 193894 w 1791974"/>
                <a:gd name="connsiteY141" fmla="*/ 490944 h 1785178"/>
                <a:gd name="connsiteX142" fmla="*/ 189560 w 1791974"/>
                <a:gd name="connsiteY142" fmla="*/ 487956 h 1785178"/>
                <a:gd name="connsiteX143" fmla="*/ 190108 w 1791974"/>
                <a:gd name="connsiteY143" fmla="*/ 485118 h 1785178"/>
                <a:gd name="connsiteX144" fmla="*/ 191054 w 1791974"/>
                <a:gd name="connsiteY144" fmla="*/ 483574 h 1785178"/>
                <a:gd name="connsiteX145" fmla="*/ 195438 w 1791974"/>
                <a:gd name="connsiteY145" fmla="*/ 475606 h 1785178"/>
                <a:gd name="connsiteX146" fmla="*/ 203557 w 1791974"/>
                <a:gd name="connsiteY146" fmla="*/ 463505 h 1785178"/>
                <a:gd name="connsiteX147" fmla="*/ 207341 w 1791974"/>
                <a:gd name="connsiteY147" fmla="*/ 449662 h 1785178"/>
                <a:gd name="connsiteX148" fmla="*/ 208387 w 1791974"/>
                <a:gd name="connsiteY148" fmla="*/ 448168 h 1785178"/>
                <a:gd name="connsiteX149" fmla="*/ 213368 w 1791974"/>
                <a:gd name="connsiteY149" fmla="*/ 440597 h 1785178"/>
                <a:gd name="connsiteX150" fmla="*/ 214415 w 1791974"/>
                <a:gd name="connsiteY150" fmla="*/ 439105 h 1785178"/>
                <a:gd name="connsiteX151" fmla="*/ 226518 w 1791974"/>
                <a:gd name="connsiteY151" fmla="*/ 437362 h 1785178"/>
                <a:gd name="connsiteX152" fmla="*/ 228012 w 1791974"/>
                <a:gd name="connsiteY152" fmla="*/ 438406 h 1785178"/>
                <a:gd name="connsiteX153" fmla="*/ 236678 w 1791974"/>
                <a:gd name="connsiteY153" fmla="*/ 445031 h 1785178"/>
                <a:gd name="connsiteX154" fmla="*/ 249878 w 1791974"/>
                <a:gd name="connsiteY154" fmla="*/ 453047 h 1785178"/>
                <a:gd name="connsiteX155" fmla="*/ 255206 w 1791974"/>
                <a:gd name="connsiteY155" fmla="*/ 456583 h 1785178"/>
                <a:gd name="connsiteX156" fmla="*/ 256700 w 1791974"/>
                <a:gd name="connsiteY156" fmla="*/ 457630 h 1785178"/>
                <a:gd name="connsiteX157" fmla="*/ 264322 w 1791974"/>
                <a:gd name="connsiteY157" fmla="*/ 467240 h 1785178"/>
                <a:gd name="connsiteX158" fmla="*/ 268506 w 1791974"/>
                <a:gd name="connsiteY158" fmla="*/ 477548 h 1785178"/>
                <a:gd name="connsiteX159" fmla="*/ 270747 w 1791974"/>
                <a:gd name="connsiteY159" fmla="*/ 479092 h 1785178"/>
                <a:gd name="connsiteX160" fmla="*/ 271444 w 1791974"/>
                <a:gd name="connsiteY160" fmla="*/ 490098 h 1785178"/>
                <a:gd name="connsiteX161" fmla="*/ 268157 w 1791974"/>
                <a:gd name="connsiteY161" fmla="*/ 502498 h 1785178"/>
                <a:gd name="connsiteX162" fmla="*/ 260038 w 1791974"/>
                <a:gd name="connsiteY162" fmla="*/ 511312 h 1785178"/>
                <a:gd name="connsiteX163" fmla="*/ 279064 w 1791974"/>
                <a:gd name="connsiteY163" fmla="*/ 523762 h 1785178"/>
                <a:gd name="connsiteX164" fmla="*/ 282451 w 1791974"/>
                <a:gd name="connsiteY164" fmla="*/ 507876 h 1785178"/>
                <a:gd name="connsiteX165" fmla="*/ 287681 w 1791974"/>
                <a:gd name="connsiteY165" fmla="*/ 507876 h 1785178"/>
                <a:gd name="connsiteX166" fmla="*/ 293459 w 1791974"/>
                <a:gd name="connsiteY166" fmla="*/ 513802 h 1785178"/>
                <a:gd name="connsiteX167" fmla="*/ 244897 w 1791974"/>
                <a:gd name="connsiteY167" fmla="*/ 486811 h 1785178"/>
                <a:gd name="connsiteX168" fmla="*/ 247437 w 1791974"/>
                <a:gd name="connsiteY168" fmla="*/ 479789 h 1785178"/>
                <a:gd name="connsiteX169" fmla="*/ 252716 w 1791974"/>
                <a:gd name="connsiteY169" fmla="*/ 483325 h 1785178"/>
                <a:gd name="connsiteX170" fmla="*/ 249430 w 1791974"/>
                <a:gd name="connsiteY170" fmla="*/ 499659 h 1785178"/>
                <a:gd name="connsiteX171" fmla="*/ 248632 w 1791974"/>
                <a:gd name="connsiteY171" fmla="*/ 502448 h 1785178"/>
                <a:gd name="connsiteX172" fmla="*/ 243652 w 1791974"/>
                <a:gd name="connsiteY172" fmla="*/ 500106 h 1785178"/>
                <a:gd name="connsiteX173" fmla="*/ 238920 w 1791974"/>
                <a:gd name="connsiteY173" fmla="*/ 493883 h 1785178"/>
                <a:gd name="connsiteX174" fmla="*/ 241360 w 1791974"/>
                <a:gd name="connsiteY174" fmla="*/ 491990 h 1785178"/>
                <a:gd name="connsiteX175" fmla="*/ 243901 w 1791974"/>
                <a:gd name="connsiteY175" fmla="*/ 488205 h 1785178"/>
                <a:gd name="connsiteX176" fmla="*/ 244897 w 1791974"/>
                <a:gd name="connsiteY176" fmla="*/ 486711 h 1785178"/>
                <a:gd name="connsiteX177" fmla="*/ 259840 w 1791974"/>
                <a:gd name="connsiteY177" fmla="*/ 412512 h 1785178"/>
                <a:gd name="connsiteX178" fmla="*/ 261382 w 1791974"/>
                <a:gd name="connsiteY178" fmla="*/ 410271 h 1785178"/>
                <a:gd name="connsiteX179" fmla="*/ 270398 w 1791974"/>
                <a:gd name="connsiteY179" fmla="*/ 416346 h 1785178"/>
                <a:gd name="connsiteX180" fmla="*/ 281205 w 1791974"/>
                <a:gd name="connsiteY180" fmla="*/ 426655 h 1785178"/>
                <a:gd name="connsiteX181" fmla="*/ 283198 w 1791974"/>
                <a:gd name="connsiteY181" fmla="*/ 438059 h 1785178"/>
                <a:gd name="connsiteX182" fmla="*/ 279462 w 1791974"/>
                <a:gd name="connsiteY182" fmla="*/ 435519 h 1785178"/>
                <a:gd name="connsiteX183" fmla="*/ 272939 w 1791974"/>
                <a:gd name="connsiteY183" fmla="*/ 428944 h 1785178"/>
                <a:gd name="connsiteX184" fmla="*/ 266612 w 1791974"/>
                <a:gd name="connsiteY184" fmla="*/ 426904 h 1785178"/>
                <a:gd name="connsiteX185" fmla="*/ 261631 w 1791974"/>
                <a:gd name="connsiteY185" fmla="*/ 428995 h 1785178"/>
                <a:gd name="connsiteX186" fmla="*/ 260685 w 1791974"/>
                <a:gd name="connsiteY186" fmla="*/ 430687 h 1785178"/>
                <a:gd name="connsiteX187" fmla="*/ 259440 w 1791974"/>
                <a:gd name="connsiteY187" fmla="*/ 437461 h 1785178"/>
                <a:gd name="connsiteX188" fmla="*/ 269799 w 1791974"/>
                <a:gd name="connsiteY188" fmla="*/ 444581 h 1785178"/>
                <a:gd name="connsiteX189" fmla="*/ 273535 w 1791974"/>
                <a:gd name="connsiteY189" fmla="*/ 453646 h 1785178"/>
                <a:gd name="connsiteX190" fmla="*/ 275029 w 1791974"/>
                <a:gd name="connsiteY190" fmla="*/ 454642 h 1785178"/>
                <a:gd name="connsiteX191" fmla="*/ 278068 w 1791974"/>
                <a:gd name="connsiteY191" fmla="*/ 456684 h 1785178"/>
                <a:gd name="connsiteX192" fmla="*/ 282103 w 1791974"/>
                <a:gd name="connsiteY192" fmla="*/ 460467 h 1785178"/>
                <a:gd name="connsiteX193" fmla="*/ 288377 w 1791974"/>
                <a:gd name="connsiteY193" fmla="*/ 459222 h 1785178"/>
                <a:gd name="connsiteX194" fmla="*/ 289922 w 1791974"/>
                <a:gd name="connsiteY194" fmla="*/ 456981 h 1785178"/>
                <a:gd name="connsiteX195" fmla="*/ 294903 w 1791974"/>
                <a:gd name="connsiteY195" fmla="*/ 446075 h 1785178"/>
                <a:gd name="connsiteX196" fmla="*/ 304118 w 1791974"/>
                <a:gd name="connsiteY196" fmla="*/ 465349 h 1785178"/>
                <a:gd name="connsiteX197" fmla="*/ 311041 w 1791974"/>
                <a:gd name="connsiteY197" fmla="*/ 471275 h 1785178"/>
                <a:gd name="connsiteX198" fmla="*/ 313929 w 1791974"/>
                <a:gd name="connsiteY198" fmla="*/ 471921 h 1785178"/>
                <a:gd name="connsiteX199" fmla="*/ 315971 w 1791974"/>
                <a:gd name="connsiteY199" fmla="*/ 468883 h 1785178"/>
                <a:gd name="connsiteX200" fmla="*/ 319060 w 1791974"/>
                <a:gd name="connsiteY200" fmla="*/ 451256 h 1785178"/>
                <a:gd name="connsiteX201" fmla="*/ 337938 w 1791974"/>
                <a:gd name="connsiteY201" fmla="*/ 450806 h 1785178"/>
                <a:gd name="connsiteX202" fmla="*/ 350838 w 1791974"/>
                <a:gd name="connsiteY202" fmla="*/ 435418 h 1785178"/>
                <a:gd name="connsiteX203" fmla="*/ 353079 w 1791974"/>
                <a:gd name="connsiteY203" fmla="*/ 431434 h 1785178"/>
                <a:gd name="connsiteX204" fmla="*/ 353079 w 1791974"/>
                <a:gd name="connsiteY204" fmla="*/ 408528 h 1785178"/>
                <a:gd name="connsiteX205" fmla="*/ 340227 w 1791974"/>
                <a:gd name="connsiteY205" fmla="*/ 409723 h 1785178"/>
                <a:gd name="connsiteX206" fmla="*/ 338733 w 1791974"/>
                <a:gd name="connsiteY206" fmla="*/ 408727 h 1785178"/>
                <a:gd name="connsiteX207" fmla="*/ 331412 w 1791974"/>
                <a:gd name="connsiteY207" fmla="*/ 408229 h 1785178"/>
                <a:gd name="connsiteX208" fmla="*/ 335895 w 1791974"/>
                <a:gd name="connsiteY208" fmla="*/ 424364 h 1785178"/>
                <a:gd name="connsiteX209" fmla="*/ 334899 w 1791974"/>
                <a:gd name="connsiteY209" fmla="*/ 425858 h 1785178"/>
                <a:gd name="connsiteX210" fmla="*/ 331961 w 1791974"/>
                <a:gd name="connsiteY210" fmla="*/ 431585 h 1785178"/>
                <a:gd name="connsiteX211" fmla="*/ 328124 w 1791974"/>
                <a:gd name="connsiteY211" fmla="*/ 435519 h 1785178"/>
                <a:gd name="connsiteX212" fmla="*/ 309398 w 1791974"/>
                <a:gd name="connsiteY212" fmla="*/ 429543 h 1785178"/>
                <a:gd name="connsiteX213" fmla="*/ 308651 w 1791974"/>
                <a:gd name="connsiteY213" fmla="*/ 429045 h 1785178"/>
                <a:gd name="connsiteX214" fmla="*/ 310990 w 1791974"/>
                <a:gd name="connsiteY214" fmla="*/ 407631 h 1785178"/>
                <a:gd name="connsiteX215" fmla="*/ 306957 w 1791974"/>
                <a:gd name="connsiteY215" fmla="*/ 403847 h 1785178"/>
                <a:gd name="connsiteX216" fmla="*/ 287034 w 1791974"/>
                <a:gd name="connsiteY216" fmla="*/ 402502 h 1785178"/>
                <a:gd name="connsiteX217" fmla="*/ 285489 w 1791974"/>
                <a:gd name="connsiteY217" fmla="*/ 404793 h 1785178"/>
                <a:gd name="connsiteX218" fmla="*/ 292463 w 1791974"/>
                <a:gd name="connsiteY218" fmla="*/ 412163 h 1785178"/>
                <a:gd name="connsiteX219" fmla="*/ 291766 w 1791974"/>
                <a:gd name="connsiteY219" fmla="*/ 413358 h 1785178"/>
                <a:gd name="connsiteX220" fmla="*/ 288777 w 1791974"/>
                <a:gd name="connsiteY220" fmla="*/ 411366 h 1785178"/>
                <a:gd name="connsiteX221" fmla="*/ 277122 w 1791974"/>
                <a:gd name="connsiteY221" fmla="*/ 401008 h 1785178"/>
                <a:gd name="connsiteX222" fmla="*/ 275429 w 1791974"/>
                <a:gd name="connsiteY222" fmla="*/ 400211 h 1785178"/>
                <a:gd name="connsiteX223" fmla="*/ 269850 w 1791974"/>
                <a:gd name="connsiteY223" fmla="*/ 398717 h 1785178"/>
                <a:gd name="connsiteX224" fmla="*/ 272191 w 1791974"/>
                <a:gd name="connsiteY224" fmla="*/ 390401 h 1785178"/>
                <a:gd name="connsiteX225" fmla="*/ 270946 w 1791974"/>
                <a:gd name="connsiteY225" fmla="*/ 380791 h 1785178"/>
                <a:gd name="connsiteX226" fmla="*/ 263125 w 1791974"/>
                <a:gd name="connsiteY226" fmla="*/ 377752 h 1785178"/>
                <a:gd name="connsiteX227" fmla="*/ 255654 w 1791974"/>
                <a:gd name="connsiteY227" fmla="*/ 386915 h 1785178"/>
                <a:gd name="connsiteX228" fmla="*/ 247785 w 1791974"/>
                <a:gd name="connsiteY228" fmla="*/ 396875 h 1785178"/>
                <a:gd name="connsiteX229" fmla="*/ 248980 w 1791974"/>
                <a:gd name="connsiteY229" fmla="*/ 401855 h 1785178"/>
                <a:gd name="connsiteX230" fmla="*/ 247936 w 1791974"/>
                <a:gd name="connsiteY230" fmla="*/ 403349 h 1785178"/>
                <a:gd name="connsiteX231" fmla="*/ 244348 w 1791974"/>
                <a:gd name="connsiteY231" fmla="*/ 410769 h 1785178"/>
                <a:gd name="connsiteX232" fmla="*/ 243601 w 1791974"/>
                <a:gd name="connsiteY232" fmla="*/ 411416 h 1785178"/>
                <a:gd name="connsiteX233" fmla="*/ 237375 w 1791974"/>
                <a:gd name="connsiteY233" fmla="*/ 419283 h 1785178"/>
                <a:gd name="connsiteX234" fmla="*/ 234537 w 1791974"/>
                <a:gd name="connsiteY234" fmla="*/ 425011 h 1785178"/>
                <a:gd name="connsiteX235" fmla="*/ 259440 w 1791974"/>
                <a:gd name="connsiteY235" fmla="*/ 412213 h 1785178"/>
                <a:gd name="connsiteX236" fmla="*/ 276722 w 1791974"/>
                <a:gd name="connsiteY236" fmla="*/ 501552 h 1785178"/>
                <a:gd name="connsiteX237" fmla="*/ 273736 w 1791974"/>
                <a:gd name="connsiteY237" fmla="*/ 499510 h 1785178"/>
                <a:gd name="connsiteX238" fmla="*/ 274234 w 1791974"/>
                <a:gd name="connsiteY238" fmla="*/ 495476 h 1785178"/>
                <a:gd name="connsiteX239" fmla="*/ 275230 w 1791974"/>
                <a:gd name="connsiteY239" fmla="*/ 493982 h 1785178"/>
                <a:gd name="connsiteX240" fmla="*/ 275728 w 1791974"/>
                <a:gd name="connsiteY240" fmla="*/ 493235 h 1785178"/>
                <a:gd name="connsiteX241" fmla="*/ 282302 w 1791974"/>
                <a:gd name="connsiteY241" fmla="*/ 486662 h 1785178"/>
                <a:gd name="connsiteX242" fmla="*/ 296447 w 1791974"/>
                <a:gd name="connsiteY242" fmla="*/ 485219 h 1785178"/>
                <a:gd name="connsiteX243" fmla="*/ 299436 w 1791974"/>
                <a:gd name="connsiteY243" fmla="*/ 500157 h 1785178"/>
                <a:gd name="connsiteX244" fmla="*/ 298389 w 1791974"/>
                <a:gd name="connsiteY244" fmla="*/ 501651 h 1785178"/>
                <a:gd name="connsiteX245" fmla="*/ 296148 w 1791974"/>
                <a:gd name="connsiteY245" fmla="*/ 503394 h 1785178"/>
                <a:gd name="connsiteX246" fmla="*/ 278217 w 1791974"/>
                <a:gd name="connsiteY246" fmla="*/ 502348 h 1785178"/>
                <a:gd name="connsiteX247" fmla="*/ 276722 w 1791974"/>
                <a:gd name="connsiteY247" fmla="*/ 501351 h 1785178"/>
                <a:gd name="connsiteX248" fmla="*/ 607345 w 1791974"/>
                <a:gd name="connsiteY248" fmla="*/ 248973 h 1785178"/>
                <a:gd name="connsiteX249" fmla="*/ 611481 w 1791974"/>
                <a:gd name="connsiteY249" fmla="*/ 245189 h 1785178"/>
                <a:gd name="connsiteX250" fmla="*/ 615712 w 1791974"/>
                <a:gd name="connsiteY250" fmla="*/ 248127 h 1785178"/>
                <a:gd name="connsiteX251" fmla="*/ 624977 w 1791974"/>
                <a:gd name="connsiteY251" fmla="*/ 255696 h 1785178"/>
                <a:gd name="connsiteX252" fmla="*/ 622238 w 1791974"/>
                <a:gd name="connsiteY252" fmla="*/ 264760 h 1785178"/>
                <a:gd name="connsiteX253" fmla="*/ 622587 w 1791974"/>
                <a:gd name="connsiteY253" fmla="*/ 265555 h 1785178"/>
                <a:gd name="connsiteX254" fmla="*/ 623334 w 1791974"/>
                <a:gd name="connsiteY254" fmla="*/ 267150 h 1785178"/>
                <a:gd name="connsiteX255" fmla="*/ 630655 w 1791974"/>
                <a:gd name="connsiteY255" fmla="*/ 272628 h 1785178"/>
                <a:gd name="connsiteX256" fmla="*/ 633445 w 1791974"/>
                <a:gd name="connsiteY256" fmla="*/ 272628 h 1785178"/>
                <a:gd name="connsiteX257" fmla="*/ 635885 w 1791974"/>
                <a:gd name="connsiteY257" fmla="*/ 271531 h 1785178"/>
                <a:gd name="connsiteX258" fmla="*/ 644104 w 1791974"/>
                <a:gd name="connsiteY258" fmla="*/ 265905 h 1785178"/>
                <a:gd name="connsiteX259" fmla="*/ 646544 w 1791974"/>
                <a:gd name="connsiteY259" fmla="*/ 264808 h 1785178"/>
                <a:gd name="connsiteX260" fmla="*/ 649683 w 1791974"/>
                <a:gd name="connsiteY260" fmla="*/ 269192 h 1785178"/>
                <a:gd name="connsiteX261" fmla="*/ 637181 w 1791974"/>
                <a:gd name="connsiteY261" fmla="*/ 278752 h 1785178"/>
                <a:gd name="connsiteX262" fmla="*/ 636383 w 1791974"/>
                <a:gd name="connsiteY262" fmla="*/ 279102 h 1785178"/>
                <a:gd name="connsiteX263" fmla="*/ 630605 w 1791974"/>
                <a:gd name="connsiteY263" fmla="*/ 283634 h 1785178"/>
                <a:gd name="connsiteX264" fmla="*/ 630904 w 1791974"/>
                <a:gd name="connsiteY264" fmla="*/ 286471 h 1785178"/>
                <a:gd name="connsiteX265" fmla="*/ 631601 w 1791974"/>
                <a:gd name="connsiteY265" fmla="*/ 288066 h 1785178"/>
                <a:gd name="connsiteX266" fmla="*/ 643107 w 1791974"/>
                <a:gd name="connsiteY266" fmla="*/ 289759 h 1785178"/>
                <a:gd name="connsiteX267" fmla="*/ 654463 w 1791974"/>
                <a:gd name="connsiteY267" fmla="*/ 284779 h 1785178"/>
                <a:gd name="connsiteX268" fmla="*/ 657104 w 1791974"/>
                <a:gd name="connsiteY268" fmla="*/ 288514 h 1785178"/>
                <a:gd name="connsiteX269" fmla="*/ 663280 w 1791974"/>
                <a:gd name="connsiteY269" fmla="*/ 301910 h 1785178"/>
                <a:gd name="connsiteX270" fmla="*/ 666865 w 1791974"/>
                <a:gd name="connsiteY270" fmla="*/ 301261 h 1785178"/>
                <a:gd name="connsiteX271" fmla="*/ 671547 w 1791974"/>
                <a:gd name="connsiteY271" fmla="*/ 285475 h 1785178"/>
                <a:gd name="connsiteX272" fmla="*/ 670800 w 1791974"/>
                <a:gd name="connsiteY272" fmla="*/ 283883 h 1785178"/>
                <a:gd name="connsiteX273" fmla="*/ 670053 w 1791974"/>
                <a:gd name="connsiteY273" fmla="*/ 282238 h 1785178"/>
                <a:gd name="connsiteX274" fmla="*/ 670352 w 1791974"/>
                <a:gd name="connsiteY274" fmla="*/ 276262 h 1785178"/>
                <a:gd name="connsiteX275" fmla="*/ 671947 w 1791974"/>
                <a:gd name="connsiteY275" fmla="*/ 275566 h 1785178"/>
                <a:gd name="connsiteX276" fmla="*/ 675184 w 1791974"/>
                <a:gd name="connsiteY276" fmla="*/ 274122 h 1785178"/>
                <a:gd name="connsiteX277" fmla="*/ 678221 w 1791974"/>
                <a:gd name="connsiteY277" fmla="*/ 267847 h 1785178"/>
                <a:gd name="connsiteX278" fmla="*/ 676727 w 1791974"/>
                <a:gd name="connsiteY278" fmla="*/ 264808 h 1785178"/>
                <a:gd name="connsiteX279" fmla="*/ 663977 w 1791974"/>
                <a:gd name="connsiteY279" fmla="*/ 264808 h 1785178"/>
                <a:gd name="connsiteX280" fmla="*/ 659346 w 1791974"/>
                <a:gd name="connsiteY280" fmla="*/ 259083 h 1785178"/>
                <a:gd name="connsiteX281" fmla="*/ 662830 w 1791974"/>
                <a:gd name="connsiteY281" fmla="*/ 253605 h 1785178"/>
                <a:gd name="connsiteX282" fmla="*/ 667811 w 1791974"/>
                <a:gd name="connsiteY282" fmla="*/ 251414 h 1785178"/>
                <a:gd name="connsiteX283" fmla="*/ 667811 w 1791974"/>
                <a:gd name="connsiteY283" fmla="*/ 249422 h 1785178"/>
                <a:gd name="connsiteX284" fmla="*/ 653666 w 1791974"/>
                <a:gd name="connsiteY284" fmla="*/ 242101 h 1785178"/>
                <a:gd name="connsiteX285" fmla="*/ 657851 w 1791974"/>
                <a:gd name="connsiteY285" fmla="*/ 232141 h 1785178"/>
                <a:gd name="connsiteX286" fmla="*/ 658149 w 1791974"/>
                <a:gd name="connsiteY286" fmla="*/ 221484 h 1785178"/>
                <a:gd name="connsiteX287" fmla="*/ 688034 w 1791974"/>
                <a:gd name="connsiteY287" fmla="*/ 216504 h 1785178"/>
                <a:gd name="connsiteX288" fmla="*/ 691770 w 1791974"/>
                <a:gd name="connsiteY288" fmla="*/ 227510 h 1785178"/>
                <a:gd name="connsiteX289" fmla="*/ 698593 w 1791974"/>
                <a:gd name="connsiteY289" fmla="*/ 242051 h 1785178"/>
                <a:gd name="connsiteX290" fmla="*/ 699289 w 1791974"/>
                <a:gd name="connsiteY290" fmla="*/ 243695 h 1785178"/>
                <a:gd name="connsiteX291" fmla="*/ 699289 w 1791974"/>
                <a:gd name="connsiteY291" fmla="*/ 250467 h 1785178"/>
                <a:gd name="connsiteX292" fmla="*/ 706114 w 1791974"/>
                <a:gd name="connsiteY292" fmla="*/ 263812 h 1785178"/>
                <a:gd name="connsiteX293" fmla="*/ 708554 w 1791974"/>
                <a:gd name="connsiteY293" fmla="*/ 277507 h 1785178"/>
                <a:gd name="connsiteX294" fmla="*/ 706464 w 1791974"/>
                <a:gd name="connsiteY294" fmla="*/ 279401 h 1785178"/>
                <a:gd name="connsiteX295" fmla="*/ 704869 w 1791974"/>
                <a:gd name="connsiteY295" fmla="*/ 280148 h 1785178"/>
                <a:gd name="connsiteX296" fmla="*/ 699191 w 1791974"/>
                <a:gd name="connsiteY296" fmla="*/ 282736 h 1785178"/>
                <a:gd name="connsiteX297" fmla="*/ 697448 w 1791974"/>
                <a:gd name="connsiteY297" fmla="*/ 285425 h 1785178"/>
                <a:gd name="connsiteX298" fmla="*/ 707410 w 1791974"/>
                <a:gd name="connsiteY298" fmla="*/ 294588 h 1785178"/>
                <a:gd name="connsiteX299" fmla="*/ 707757 w 1791974"/>
                <a:gd name="connsiteY299" fmla="*/ 295435 h 1785178"/>
                <a:gd name="connsiteX300" fmla="*/ 708504 w 1791974"/>
                <a:gd name="connsiteY300" fmla="*/ 297030 h 1785178"/>
                <a:gd name="connsiteX301" fmla="*/ 719910 w 1791974"/>
                <a:gd name="connsiteY301" fmla="*/ 300715 h 1785178"/>
                <a:gd name="connsiteX302" fmla="*/ 723945 w 1791974"/>
                <a:gd name="connsiteY302" fmla="*/ 298871 h 1785178"/>
                <a:gd name="connsiteX303" fmla="*/ 725588 w 1791974"/>
                <a:gd name="connsiteY303" fmla="*/ 298174 h 1785178"/>
                <a:gd name="connsiteX304" fmla="*/ 730569 w 1791974"/>
                <a:gd name="connsiteY304" fmla="*/ 274519 h 1785178"/>
                <a:gd name="connsiteX305" fmla="*/ 727183 w 1791974"/>
                <a:gd name="connsiteY305" fmla="*/ 247629 h 1785178"/>
                <a:gd name="connsiteX306" fmla="*/ 725739 w 1791974"/>
                <a:gd name="connsiteY306" fmla="*/ 244392 h 1785178"/>
                <a:gd name="connsiteX307" fmla="*/ 718964 w 1791974"/>
                <a:gd name="connsiteY307" fmla="*/ 224970 h 1785178"/>
                <a:gd name="connsiteX308" fmla="*/ 710547 w 1791974"/>
                <a:gd name="connsiteY308" fmla="*/ 206295 h 1785178"/>
                <a:gd name="connsiteX309" fmla="*/ 705566 w 1791974"/>
                <a:gd name="connsiteY309" fmla="*/ 194942 h 1785178"/>
                <a:gd name="connsiteX310" fmla="*/ 677773 w 1791974"/>
                <a:gd name="connsiteY310" fmla="*/ 191805 h 1785178"/>
                <a:gd name="connsiteX311" fmla="*/ 657851 w 1791974"/>
                <a:gd name="connsiteY311" fmla="*/ 201765 h 1785178"/>
                <a:gd name="connsiteX312" fmla="*/ 629161 w 1791974"/>
                <a:gd name="connsiteY312" fmla="*/ 218297 h 1785178"/>
                <a:gd name="connsiteX313" fmla="*/ 614867 w 1791974"/>
                <a:gd name="connsiteY313" fmla="*/ 225569 h 1785178"/>
                <a:gd name="connsiteX314" fmla="*/ 619848 w 1791974"/>
                <a:gd name="connsiteY314" fmla="*/ 210628 h 1785178"/>
                <a:gd name="connsiteX315" fmla="*/ 619101 w 1791974"/>
                <a:gd name="connsiteY315" fmla="*/ 209034 h 1785178"/>
                <a:gd name="connsiteX316" fmla="*/ 620844 w 1791974"/>
                <a:gd name="connsiteY316" fmla="*/ 201515 h 1785178"/>
                <a:gd name="connsiteX317" fmla="*/ 622238 w 1791974"/>
                <a:gd name="connsiteY317" fmla="*/ 200768 h 1785178"/>
                <a:gd name="connsiteX318" fmla="*/ 631203 w 1791974"/>
                <a:gd name="connsiteY318" fmla="*/ 196735 h 1785178"/>
                <a:gd name="connsiteX319" fmla="*/ 632798 w 1791974"/>
                <a:gd name="connsiteY319" fmla="*/ 196038 h 1785178"/>
                <a:gd name="connsiteX320" fmla="*/ 639920 w 1791974"/>
                <a:gd name="connsiteY320" fmla="*/ 187970 h 1785178"/>
                <a:gd name="connsiteX321" fmla="*/ 641563 w 1791974"/>
                <a:gd name="connsiteY321" fmla="*/ 187223 h 1785178"/>
                <a:gd name="connsiteX322" fmla="*/ 645598 w 1791974"/>
                <a:gd name="connsiteY322" fmla="*/ 185381 h 1785178"/>
                <a:gd name="connsiteX323" fmla="*/ 649185 w 1791974"/>
                <a:gd name="connsiteY323" fmla="*/ 175969 h 1785178"/>
                <a:gd name="connsiteX324" fmla="*/ 638376 w 1791974"/>
                <a:gd name="connsiteY324" fmla="*/ 168598 h 1785178"/>
                <a:gd name="connsiteX325" fmla="*/ 636783 w 1791974"/>
                <a:gd name="connsiteY325" fmla="*/ 169345 h 1785178"/>
                <a:gd name="connsiteX326" fmla="*/ 631802 w 1791974"/>
                <a:gd name="connsiteY326" fmla="*/ 171537 h 1785178"/>
                <a:gd name="connsiteX327" fmla="*/ 625526 w 1791974"/>
                <a:gd name="connsiteY327" fmla="*/ 168449 h 1785178"/>
                <a:gd name="connsiteX328" fmla="*/ 622637 w 1791974"/>
                <a:gd name="connsiteY328" fmla="*/ 170740 h 1785178"/>
                <a:gd name="connsiteX329" fmla="*/ 622637 w 1791974"/>
                <a:gd name="connsiteY329" fmla="*/ 177512 h 1785178"/>
                <a:gd name="connsiteX330" fmla="*/ 619350 w 1791974"/>
                <a:gd name="connsiteY330" fmla="*/ 176168 h 1785178"/>
                <a:gd name="connsiteX331" fmla="*/ 619000 w 1791974"/>
                <a:gd name="connsiteY331" fmla="*/ 175371 h 1785178"/>
                <a:gd name="connsiteX332" fmla="*/ 616610 w 1791974"/>
                <a:gd name="connsiteY332" fmla="*/ 165710 h 1785178"/>
                <a:gd name="connsiteX333" fmla="*/ 608492 w 1791974"/>
                <a:gd name="connsiteY333" fmla="*/ 147833 h 1785178"/>
                <a:gd name="connsiteX334" fmla="*/ 607793 w 1791974"/>
                <a:gd name="connsiteY334" fmla="*/ 146239 h 1785178"/>
                <a:gd name="connsiteX335" fmla="*/ 592852 w 1791974"/>
                <a:gd name="connsiteY335" fmla="*/ 141259 h 1785178"/>
                <a:gd name="connsiteX336" fmla="*/ 586974 w 1791974"/>
                <a:gd name="connsiteY336" fmla="*/ 147833 h 1785178"/>
                <a:gd name="connsiteX337" fmla="*/ 589763 w 1791974"/>
                <a:gd name="connsiteY337" fmla="*/ 158290 h 1785178"/>
                <a:gd name="connsiteX338" fmla="*/ 593748 w 1791974"/>
                <a:gd name="connsiteY338" fmla="*/ 167204 h 1785178"/>
                <a:gd name="connsiteX339" fmla="*/ 595293 w 1791974"/>
                <a:gd name="connsiteY339" fmla="*/ 179206 h 1785178"/>
                <a:gd name="connsiteX340" fmla="*/ 595990 w 1791974"/>
                <a:gd name="connsiteY340" fmla="*/ 180849 h 1785178"/>
                <a:gd name="connsiteX341" fmla="*/ 597833 w 1791974"/>
                <a:gd name="connsiteY341" fmla="*/ 184883 h 1785178"/>
                <a:gd name="connsiteX342" fmla="*/ 598530 w 1791974"/>
                <a:gd name="connsiteY342" fmla="*/ 186526 h 1785178"/>
                <a:gd name="connsiteX343" fmla="*/ 596339 w 1791974"/>
                <a:gd name="connsiteY343" fmla="*/ 192402 h 1785178"/>
                <a:gd name="connsiteX344" fmla="*/ 587373 w 1791974"/>
                <a:gd name="connsiteY344" fmla="*/ 196436 h 1785178"/>
                <a:gd name="connsiteX345" fmla="*/ 585779 w 1791974"/>
                <a:gd name="connsiteY345" fmla="*/ 197133 h 1785178"/>
                <a:gd name="connsiteX346" fmla="*/ 583537 w 1791974"/>
                <a:gd name="connsiteY346" fmla="*/ 203060 h 1785178"/>
                <a:gd name="connsiteX347" fmla="*/ 584634 w 1791974"/>
                <a:gd name="connsiteY347" fmla="*/ 205450 h 1785178"/>
                <a:gd name="connsiteX348" fmla="*/ 600274 w 1791974"/>
                <a:gd name="connsiteY348" fmla="*/ 212122 h 1785178"/>
                <a:gd name="connsiteX349" fmla="*/ 595293 w 1791974"/>
                <a:gd name="connsiteY349" fmla="*/ 250517 h 1785178"/>
                <a:gd name="connsiteX350" fmla="*/ 592553 w 1791974"/>
                <a:gd name="connsiteY350" fmla="*/ 248824 h 1785178"/>
                <a:gd name="connsiteX351" fmla="*/ 592204 w 1791974"/>
                <a:gd name="connsiteY351" fmla="*/ 248027 h 1785178"/>
                <a:gd name="connsiteX352" fmla="*/ 588619 w 1791974"/>
                <a:gd name="connsiteY352" fmla="*/ 246683 h 1785178"/>
                <a:gd name="connsiteX353" fmla="*/ 587024 w 1791974"/>
                <a:gd name="connsiteY353" fmla="*/ 247380 h 1785178"/>
                <a:gd name="connsiteX354" fmla="*/ 586028 w 1791974"/>
                <a:gd name="connsiteY354" fmla="*/ 271234 h 1785178"/>
                <a:gd name="connsiteX355" fmla="*/ 591009 w 1791974"/>
                <a:gd name="connsiteY355" fmla="*/ 293393 h 1785178"/>
                <a:gd name="connsiteX356" fmla="*/ 598130 w 1791974"/>
                <a:gd name="connsiteY356" fmla="*/ 311669 h 1785178"/>
                <a:gd name="connsiteX357" fmla="*/ 600822 w 1791974"/>
                <a:gd name="connsiteY357" fmla="*/ 317297 h 1785178"/>
                <a:gd name="connsiteX358" fmla="*/ 608540 w 1791974"/>
                <a:gd name="connsiteY358" fmla="*/ 337215 h 1785178"/>
                <a:gd name="connsiteX359" fmla="*/ 621043 w 1791974"/>
                <a:gd name="connsiteY359" fmla="*/ 349218 h 1785178"/>
                <a:gd name="connsiteX360" fmla="*/ 624280 w 1791974"/>
                <a:gd name="connsiteY360" fmla="*/ 347724 h 1785178"/>
                <a:gd name="connsiteX361" fmla="*/ 626871 w 1791974"/>
                <a:gd name="connsiteY361" fmla="*/ 323123 h 1785178"/>
                <a:gd name="connsiteX362" fmla="*/ 613373 w 1791974"/>
                <a:gd name="connsiteY362" fmla="*/ 293245 h 1785178"/>
                <a:gd name="connsiteX363" fmla="*/ 604706 w 1791974"/>
                <a:gd name="connsiteY363" fmla="*/ 274670 h 1785178"/>
                <a:gd name="connsiteX364" fmla="*/ 596588 w 1791974"/>
                <a:gd name="connsiteY364" fmla="*/ 255894 h 1785178"/>
                <a:gd name="connsiteX365" fmla="*/ 599028 w 1791974"/>
                <a:gd name="connsiteY365" fmla="*/ 254800 h 1785178"/>
                <a:gd name="connsiteX366" fmla="*/ 607247 w 1791974"/>
                <a:gd name="connsiteY366" fmla="*/ 249173 h 1785178"/>
                <a:gd name="connsiteX367" fmla="*/ 636582 w 1791974"/>
                <a:gd name="connsiteY367" fmla="*/ 244591 h 1785178"/>
                <a:gd name="connsiteX368" fmla="*/ 635487 w 1791974"/>
                <a:gd name="connsiteY368" fmla="*/ 242201 h 1785178"/>
                <a:gd name="connsiteX369" fmla="*/ 622985 w 1791974"/>
                <a:gd name="connsiteY369" fmla="*/ 236075 h 1785178"/>
                <a:gd name="connsiteX370" fmla="*/ 631951 w 1791974"/>
                <a:gd name="connsiteY370" fmla="*/ 232091 h 1785178"/>
                <a:gd name="connsiteX371" fmla="*/ 632647 w 1791974"/>
                <a:gd name="connsiteY371" fmla="*/ 233685 h 1785178"/>
                <a:gd name="connsiteX372" fmla="*/ 635088 w 1791974"/>
                <a:gd name="connsiteY372" fmla="*/ 232589 h 1785178"/>
                <a:gd name="connsiteX373" fmla="*/ 637181 w 1791974"/>
                <a:gd name="connsiteY373" fmla="*/ 230697 h 1785178"/>
                <a:gd name="connsiteX374" fmla="*/ 641414 w 1791974"/>
                <a:gd name="connsiteY374" fmla="*/ 233635 h 1785178"/>
                <a:gd name="connsiteX375" fmla="*/ 642161 w 1791974"/>
                <a:gd name="connsiteY375" fmla="*/ 235280 h 1785178"/>
                <a:gd name="connsiteX376" fmla="*/ 638924 w 1791974"/>
                <a:gd name="connsiteY376" fmla="*/ 245238 h 1785178"/>
                <a:gd name="connsiteX377" fmla="*/ 638924 w 1791974"/>
                <a:gd name="connsiteY377" fmla="*/ 251214 h 1785178"/>
                <a:gd name="connsiteX378" fmla="*/ 636184 w 1791974"/>
                <a:gd name="connsiteY378" fmla="*/ 249521 h 1785178"/>
                <a:gd name="connsiteX379" fmla="*/ 636783 w 1791974"/>
                <a:gd name="connsiteY379" fmla="*/ 244541 h 1785178"/>
                <a:gd name="connsiteX380" fmla="*/ 1086642 w 1791974"/>
                <a:gd name="connsiteY380" fmla="*/ 250218 h 1785178"/>
                <a:gd name="connsiteX381" fmla="*/ 1077130 w 1791974"/>
                <a:gd name="connsiteY381" fmla="*/ 256443 h 1785178"/>
                <a:gd name="connsiteX382" fmla="*/ 1067617 w 1791974"/>
                <a:gd name="connsiteY382" fmla="*/ 262617 h 1785178"/>
                <a:gd name="connsiteX383" fmla="*/ 1064281 w 1791974"/>
                <a:gd name="connsiteY383" fmla="*/ 261523 h 1785178"/>
                <a:gd name="connsiteX384" fmla="*/ 1057954 w 1791974"/>
                <a:gd name="connsiteY384" fmla="*/ 268445 h 1785178"/>
                <a:gd name="connsiteX385" fmla="*/ 1053222 w 1791974"/>
                <a:gd name="connsiteY385" fmla="*/ 268893 h 1785178"/>
                <a:gd name="connsiteX386" fmla="*/ 1049637 w 1791974"/>
                <a:gd name="connsiteY386" fmla="*/ 271383 h 1785178"/>
                <a:gd name="connsiteX387" fmla="*/ 1032951 w 1791974"/>
                <a:gd name="connsiteY387" fmla="*/ 277359 h 1785178"/>
                <a:gd name="connsiteX388" fmla="*/ 1031854 w 1791974"/>
                <a:gd name="connsiteY388" fmla="*/ 280744 h 1785178"/>
                <a:gd name="connsiteX389" fmla="*/ 1034146 w 1791974"/>
                <a:gd name="connsiteY389" fmla="*/ 282339 h 1785178"/>
                <a:gd name="connsiteX390" fmla="*/ 1035791 w 1791974"/>
                <a:gd name="connsiteY390" fmla="*/ 282935 h 1785178"/>
                <a:gd name="connsiteX391" fmla="*/ 1063035 w 1791974"/>
                <a:gd name="connsiteY391" fmla="*/ 281242 h 1785178"/>
                <a:gd name="connsiteX392" fmla="*/ 1075686 w 1791974"/>
                <a:gd name="connsiteY392" fmla="*/ 278554 h 1785178"/>
                <a:gd name="connsiteX393" fmla="*/ 1087689 w 1791974"/>
                <a:gd name="connsiteY393" fmla="*/ 274570 h 1785178"/>
                <a:gd name="connsiteX394" fmla="*/ 1108858 w 1791974"/>
                <a:gd name="connsiteY394" fmla="*/ 260874 h 1785178"/>
                <a:gd name="connsiteX395" fmla="*/ 1128034 w 1791974"/>
                <a:gd name="connsiteY395" fmla="*/ 243296 h 1785178"/>
                <a:gd name="connsiteX396" fmla="*/ 1136401 w 1791974"/>
                <a:gd name="connsiteY396" fmla="*/ 234830 h 1785178"/>
                <a:gd name="connsiteX397" fmla="*/ 1137845 w 1791974"/>
                <a:gd name="connsiteY397" fmla="*/ 244790 h 1785178"/>
                <a:gd name="connsiteX398" fmla="*/ 1137297 w 1791974"/>
                <a:gd name="connsiteY398" fmla="*/ 246483 h 1785178"/>
                <a:gd name="connsiteX399" fmla="*/ 1141433 w 1791974"/>
                <a:gd name="connsiteY399" fmla="*/ 268943 h 1785178"/>
                <a:gd name="connsiteX400" fmla="*/ 1144170 w 1791974"/>
                <a:gd name="connsiteY400" fmla="*/ 280196 h 1785178"/>
                <a:gd name="connsiteX401" fmla="*/ 1146960 w 1791974"/>
                <a:gd name="connsiteY401" fmla="*/ 290755 h 1785178"/>
                <a:gd name="connsiteX402" fmla="*/ 1156373 w 1791974"/>
                <a:gd name="connsiteY402" fmla="*/ 310673 h 1785178"/>
                <a:gd name="connsiteX403" fmla="*/ 1174702 w 1791974"/>
                <a:gd name="connsiteY403" fmla="*/ 325962 h 1785178"/>
                <a:gd name="connsiteX404" fmla="*/ 1192334 w 1791974"/>
                <a:gd name="connsiteY404" fmla="*/ 325962 h 1785178"/>
                <a:gd name="connsiteX405" fmla="*/ 1187056 w 1791974"/>
                <a:gd name="connsiteY405" fmla="*/ 311769 h 1785178"/>
                <a:gd name="connsiteX406" fmla="*/ 1180282 w 1791974"/>
                <a:gd name="connsiteY406" fmla="*/ 299070 h 1785178"/>
                <a:gd name="connsiteX407" fmla="*/ 1166833 w 1791974"/>
                <a:gd name="connsiteY407" fmla="*/ 273574 h 1785178"/>
                <a:gd name="connsiteX408" fmla="*/ 1156871 w 1791974"/>
                <a:gd name="connsiteY408" fmla="*/ 246483 h 1785178"/>
                <a:gd name="connsiteX409" fmla="*/ 1154182 w 1791974"/>
                <a:gd name="connsiteY409" fmla="*/ 231545 h 1785178"/>
                <a:gd name="connsiteX410" fmla="*/ 1152987 w 1791974"/>
                <a:gd name="connsiteY410" fmla="*/ 223725 h 1785178"/>
                <a:gd name="connsiteX411" fmla="*/ 1150796 w 1791974"/>
                <a:gd name="connsiteY411" fmla="*/ 217102 h 1785178"/>
                <a:gd name="connsiteX412" fmla="*/ 1164592 w 1791974"/>
                <a:gd name="connsiteY412" fmla="*/ 220639 h 1785178"/>
                <a:gd name="connsiteX413" fmla="*/ 1168775 w 1791974"/>
                <a:gd name="connsiteY413" fmla="*/ 222083 h 1785178"/>
                <a:gd name="connsiteX414" fmla="*/ 1194526 w 1791974"/>
                <a:gd name="connsiteY414" fmla="*/ 220239 h 1785178"/>
                <a:gd name="connsiteX415" fmla="*/ 1195074 w 1791974"/>
                <a:gd name="connsiteY415" fmla="*/ 218546 h 1785178"/>
                <a:gd name="connsiteX416" fmla="*/ 1188798 w 1791974"/>
                <a:gd name="connsiteY416" fmla="*/ 200669 h 1785178"/>
                <a:gd name="connsiteX417" fmla="*/ 1182123 w 1791974"/>
                <a:gd name="connsiteY417" fmla="*/ 198478 h 1785178"/>
                <a:gd name="connsiteX418" fmla="*/ 1172164 w 1791974"/>
                <a:gd name="connsiteY418" fmla="*/ 197133 h 1785178"/>
                <a:gd name="connsiteX419" fmla="*/ 1162202 w 1791974"/>
                <a:gd name="connsiteY419" fmla="*/ 193797 h 1785178"/>
                <a:gd name="connsiteX420" fmla="*/ 1168179 w 1791974"/>
                <a:gd name="connsiteY420" fmla="*/ 178857 h 1785178"/>
                <a:gd name="connsiteX421" fmla="*/ 1173160 w 1791974"/>
                <a:gd name="connsiteY421" fmla="*/ 162722 h 1785178"/>
                <a:gd name="connsiteX422" fmla="*/ 1178139 w 1791974"/>
                <a:gd name="connsiteY422" fmla="*/ 151368 h 1785178"/>
                <a:gd name="connsiteX423" fmla="*/ 1173409 w 1791974"/>
                <a:gd name="connsiteY423" fmla="*/ 142355 h 1785178"/>
                <a:gd name="connsiteX424" fmla="*/ 1167231 w 1791974"/>
                <a:gd name="connsiteY424" fmla="*/ 141458 h 1785178"/>
                <a:gd name="connsiteX425" fmla="*/ 1162549 w 1791974"/>
                <a:gd name="connsiteY425" fmla="*/ 149974 h 1785178"/>
                <a:gd name="connsiteX426" fmla="*/ 1162252 w 1791974"/>
                <a:gd name="connsiteY426" fmla="*/ 150820 h 1785178"/>
                <a:gd name="connsiteX427" fmla="*/ 1155327 w 1791974"/>
                <a:gd name="connsiteY427" fmla="*/ 163419 h 1785178"/>
                <a:gd name="connsiteX428" fmla="*/ 1153634 w 1791974"/>
                <a:gd name="connsiteY428" fmla="*/ 168399 h 1785178"/>
                <a:gd name="connsiteX429" fmla="*/ 1146411 w 1791974"/>
                <a:gd name="connsiteY429" fmla="*/ 187671 h 1785178"/>
                <a:gd name="connsiteX430" fmla="*/ 1140386 w 1791974"/>
                <a:gd name="connsiteY430" fmla="*/ 186626 h 1785178"/>
                <a:gd name="connsiteX431" fmla="*/ 1139539 w 1791974"/>
                <a:gd name="connsiteY431" fmla="*/ 186626 h 1785178"/>
                <a:gd name="connsiteX432" fmla="*/ 1128332 w 1791974"/>
                <a:gd name="connsiteY432" fmla="*/ 186626 h 1785178"/>
                <a:gd name="connsiteX433" fmla="*/ 1127486 w 1791974"/>
                <a:gd name="connsiteY433" fmla="*/ 186327 h 1785178"/>
                <a:gd name="connsiteX434" fmla="*/ 1119615 w 1791974"/>
                <a:gd name="connsiteY434" fmla="*/ 181895 h 1785178"/>
                <a:gd name="connsiteX435" fmla="*/ 1105371 w 1791974"/>
                <a:gd name="connsiteY435" fmla="*/ 188418 h 1785178"/>
                <a:gd name="connsiteX436" fmla="*/ 1104823 w 1791974"/>
                <a:gd name="connsiteY436" fmla="*/ 190112 h 1785178"/>
                <a:gd name="connsiteX437" fmla="*/ 1111647 w 1791974"/>
                <a:gd name="connsiteY437" fmla="*/ 206295 h 1785178"/>
                <a:gd name="connsiteX438" fmla="*/ 1113341 w 1791974"/>
                <a:gd name="connsiteY438" fmla="*/ 206843 h 1785178"/>
                <a:gd name="connsiteX439" fmla="*/ 1115034 w 1791974"/>
                <a:gd name="connsiteY439" fmla="*/ 207391 h 1785178"/>
                <a:gd name="connsiteX440" fmla="*/ 1129976 w 1791974"/>
                <a:gd name="connsiteY440" fmla="*/ 209582 h 1785178"/>
                <a:gd name="connsiteX441" fmla="*/ 1128332 w 1791974"/>
                <a:gd name="connsiteY441" fmla="*/ 211823 h 1785178"/>
                <a:gd name="connsiteX442" fmla="*/ 1118820 w 1791974"/>
                <a:gd name="connsiteY442" fmla="*/ 223627 h 1785178"/>
                <a:gd name="connsiteX443" fmla="*/ 1109356 w 1791974"/>
                <a:gd name="connsiteY443" fmla="*/ 235328 h 1785178"/>
                <a:gd name="connsiteX444" fmla="*/ 1097301 w 1791974"/>
                <a:gd name="connsiteY444" fmla="*/ 242101 h 1785178"/>
                <a:gd name="connsiteX445" fmla="*/ 1086793 w 1791974"/>
                <a:gd name="connsiteY445" fmla="*/ 250418 h 1785178"/>
                <a:gd name="connsiteX446" fmla="*/ 1524949 w 1791974"/>
                <a:gd name="connsiteY446" fmla="*/ 502199 h 1785178"/>
                <a:gd name="connsiteX447" fmla="*/ 1518623 w 1791974"/>
                <a:gd name="connsiteY447" fmla="*/ 492239 h 1785178"/>
                <a:gd name="connsiteX448" fmla="*/ 1523106 w 1791974"/>
                <a:gd name="connsiteY448" fmla="*/ 492538 h 1785178"/>
                <a:gd name="connsiteX449" fmla="*/ 1524600 w 1791974"/>
                <a:gd name="connsiteY449" fmla="*/ 491592 h 1785178"/>
                <a:gd name="connsiteX450" fmla="*/ 1525397 w 1791974"/>
                <a:gd name="connsiteY450" fmla="*/ 491094 h 1785178"/>
                <a:gd name="connsiteX451" fmla="*/ 1526841 w 1791974"/>
                <a:gd name="connsiteY451" fmla="*/ 490098 h 1785178"/>
                <a:gd name="connsiteX452" fmla="*/ 1534114 w 1791974"/>
                <a:gd name="connsiteY452" fmla="*/ 489799 h 1785178"/>
                <a:gd name="connsiteX453" fmla="*/ 1535608 w 1791974"/>
                <a:gd name="connsiteY453" fmla="*/ 488703 h 1785178"/>
                <a:gd name="connsiteX454" fmla="*/ 1539394 w 1791974"/>
                <a:gd name="connsiteY454" fmla="*/ 486263 h 1785178"/>
                <a:gd name="connsiteX455" fmla="*/ 1540888 w 1791974"/>
                <a:gd name="connsiteY455" fmla="*/ 485267 h 1785178"/>
                <a:gd name="connsiteX456" fmla="*/ 1542881 w 1791974"/>
                <a:gd name="connsiteY456" fmla="*/ 481781 h 1785178"/>
                <a:gd name="connsiteX457" fmla="*/ 1545221 w 1791974"/>
                <a:gd name="connsiteY457" fmla="*/ 480337 h 1785178"/>
                <a:gd name="connsiteX458" fmla="*/ 1562553 w 1791974"/>
                <a:gd name="connsiteY458" fmla="*/ 469084 h 1785178"/>
                <a:gd name="connsiteX459" fmla="*/ 1565592 w 1791974"/>
                <a:gd name="connsiteY459" fmla="*/ 467140 h 1785178"/>
                <a:gd name="connsiteX460" fmla="*/ 1569826 w 1791974"/>
                <a:gd name="connsiteY460" fmla="*/ 471524 h 1785178"/>
                <a:gd name="connsiteX461" fmla="*/ 1574457 w 1791974"/>
                <a:gd name="connsiteY461" fmla="*/ 474212 h 1785178"/>
                <a:gd name="connsiteX462" fmla="*/ 1578890 w 1791974"/>
                <a:gd name="connsiteY462" fmla="*/ 481034 h 1785178"/>
                <a:gd name="connsiteX463" fmla="*/ 1577098 w 1791974"/>
                <a:gd name="connsiteY463" fmla="*/ 486464 h 1785178"/>
                <a:gd name="connsiteX464" fmla="*/ 1559117 w 1791974"/>
                <a:gd name="connsiteY464" fmla="*/ 482030 h 1785178"/>
                <a:gd name="connsiteX465" fmla="*/ 1557623 w 1791974"/>
                <a:gd name="connsiteY465" fmla="*/ 482978 h 1785178"/>
                <a:gd name="connsiteX466" fmla="*/ 1555381 w 1791974"/>
                <a:gd name="connsiteY466" fmla="*/ 484472 h 1785178"/>
                <a:gd name="connsiteX467" fmla="*/ 1546914 w 1791974"/>
                <a:gd name="connsiteY467" fmla="*/ 499410 h 1785178"/>
                <a:gd name="connsiteX468" fmla="*/ 1529282 w 1791974"/>
                <a:gd name="connsiteY468" fmla="*/ 496970 h 1785178"/>
                <a:gd name="connsiteX469" fmla="*/ 1528486 w 1791974"/>
                <a:gd name="connsiteY469" fmla="*/ 497468 h 1785178"/>
                <a:gd name="connsiteX470" fmla="*/ 1529183 w 1791974"/>
                <a:gd name="connsiteY470" fmla="*/ 503444 h 1785178"/>
                <a:gd name="connsiteX471" fmla="*/ 1543877 w 1791974"/>
                <a:gd name="connsiteY471" fmla="*/ 507876 h 1785178"/>
                <a:gd name="connsiteX472" fmla="*/ 1557524 w 1791974"/>
                <a:gd name="connsiteY472" fmla="*/ 514051 h 1785178"/>
                <a:gd name="connsiteX473" fmla="*/ 1568183 w 1791974"/>
                <a:gd name="connsiteY473" fmla="*/ 515992 h 1785178"/>
                <a:gd name="connsiteX474" fmla="*/ 1578691 w 1791974"/>
                <a:gd name="connsiteY474" fmla="*/ 515296 h 1785178"/>
                <a:gd name="connsiteX475" fmla="*/ 1580236 w 1791974"/>
                <a:gd name="connsiteY475" fmla="*/ 514300 h 1785178"/>
                <a:gd name="connsiteX476" fmla="*/ 1582477 w 1791974"/>
                <a:gd name="connsiteY476" fmla="*/ 512856 h 1785178"/>
                <a:gd name="connsiteX477" fmla="*/ 1584022 w 1791974"/>
                <a:gd name="connsiteY477" fmla="*/ 511860 h 1785178"/>
                <a:gd name="connsiteX478" fmla="*/ 1584321 w 1791974"/>
                <a:gd name="connsiteY478" fmla="*/ 504141 h 1785178"/>
                <a:gd name="connsiteX479" fmla="*/ 1589848 w 1791974"/>
                <a:gd name="connsiteY479" fmla="*/ 499460 h 1785178"/>
                <a:gd name="connsiteX480" fmla="*/ 1610768 w 1791974"/>
                <a:gd name="connsiteY480" fmla="*/ 505187 h 1785178"/>
                <a:gd name="connsiteX481" fmla="*/ 1612262 w 1791974"/>
                <a:gd name="connsiteY481" fmla="*/ 504241 h 1785178"/>
                <a:gd name="connsiteX482" fmla="*/ 1613807 w 1791974"/>
                <a:gd name="connsiteY482" fmla="*/ 503245 h 1785178"/>
                <a:gd name="connsiteX483" fmla="*/ 1611415 w 1791974"/>
                <a:gd name="connsiteY483" fmla="*/ 492986 h 1785178"/>
                <a:gd name="connsiteX484" fmla="*/ 1614006 w 1791974"/>
                <a:gd name="connsiteY484" fmla="*/ 487010 h 1785178"/>
                <a:gd name="connsiteX485" fmla="*/ 1616247 w 1791974"/>
                <a:gd name="connsiteY485" fmla="*/ 485566 h 1785178"/>
                <a:gd name="connsiteX486" fmla="*/ 1622971 w 1791974"/>
                <a:gd name="connsiteY486" fmla="*/ 469431 h 1785178"/>
                <a:gd name="connsiteX487" fmla="*/ 1609822 w 1791974"/>
                <a:gd name="connsiteY487" fmla="*/ 464003 h 1785178"/>
                <a:gd name="connsiteX488" fmla="*/ 1600957 w 1791974"/>
                <a:gd name="connsiteY488" fmla="*/ 471871 h 1785178"/>
                <a:gd name="connsiteX489" fmla="*/ 1598665 w 1791974"/>
                <a:gd name="connsiteY489" fmla="*/ 473365 h 1785178"/>
                <a:gd name="connsiteX490" fmla="*/ 1575903 w 1791974"/>
                <a:gd name="connsiteY490" fmla="*/ 461365 h 1785178"/>
                <a:gd name="connsiteX491" fmla="*/ 1577197 w 1791974"/>
                <a:gd name="connsiteY491" fmla="*/ 455140 h 1785178"/>
                <a:gd name="connsiteX492" fmla="*/ 1583224 w 1791974"/>
                <a:gd name="connsiteY492" fmla="*/ 451206 h 1785178"/>
                <a:gd name="connsiteX493" fmla="*/ 1584718 w 1791974"/>
                <a:gd name="connsiteY493" fmla="*/ 450260 h 1785178"/>
                <a:gd name="connsiteX494" fmla="*/ 1586462 w 1791974"/>
                <a:gd name="connsiteY494" fmla="*/ 433029 h 1785178"/>
                <a:gd name="connsiteX495" fmla="*/ 1587259 w 1791974"/>
                <a:gd name="connsiteY495" fmla="*/ 430589 h 1785178"/>
                <a:gd name="connsiteX496" fmla="*/ 1577297 w 1791974"/>
                <a:gd name="connsiteY496" fmla="*/ 429193 h 1785178"/>
                <a:gd name="connsiteX497" fmla="*/ 1568780 w 1791974"/>
                <a:gd name="connsiteY497" fmla="*/ 436465 h 1785178"/>
                <a:gd name="connsiteX498" fmla="*/ 1559665 w 1791974"/>
                <a:gd name="connsiteY498" fmla="*/ 441445 h 1785178"/>
                <a:gd name="connsiteX499" fmla="*/ 1557424 w 1791974"/>
                <a:gd name="connsiteY499" fmla="*/ 442939 h 1785178"/>
                <a:gd name="connsiteX500" fmla="*/ 1550302 w 1791974"/>
                <a:gd name="connsiteY500" fmla="*/ 446573 h 1785178"/>
                <a:gd name="connsiteX501" fmla="*/ 1545072 w 1791974"/>
                <a:gd name="connsiteY501" fmla="*/ 452001 h 1785178"/>
                <a:gd name="connsiteX502" fmla="*/ 1539842 w 1791974"/>
                <a:gd name="connsiteY502" fmla="*/ 455439 h 1785178"/>
                <a:gd name="connsiteX503" fmla="*/ 1528884 w 1791974"/>
                <a:gd name="connsiteY503" fmla="*/ 463405 h 1785178"/>
                <a:gd name="connsiteX504" fmla="*/ 1512399 w 1791974"/>
                <a:gd name="connsiteY504" fmla="*/ 471076 h 1785178"/>
                <a:gd name="connsiteX505" fmla="*/ 1508862 w 1791974"/>
                <a:gd name="connsiteY505" fmla="*/ 475508 h 1785178"/>
                <a:gd name="connsiteX506" fmla="*/ 1506122 w 1791974"/>
                <a:gd name="connsiteY506" fmla="*/ 476204 h 1785178"/>
                <a:gd name="connsiteX507" fmla="*/ 1498950 w 1791974"/>
                <a:gd name="connsiteY507" fmla="*/ 470128 h 1785178"/>
                <a:gd name="connsiteX508" fmla="*/ 1500445 w 1791974"/>
                <a:gd name="connsiteY508" fmla="*/ 469182 h 1785178"/>
                <a:gd name="connsiteX509" fmla="*/ 1507169 w 1791974"/>
                <a:gd name="connsiteY509" fmla="*/ 471275 h 1785178"/>
                <a:gd name="connsiteX510" fmla="*/ 1514540 w 1791974"/>
                <a:gd name="connsiteY510" fmla="*/ 467789 h 1785178"/>
                <a:gd name="connsiteX511" fmla="*/ 1540390 w 1791974"/>
                <a:gd name="connsiteY511" fmla="*/ 451354 h 1785178"/>
                <a:gd name="connsiteX512" fmla="*/ 1546665 w 1791974"/>
                <a:gd name="connsiteY512" fmla="*/ 444533 h 1785178"/>
                <a:gd name="connsiteX513" fmla="*/ 1548209 w 1791974"/>
                <a:gd name="connsiteY513" fmla="*/ 443537 h 1785178"/>
                <a:gd name="connsiteX514" fmla="*/ 1554984 w 1791974"/>
                <a:gd name="connsiteY514" fmla="*/ 439153 h 1785178"/>
                <a:gd name="connsiteX515" fmla="*/ 1556478 w 1791974"/>
                <a:gd name="connsiteY515" fmla="*/ 438157 h 1785178"/>
                <a:gd name="connsiteX516" fmla="*/ 1563451 w 1791974"/>
                <a:gd name="connsiteY516" fmla="*/ 420777 h 1785178"/>
                <a:gd name="connsiteX517" fmla="*/ 1562455 w 1791974"/>
                <a:gd name="connsiteY517" fmla="*/ 419283 h 1785178"/>
                <a:gd name="connsiteX518" fmla="*/ 1547512 w 1791974"/>
                <a:gd name="connsiteY518" fmla="*/ 416097 h 1785178"/>
                <a:gd name="connsiteX519" fmla="*/ 1546018 w 1791974"/>
                <a:gd name="connsiteY519" fmla="*/ 417093 h 1785178"/>
                <a:gd name="connsiteX520" fmla="*/ 1536954 w 1791974"/>
                <a:gd name="connsiteY520" fmla="*/ 422970 h 1785178"/>
                <a:gd name="connsiteX521" fmla="*/ 1522011 w 1791974"/>
                <a:gd name="connsiteY521" fmla="*/ 432928 h 1785178"/>
                <a:gd name="connsiteX522" fmla="*/ 1521113 w 1791974"/>
                <a:gd name="connsiteY522" fmla="*/ 433177 h 1785178"/>
                <a:gd name="connsiteX523" fmla="*/ 1519619 w 1791974"/>
                <a:gd name="connsiteY523" fmla="*/ 434173 h 1785178"/>
                <a:gd name="connsiteX524" fmla="*/ 1513493 w 1791974"/>
                <a:gd name="connsiteY524" fmla="*/ 441344 h 1785178"/>
                <a:gd name="connsiteX525" fmla="*/ 1505227 w 1791974"/>
                <a:gd name="connsiteY525" fmla="*/ 446724 h 1785178"/>
                <a:gd name="connsiteX526" fmla="*/ 1496958 w 1791974"/>
                <a:gd name="connsiteY526" fmla="*/ 455389 h 1785178"/>
                <a:gd name="connsiteX527" fmla="*/ 1495514 w 1791974"/>
                <a:gd name="connsiteY527" fmla="*/ 464801 h 1785178"/>
                <a:gd name="connsiteX528" fmla="*/ 1476984 w 1791974"/>
                <a:gd name="connsiteY528" fmla="*/ 451105 h 1785178"/>
                <a:gd name="connsiteX529" fmla="*/ 1475988 w 1791974"/>
                <a:gd name="connsiteY529" fmla="*/ 449611 h 1785178"/>
                <a:gd name="connsiteX530" fmla="*/ 1475590 w 1791974"/>
                <a:gd name="connsiteY530" fmla="*/ 445627 h 1785178"/>
                <a:gd name="connsiteX531" fmla="*/ 1474544 w 1791974"/>
                <a:gd name="connsiteY531" fmla="*/ 444083 h 1785178"/>
                <a:gd name="connsiteX532" fmla="*/ 1444660 w 1791974"/>
                <a:gd name="connsiteY532" fmla="*/ 442989 h 1785178"/>
                <a:gd name="connsiteX533" fmla="*/ 1440127 w 1791974"/>
                <a:gd name="connsiteY533" fmla="*/ 445927 h 1785178"/>
                <a:gd name="connsiteX534" fmla="*/ 1438633 w 1791974"/>
                <a:gd name="connsiteY534" fmla="*/ 446923 h 1785178"/>
                <a:gd name="connsiteX535" fmla="*/ 1434998 w 1791974"/>
                <a:gd name="connsiteY535" fmla="*/ 457230 h 1785178"/>
                <a:gd name="connsiteX536" fmla="*/ 1437189 w 1791974"/>
                <a:gd name="connsiteY536" fmla="*/ 462859 h 1785178"/>
                <a:gd name="connsiteX537" fmla="*/ 1439629 w 1791974"/>
                <a:gd name="connsiteY537" fmla="*/ 466642 h 1785178"/>
                <a:gd name="connsiteX538" fmla="*/ 1440625 w 1791974"/>
                <a:gd name="connsiteY538" fmla="*/ 468136 h 1785178"/>
                <a:gd name="connsiteX539" fmla="*/ 1452280 w 1791974"/>
                <a:gd name="connsiteY539" fmla="*/ 471275 h 1785178"/>
                <a:gd name="connsiteX540" fmla="*/ 1453825 w 1791974"/>
                <a:gd name="connsiteY540" fmla="*/ 470279 h 1785178"/>
                <a:gd name="connsiteX541" fmla="*/ 1456066 w 1791974"/>
                <a:gd name="connsiteY541" fmla="*/ 468835 h 1785178"/>
                <a:gd name="connsiteX542" fmla="*/ 1457611 w 1791974"/>
                <a:gd name="connsiteY542" fmla="*/ 467839 h 1785178"/>
                <a:gd name="connsiteX543" fmla="*/ 1460647 w 1791974"/>
                <a:gd name="connsiteY543" fmla="*/ 462859 h 1785178"/>
                <a:gd name="connsiteX544" fmla="*/ 1464383 w 1791974"/>
                <a:gd name="connsiteY544" fmla="*/ 460369 h 1785178"/>
                <a:gd name="connsiteX545" fmla="*/ 1465927 w 1791974"/>
                <a:gd name="connsiteY545" fmla="*/ 459423 h 1785178"/>
                <a:gd name="connsiteX546" fmla="*/ 1476387 w 1791974"/>
                <a:gd name="connsiteY546" fmla="*/ 462311 h 1785178"/>
                <a:gd name="connsiteX547" fmla="*/ 1479326 w 1791974"/>
                <a:gd name="connsiteY547" fmla="*/ 466793 h 1785178"/>
                <a:gd name="connsiteX548" fmla="*/ 1504228 w 1791974"/>
                <a:gd name="connsiteY548" fmla="*/ 499857 h 1785178"/>
                <a:gd name="connsiteX549" fmla="*/ 1518623 w 1791974"/>
                <a:gd name="connsiteY549" fmla="*/ 522715 h 1785178"/>
                <a:gd name="connsiteX550" fmla="*/ 1528036 w 1791974"/>
                <a:gd name="connsiteY550" fmla="*/ 539099 h 1785178"/>
                <a:gd name="connsiteX551" fmla="*/ 1528036 w 1791974"/>
                <a:gd name="connsiteY551" fmla="*/ 542286 h 1785178"/>
                <a:gd name="connsiteX552" fmla="*/ 1519969 w 1791974"/>
                <a:gd name="connsiteY552" fmla="*/ 546270 h 1785178"/>
                <a:gd name="connsiteX553" fmla="*/ 1528436 w 1791974"/>
                <a:gd name="connsiteY553" fmla="*/ 552744 h 1785178"/>
                <a:gd name="connsiteX554" fmla="*/ 1532818 w 1791974"/>
                <a:gd name="connsiteY554" fmla="*/ 562704 h 1785178"/>
                <a:gd name="connsiteX555" fmla="*/ 1546715 w 1791974"/>
                <a:gd name="connsiteY555" fmla="*/ 567684 h 1785178"/>
                <a:gd name="connsiteX556" fmla="*/ 1547462 w 1791974"/>
                <a:gd name="connsiteY556" fmla="*/ 550254 h 1785178"/>
                <a:gd name="connsiteX557" fmla="*/ 1543877 w 1791974"/>
                <a:gd name="connsiteY557" fmla="*/ 531928 h 1785178"/>
                <a:gd name="connsiteX558" fmla="*/ 1538896 w 1791974"/>
                <a:gd name="connsiteY558" fmla="*/ 524408 h 1785178"/>
                <a:gd name="connsiteX559" fmla="*/ 1523953 w 1791974"/>
                <a:gd name="connsiteY559" fmla="*/ 501751 h 1785178"/>
                <a:gd name="connsiteX560" fmla="*/ 1398340 w 1791974"/>
                <a:gd name="connsiteY560" fmla="*/ 550055 h 1785178"/>
                <a:gd name="connsiteX561" fmla="*/ 1396645 w 1791974"/>
                <a:gd name="connsiteY561" fmla="*/ 563999 h 1785178"/>
                <a:gd name="connsiteX562" fmla="*/ 1445357 w 1791974"/>
                <a:gd name="connsiteY562" fmla="*/ 561359 h 1785178"/>
                <a:gd name="connsiteX563" fmla="*/ 1456813 w 1791974"/>
                <a:gd name="connsiteY563" fmla="*/ 552596 h 1785178"/>
                <a:gd name="connsiteX564" fmla="*/ 1460846 w 1791974"/>
                <a:gd name="connsiteY564" fmla="*/ 558821 h 1785178"/>
                <a:gd name="connsiteX565" fmla="*/ 1478478 w 1791974"/>
                <a:gd name="connsiteY565" fmla="*/ 567785 h 1785178"/>
                <a:gd name="connsiteX566" fmla="*/ 1479225 w 1791974"/>
                <a:gd name="connsiteY566" fmla="*/ 567287 h 1785178"/>
                <a:gd name="connsiteX567" fmla="*/ 1480720 w 1791974"/>
                <a:gd name="connsiteY567" fmla="*/ 566291 h 1785178"/>
                <a:gd name="connsiteX568" fmla="*/ 1475739 w 1791974"/>
                <a:gd name="connsiteY568" fmla="*/ 541788 h 1785178"/>
                <a:gd name="connsiteX569" fmla="*/ 1473299 w 1791974"/>
                <a:gd name="connsiteY569" fmla="*/ 538005 h 1785178"/>
                <a:gd name="connsiteX570" fmla="*/ 1480669 w 1791974"/>
                <a:gd name="connsiteY570" fmla="*/ 526450 h 1785178"/>
                <a:gd name="connsiteX571" fmla="*/ 1507018 w 1791974"/>
                <a:gd name="connsiteY571" fmla="*/ 535414 h 1785178"/>
                <a:gd name="connsiteX572" fmla="*/ 1505773 w 1791974"/>
                <a:gd name="connsiteY572" fmla="*/ 513703 h 1785178"/>
                <a:gd name="connsiteX573" fmla="*/ 1500045 w 1791974"/>
                <a:gd name="connsiteY573" fmla="*/ 504639 h 1785178"/>
                <a:gd name="connsiteX574" fmla="*/ 1483210 w 1791974"/>
                <a:gd name="connsiteY574" fmla="*/ 495177 h 1785178"/>
                <a:gd name="connsiteX575" fmla="*/ 1479077 w 1791974"/>
                <a:gd name="connsiteY575" fmla="*/ 508623 h 1785178"/>
                <a:gd name="connsiteX576" fmla="*/ 1489884 w 1791974"/>
                <a:gd name="connsiteY576" fmla="*/ 518583 h 1785178"/>
                <a:gd name="connsiteX577" fmla="*/ 1475988 w 1791974"/>
                <a:gd name="connsiteY577" fmla="*/ 516940 h 1785178"/>
                <a:gd name="connsiteX578" fmla="*/ 1474445 w 1791974"/>
                <a:gd name="connsiteY578" fmla="*/ 517886 h 1785178"/>
                <a:gd name="connsiteX579" fmla="*/ 1471407 w 1791974"/>
                <a:gd name="connsiteY579" fmla="*/ 519878 h 1785178"/>
                <a:gd name="connsiteX580" fmla="*/ 1469912 w 1791974"/>
                <a:gd name="connsiteY580" fmla="*/ 520824 h 1785178"/>
                <a:gd name="connsiteX581" fmla="*/ 1466375 w 1791974"/>
                <a:gd name="connsiteY581" fmla="*/ 525306 h 1785178"/>
                <a:gd name="connsiteX582" fmla="*/ 1463387 w 1791974"/>
                <a:gd name="connsiteY582" fmla="*/ 524011 h 1785178"/>
                <a:gd name="connsiteX583" fmla="*/ 1459950 w 1791974"/>
                <a:gd name="connsiteY583" fmla="*/ 518731 h 1785178"/>
                <a:gd name="connsiteX584" fmla="*/ 1442369 w 1791974"/>
                <a:gd name="connsiteY584" fmla="*/ 499110 h 1785178"/>
                <a:gd name="connsiteX585" fmla="*/ 1437986 w 1791974"/>
                <a:gd name="connsiteY585" fmla="*/ 499759 h 1785178"/>
                <a:gd name="connsiteX586" fmla="*/ 1437536 w 1791974"/>
                <a:gd name="connsiteY586" fmla="*/ 514699 h 1785178"/>
                <a:gd name="connsiteX587" fmla="*/ 1445556 w 1791974"/>
                <a:gd name="connsiteY587" fmla="*/ 531380 h 1785178"/>
                <a:gd name="connsiteX588" fmla="*/ 1448245 w 1791974"/>
                <a:gd name="connsiteY588" fmla="*/ 537158 h 1785178"/>
                <a:gd name="connsiteX589" fmla="*/ 1440276 w 1791974"/>
                <a:gd name="connsiteY589" fmla="*/ 543682 h 1785178"/>
                <a:gd name="connsiteX590" fmla="*/ 1437886 w 1791974"/>
                <a:gd name="connsiteY590" fmla="*/ 544977 h 1785178"/>
                <a:gd name="connsiteX591" fmla="*/ 1414875 w 1791974"/>
                <a:gd name="connsiteY591" fmla="*/ 549208 h 1785178"/>
                <a:gd name="connsiteX592" fmla="*/ 1413381 w 1791974"/>
                <a:gd name="connsiteY592" fmla="*/ 544877 h 1785178"/>
                <a:gd name="connsiteX593" fmla="*/ 1413381 w 1791974"/>
                <a:gd name="connsiteY593" fmla="*/ 537208 h 1785178"/>
                <a:gd name="connsiteX594" fmla="*/ 1410193 w 1791974"/>
                <a:gd name="connsiteY594" fmla="*/ 537208 h 1785178"/>
                <a:gd name="connsiteX595" fmla="*/ 1409446 w 1791974"/>
                <a:gd name="connsiteY595" fmla="*/ 537655 h 1785178"/>
                <a:gd name="connsiteX596" fmla="*/ 1398289 w 1791974"/>
                <a:gd name="connsiteY596" fmla="*/ 550254 h 1785178"/>
                <a:gd name="connsiteX597" fmla="*/ 1525845 w 1791974"/>
                <a:gd name="connsiteY597" fmla="*/ 1115069 h 1785178"/>
                <a:gd name="connsiteX598" fmla="*/ 1539892 w 1791974"/>
                <a:gd name="connsiteY598" fmla="*/ 1078567 h 1785178"/>
                <a:gd name="connsiteX599" fmla="*/ 1542730 w 1791974"/>
                <a:gd name="connsiteY599" fmla="*/ 1079663 h 1785178"/>
                <a:gd name="connsiteX600" fmla="*/ 1541983 w 1791974"/>
                <a:gd name="connsiteY600" fmla="*/ 1081655 h 1785178"/>
                <a:gd name="connsiteX601" fmla="*/ 1541485 w 1791974"/>
                <a:gd name="connsiteY601" fmla="*/ 1088179 h 1785178"/>
                <a:gd name="connsiteX602" fmla="*/ 1543877 w 1791974"/>
                <a:gd name="connsiteY602" fmla="*/ 1097141 h 1785178"/>
                <a:gd name="connsiteX603" fmla="*/ 1551746 w 1791974"/>
                <a:gd name="connsiteY603" fmla="*/ 1109093 h 1785178"/>
                <a:gd name="connsiteX604" fmla="*/ 1581630 w 1791974"/>
                <a:gd name="connsiteY604" fmla="*/ 1149630 h 1785178"/>
                <a:gd name="connsiteX605" fmla="*/ 1607928 w 1791974"/>
                <a:gd name="connsiteY605" fmla="*/ 1159590 h 1785178"/>
                <a:gd name="connsiteX606" fmla="*/ 1620780 w 1791974"/>
                <a:gd name="connsiteY606" fmla="*/ 1162080 h 1785178"/>
                <a:gd name="connsiteX607" fmla="*/ 1627603 w 1791974"/>
                <a:gd name="connsiteY607" fmla="*/ 1154062 h 1785178"/>
                <a:gd name="connsiteX608" fmla="*/ 1628898 w 1791974"/>
                <a:gd name="connsiteY608" fmla="*/ 1150677 h 1785178"/>
                <a:gd name="connsiteX609" fmla="*/ 1631736 w 1791974"/>
                <a:gd name="connsiteY609" fmla="*/ 1151771 h 1785178"/>
                <a:gd name="connsiteX610" fmla="*/ 1614702 w 1791974"/>
                <a:gd name="connsiteY610" fmla="*/ 1196242 h 1785178"/>
                <a:gd name="connsiteX611" fmla="*/ 1611814 w 1791974"/>
                <a:gd name="connsiteY611" fmla="*/ 1195145 h 1785178"/>
                <a:gd name="connsiteX612" fmla="*/ 1613258 w 1791974"/>
                <a:gd name="connsiteY612" fmla="*/ 1191410 h 1785178"/>
                <a:gd name="connsiteX613" fmla="*/ 1612810 w 1791974"/>
                <a:gd name="connsiteY613" fmla="*/ 1180454 h 1785178"/>
                <a:gd name="connsiteX614" fmla="*/ 1602250 w 1791974"/>
                <a:gd name="connsiteY614" fmla="*/ 1174430 h 1785178"/>
                <a:gd name="connsiteX615" fmla="*/ 1577348 w 1791974"/>
                <a:gd name="connsiteY615" fmla="*/ 1164918 h 1785178"/>
                <a:gd name="connsiteX616" fmla="*/ 1522559 w 1791974"/>
                <a:gd name="connsiteY616" fmla="*/ 1176820 h 1785178"/>
                <a:gd name="connsiteX617" fmla="*/ 1510256 w 1791974"/>
                <a:gd name="connsiteY617" fmla="*/ 1180006 h 1785178"/>
                <a:gd name="connsiteX618" fmla="*/ 1502686 w 1791974"/>
                <a:gd name="connsiteY618" fmla="*/ 1185734 h 1785178"/>
                <a:gd name="connsiteX619" fmla="*/ 1500246 w 1791974"/>
                <a:gd name="connsiteY619" fmla="*/ 1189916 h 1785178"/>
                <a:gd name="connsiteX620" fmla="*/ 1497356 w 1791974"/>
                <a:gd name="connsiteY620" fmla="*/ 1188872 h 1785178"/>
                <a:gd name="connsiteX621" fmla="*/ 1514540 w 1791974"/>
                <a:gd name="connsiteY621" fmla="*/ 1144052 h 1785178"/>
                <a:gd name="connsiteX622" fmla="*/ 1517428 w 1791974"/>
                <a:gd name="connsiteY622" fmla="*/ 1145148 h 1785178"/>
                <a:gd name="connsiteX623" fmla="*/ 1516532 w 1791974"/>
                <a:gd name="connsiteY623" fmla="*/ 1147488 h 1785178"/>
                <a:gd name="connsiteX624" fmla="*/ 1515636 w 1791974"/>
                <a:gd name="connsiteY624" fmla="*/ 1154759 h 1785178"/>
                <a:gd name="connsiteX625" fmla="*/ 1519571 w 1791974"/>
                <a:gd name="connsiteY625" fmla="*/ 1159739 h 1785178"/>
                <a:gd name="connsiteX626" fmla="*/ 1531425 w 1791974"/>
                <a:gd name="connsiteY626" fmla="*/ 1158843 h 1785178"/>
                <a:gd name="connsiteX627" fmla="*/ 1573562 w 1791974"/>
                <a:gd name="connsiteY627" fmla="*/ 1149978 h 1785178"/>
                <a:gd name="connsiteX628" fmla="*/ 1549155 w 1791974"/>
                <a:gd name="connsiteY628" fmla="*/ 1117011 h 1785178"/>
                <a:gd name="connsiteX629" fmla="*/ 1540141 w 1791974"/>
                <a:gd name="connsiteY629" fmla="*/ 1108248 h 1785178"/>
                <a:gd name="connsiteX630" fmla="*/ 1535857 w 1791974"/>
                <a:gd name="connsiteY630" fmla="*/ 1107898 h 1785178"/>
                <a:gd name="connsiteX631" fmla="*/ 1531923 w 1791974"/>
                <a:gd name="connsiteY631" fmla="*/ 1110039 h 1785178"/>
                <a:gd name="connsiteX632" fmla="*/ 1528585 w 1791974"/>
                <a:gd name="connsiteY632" fmla="*/ 1115967 h 1785178"/>
                <a:gd name="connsiteX633" fmla="*/ 1525697 w 1791974"/>
                <a:gd name="connsiteY633" fmla="*/ 1114871 h 1785178"/>
                <a:gd name="connsiteX634" fmla="*/ 1487345 w 1791974"/>
                <a:gd name="connsiteY634" fmla="*/ 1206599 h 1785178"/>
                <a:gd name="connsiteX635" fmla="*/ 1438832 w 1791974"/>
                <a:gd name="connsiteY635" fmla="*/ 1284236 h 1785178"/>
                <a:gd name="connsiteX636" fmla="*/ 1460398 w 1791974"/>
                <a:gd name="connsiteY636" fmla="*/ 1299176 h 1785178"/>
                <a:gd name="connsiteX637" fmla="*/ 1462091 w 1791974"/>
                <a:gd name="connsiteY637" fmla="*/ 1296487 h 1785178"/>
                <a:gd name="connsiteX638" fmla="*/ 1453775 w 1791974"/>
                <a:gd name="connsiteY638" fmla="*/ 1287025 h 1785178"/>
                <a:gd name="connsiteX639" fmla="*/ 1452529 w 1791974"/>
                <a:gd name="connsiteY639" fmla="*/ 1277563 h 1785178"/>
                <a:gd name="connsiteX640" fmla="*/ 1457510 w 1791974"/>
                <a:gd name="connsiteY640" fmla="*/ 1267603 h 1785178"/>
                <a:gd name="connsiteX641" fmla="*/ 1464682 w 1791974"/>
                <a:gd name="connsiteY641" fmla="*/ 1256149 h 1785178"/>
                <a:gd name="connsiteX642" fmla="*/ 1537352 w 1791974"/>
                <a:gd name="connsiteY642" fmla="*/ 1301565 h 1785178"/>
                <a:gd name="connsiteX643" fmla="*/ 1546617 w 1791974"/>
                <a:gd name="connsiteY643" fmla="*/ 1309483 h 1785178"/>
                <a:gd name="connsiteX644" fmla="*/ 1544873 w 1791974"/>
                <a:gd name="connsiteY644" fmla="*/ 1320538 h 1785178"/>
                <a:gd name="connsiteX645" fmla="*/ 1542730 w 1791974"/>
                <a:gd name="connsiteY645" fmla="*/ 1323925 h 1785178"/>
                <a:gd name="connsiteX646" fmla="*/ 1545321 w 1791974"/>
                <a:gd name="connsiteY646" fmla="*/ 1325518 h 1785178"/>
                <a:gd name="connsiteX647" fmla="*/ 1570573 w 1791974"/>
                <a:gd name="connsiteY647" fmla="*/ 1285181 h 1785178"/>
                <a:gd name="connsiteX648" fmla="*/ 1567982 w 1791974"/>
                <a:gd name="connsiteY648" fmla="*/ 1283587 h 1785178"/>
                <a:gd name="connsiteX649" fmla="*/ 1565891 w 1791974"/>
                <a:gd name="connsiteY649" fmla="*/ 1286874 h 1785178"/>
                <a:gd name="connsiteX650" fmla="*/ 1557822 w 1791974"/>
                <a:gd name="connsiteY650" fmla="*/ 1293248 h 1785178"/>
                <a:gd name="connsiteX651" fmla="*/ 1545719 w 1791974"/>
                <a:gd name="connsiteY651" fmla="*/ 1288270 h 1785178"/>
                <a:gd name="connsiteX652" fmla="*/ 1473049 w 1791974"/>
                <a:gd name="connsiteY652" fmla="*/ 1242853 h 1785178"/>
                <a:gd name="connsiteX653" fmla="*/ 1481419 w 1791974"/>
                <a:gd name="connsiteY653" fmla="*/ 1229457 h 1785178"/>
                <a:gd name="connsiteX654" fmla="*/ 1489288 w 1791974"/>
                <a:gd name="connsiteY654" fmla="*/ 1221140 h 1785178"/>
                <a:gd name="connsiteX655" fmla="*/ 1498850 w 1791974"/>
                <a:gd name="connsiteY655" fmla="*/ 1219100 h 1785178"/>
                <a:gd name="connsiteX656" fmla="*/ 1508812 w 1791974"/>
                <a:gd name="connsiteY656" fmla="*/ 1222287 h 1785178"/>
                <a:gd name="connsiteX657" fmla="*/ 1510455 w 1791974"/>
                <a:gd name="connsiteY657" fmla="*/ 1219598 h 1785178"/>
                <a:gd name="connsiteX658" fmla="*/ 1487544 w 1791974"/>
                <a:gd name="connsiteY658" fmla="*/ 1206700 h 1785178"/>
                <a:gd name="connsiteX659" fmla="*/ 1504678 w 1791974"/>
                <a:gd name="connsiteY659" fmla="*/ 1375318 h 1785178"/>
                <a:gd name="connsiteX660" fmla="*/ 1501989 w 1791974"/>
                <a:gd name="connsiteY660" fmla="*/ 1378354 h 1785178"/>
                <a:gd name="connsiteX661" fmla="*/ 1495562 w 1791974"/>
                <a:gd name="connsiteY661" fmla="*/ 1382738 h 1785178"/>
                <a:gd name="connsiteX662" fmla="*/ 1490583 w 1791974"/>
                <a:gd name="connsiteY662" fmla="*/ 1383035 h 1785178"/>
                <a:gd name="connsiteX663" fmla="*/ 1481368 w 1791974"/>
                <a:gd name="connsiteY663" fmla="*/ 1376462 h 1785178"/>
                <a:gd name="connsiteX664" fmla="*/ 1426580 w 1791974"/>
                <a:gd name="connsiteY664" fmla="*/ 1328905 h 1785178"/>
                <a:gd name="connsiteX665" fmla="*/ 1418311 w 1791974"/>
                <a:gd name="connsiteY665" fmla="*/ 1318945 h 1785178"/>
                <a:gd name="connsiteX666" fmla="*/ 1421798 w 1791974"/>
                <a:gd name="connsiteY666" fmla="*/ 1308736 h 1785178"/>
                <a:gd name="connsiteX667" fmla="*/ 1424487 w 1791974"/>
                <a:gd name="connsiteY667" fmla="*/ 1305698 h 1785178"/>
                <a:gd name="connsiteX668" fmla="*/ 1422146 w 1791974"/>
                <a:gd name="connsiteY668" fmla="*/ 1303706 h 1785178"/>
                <a:gd name="connsiteX669" fmla="*/ 1390619 w 1791974"/>
                <a:gd name="connsiteY669" fmla="*/ 1339960 h 1785178"/>
                <a:gd name="connsiteX670" fmla="*/ 1392959 w 1791974"/>
                <a:gd name="connsiteY670" fmla="*/ 1341952 h 1785178"/>
                <a:gd name="connsiteX671" fmla="*/ 1395550 w 1791974"/>
                <a:gd name="connsiteY671" fmla="*/ 1338964 h 1785178"/>
                <a:gd name="connsiteX672" fmla="*/ 1402025 w 1791974"/>
                <a:gd name="connsiteY672" fmla="*/ 1334482 h 1785178"/>
                <a:gd name="connsiteX673" fmla="*/ 1407006 w 1791974"/>
                <a:gd name="connsiteY673" fmla="*/ 1334482 h 1785178"/>
                <a:gd name="connsiteX674" fmla="*/ 1416171 w 1791974"/>
                <a:gd name="connsiteY674" fmla="*/ 1341056 h 1785178"/>
                <a:gd name="connsiteX675" fmla="*/ 1470959 w 1791974"/>
                <a:gd name="connsiteY675" fmla="*/ 1388563 h 1785178"/>
                <a:gd name="connsiteX676" fmla="*/ 1479276 w 1791974"/>
                <a:gd name="connsiteY676" fmla="*/ 1398523 h 1785178"/>
                <a:gd name="connsiteX677" fmla="*/ 1475739 w 1791974"/>
                <a:gd name="connsiteY677" fmla="*/ 1408782 h 1785178"/>
                <a:gd name="connsiteX678" fmla="*/ 1473150 w 1791974"/>
                <a:gd name="connsiteY678" fmla="*/ 1411768 h 1785178"/>
                <a:gd name="connsiteX679" fmla="*/ 1475391 w 1791974"/>
                <a:gd name="connsiteY679" fmla="*/ 1413760 h 1785178"/>
                <a:gd name="connsiteX680" fmla="*/ 1506968 w 1791974"/>
                <a:gd name="connsiteY680" fmla="*/ 1377509 h 1785178"/>
                <a:gd name="connsiteX681" fmla="*/ 1504678 w 1791974"/>
                <a:gd name="connsiteY681" fmla="*/ 1375517 h 1785178"/>
                <a:gd name="connsiteX682" fmla="*/ 1361232 w 1791974"/>
                <a:gd name="connsiteY682" fmla="*/ 1367599 h 1785178"/>
                <a:gd name="connsiteX683" fmla="*/ 1358990 w 1791974"/>
                <a:gd name="connsiteY683" fmla="*/ 1369689 h 1785178"/>
                <a:gd name="connsiteX684" fmla="*/ 1360585 w 1791974"/>
                <a:gd name="connsiteY684" fmla="*/ 1375318 h 1785178"/>
                <a:gd name="connsiteX685" fmla="*/ 1358792 w 1791974"/>
                <a:gd name="connsiteY685" fmla="*/ 1378603 h 1785178"/>
                <a:gd name="connsiteX686" fmla="*/ 1352616 w 1791974"/>
                <a:gd name="connsiteY686" fmla="*/ 1381493 h 1785178"/>
                <a:gd name="connsiteX687" fmla="*/ 1335582 w 1791974"/>
                <a:gd name="connsiteY687" fmla="*/ 1390905 h 1785178"/>
                <a:gd name="connsiteX688" fmla="*/ 1323927 w 1791974"/>
                <a:gd name="connsiteY688" fmla="*/ 1413164 h 1785178"/>
                <a:gd name="connsiteX689" fmla="*/ 1330949 w 1791974"/>
                <a:gd name="connsiteY689" fmla="*/ 1434777 h 1785178"/>
                <a:gd name="connsiteX690" fmla="*/ 1341808 w 1791974"/>
                <a:gd name="connsiteY690" fmla="*/ 1442147 h 1785178"/>
                <a:gd name="connsiteX691" fmla="*/ 1355753 w 1791974"/>
                <a:gd name="connsiteY691" fmla="*/ 1443839 h 1785178"/>
                <a:gd name="connsiteX692" fmla="*/ 1379561 w 1791974"/>
                <a:gd name="connsiteY692" fmla="*/ 1439707 h 1785178"/>
                <a:gd name="connsiteX693" fmla="*/ 1399484 w 1791974"/>
                <a:gd name="connsiteY693" fmla="*/ 1435773 h 1785178"/>
                <a:gd name="connsiteX694" fmla="*/ 1410043 w 1791974"/>
                <a:gd name="connsiteY694" fmla="*/ 1436817 h 1785178"/>
                <a:gd name="connsiteX695" fmla="*/ 1417315 w 1791974"/>
                <a:gd name="connsiteY695" fmla="*/ 1441548 h 1785178"/>
                <a:gd name="connsiteX696" fmla="*/ 1421449 w 1791974"/>
                <a:gd name="connsiteY696" fmla="*/ 1455145 h 1785178"/>
                <a:gd name="connsiteX697" fmla="*/ 1412981 w 1791974"/>
                <a:gd name="connsiteY697" fmla="*/ 1470083 h 1785178"/>
                <a:gd name="connsiteX698" fmla="*/ 1398040 w 1791974"/>
                <a:gd name="connsiteY698" fmla="*/ 1478101 h 1785178"/>
                <a:gd name="connsiteX699" fmla="*/ 1383098 w 1791974"/>
                <a:gd name="connsiteY699" fmla="*/ 1478101 h 1785178"/>
                <a:gd name="connsiteX700" fmla="*/ 1366661 w 1791974"/>
                <a:gd name="connsiteY700" fmla="*/ 1468539 h 1785178"/>
                <a:gd name="connsiteX701" fmla="*/ 1364419 w 1791974"/>
                <a:gd name="connsiteY701" fmla="*/ 1470631 h 1785178"/>
                <a:gd name="connsiteX702" fmla="*/ 1390169 w 1791974"/>
                <a:gd name="connsiteY702" fmla="*/ 1499166 h 1785178"/>
                <a:gd name="connsiteX703" fmla="*/ 1392411 w 1791974"/>
                <a:gd name="connsiteY703" fmla="*/ 1497124 h 1785178"/>
                <a:gd name="connsiteX704" fmla="*/ 1390320 w 1791974"/>
                <a:gd name="connsiteY704" fmla="*/ 1492144 h 1785178"/>
                <a:gd name="connsiteX705" fmla="*/ 1391913 w 1791974"/>
                <a:gd name="connsiteY705" fmla="*/ 1489007 h 1785178"/>
                <a:gd name="connsiteX706" fmla="*/ 1401278 w 1791974"/>
                <a:gd name="connsiteY706" fmla="*/ 1484027 h 1785178"/>
                <a:gd name="connsiteX707" fmla="*/ 1411240 w 1791974"/>
                <a:gd name="connsiteY707" fmla="*/ 1479047 h 1785178"/>
                <a:gd name="connsiteX708" fmla="*/ 1418611 w 1791974"/>
                <a:gd name="connsiteY708" fmla="*/ 1473471 h 1785178"/>
                <a:gd name="connsiteX709" fmla="*/ 1431312 w 1791974"/>
                <a:gd name="connsiteY709" fmla="*/ 1449617 h 1785178"/>
                <a:gd name="connsiteX710" fmla="*/ 1423989 w 1791974"/>
                <a:gd name="connsiteY710" fmla="*/ 1426658 h 1785178"/>
                <a:gd name="connsiteX711" fmla="*/ 1413132 w 1791974"/>
                <a:gd name="connsiteY711" fmla="*/ 1419190 h 1785178"/>
                <a:gd name="connsiteX712" fmla="*/ 1399384 w 1791974"/>
                <a:gd name="connsiteY712" fmla="*/ 1417246 h 1785178"/>
                <a:gd name="connsiteX713" fmla="*/ 1374781 w 1791974"/>
                <a:gd name="connsiteY713" fmla="*/ 1421977 h 1785178"/>
                <a:gd name="connsiteX714" fmla="*/ 1345592 w 1791974"/>
                <a:gd name="connsiteY714" fmla="*/ 1426012 h 1785178"/>
                <a:gd name="connsiteX715" fmla="*/ 1336677 w 1791974"/>
                <a:gd name="connsiteY715" fmla="*/ 1421431 h 1785178"/>
                <a:gd name="connsiteX716" fmla="*/ 1332891 w 1791974"/>
                <a:gd name="connsiteY716" fmla="*/ 1408782 h 1785178"/>
                <a:gd name="connsiteX717" fmla="*/ 1339914 w 1791974"/>
                <a:gd name="connsiteY717" fmla="*/ 1395387 h 1785178"/>
                <a:gd name="connsiteX718" fmla="*/ 1353463 w 1791974"/>
                <a:gd name="connsiteY718" fmla="*/ 1388465 h 1785178"/>
                <a:gd name="connsiteX719" fmla="*/ 1368653 w 1791974"/>
                <a:gd name="connsiteY719" fmla="*/ 1388913 h 1785178"/>
                <a:gd name="connsiteX720" fmla="*/ 1384542 w 1791974"/>
                <a:gd name="connsiteY720" fmla="*/ 1398573 h 1785178"/>
                <a:gd name="connsiteX721" fmla="*/ 1386783 w 1791974"/>
                <a:gd name="connsiteY721" fmla="*/ 1396531 h 1785178"/>
                <a:gd name="connsiteX722" fmla="*/ 1360834 w 1791974"/>
                <a:gd name="connsiteY722" fmla="*/ 1367647 h 1785178"/>
                <a:gd name="connsiteX723" fmla="*/ 1255042 w 1791974"/>
                <a:gd name="connsiteY723" fmla="*/ 1518837 h 1785178"/>
                <a:gd name="connsiteX724" fmla="*/ 1229641 w 1791974"/>
                <a:gd name="connsiteY724" fmla="*/ 1479744 h 1785178"/>
                <a:gd name="connsiteX725" fmla="*/ 1239603 w 1791974"/>
                <a:gd name="connsiteY725" fmla="*/ 1471328 h 1785178"/>
                <a:gd name="connsiteX726" fmla="*/ 1257781 w 1791974"/>
                <a:gd name="connsiteY726" fmla="*/ 1467344 h 1785178"/>
                <a:gd name="connsiteX727" fmla="*/ 1272724 w 1791974"/>
                <a:gd name="connsiteY727" fmla="*/ 1478101 h 1785178"/>
                <a:gd name="connsiteX728" fmla="*/ 1275514 w 1791974"/>
                <a:gd name="connsiteY728" fmla="*/ 1497373 h 1785178"/>
                <a:gd name="connsiteX729" fmla="*/ 1259026 w 1791974"/>
                <a:gd name="connsiteY729" fmla="*/ 1516395 h 1785178"/>
                <a:gd name="connsiteX730" fmla="*/ 1257384 w 1791974"/>
                <a:gd name="connsiteY730" fmla="*/ 1517343 h 1785178"/>
                <a:gd name="connsiteX731" fmla="*/ 1255092 w 1791974"/>
                <a:gd name="connsiteY731" fmla="*/ 1518837 h 1785178"/>
                <a:gd name="connsiteX732" fmla="*/ 1353262 w 1791974"/>
                <a:gd name="connsiteY732" fmla="*/ 1523817 h 1785178"/>
                <a:gd name="connsiteX733" fmla="*/ 1351569 w 1791974"/>
                <a:gd name="connsiteY733" fmla="*/ 1521277 h 1785178"/>
                <a:gd name="connsiteX734" fmla="*/ 1336626 w 1791974"/>
                <a:gd name="connsiteY734" fmla="*/ 1525510 h 1785178"/>
                <a:gd name="connsiteX735" fmla="*/ 1317153 w 1791974"/>
                <a:gd name="connsiteY735" fmla="*/ 1520530 h 1785178"/>
                <a:gd name="connsiteX736" fmla="*/ 1280246 w 1791974"/>
                <a:gd name="connsiteY736" fmla="*/ 1506138 h 1785178"/>
                <a:gd name="connsiteX737" fmla="*/ 1291850 w 1791974"/>
                <a:gd name="connsiteY737" fmla="*/ 1485770 h 1785178"/>
                <a:gd name="connsiteX738" fmla="*/ 1287717 w 1791974"/>
                <a:gd name="connsiteY738" fmla="*/ 1467047 h 1785178"/>
                <a:gd name="connsiteX739" fmla="*/ 1273720 w 1791974"/>
                <a:gd name="connsiteY739" fmla="*/ 1456290 h 1785178"/>
                <a:gd name="connsiteX740" fmla="*/ 1256438 w 1791974"/>
                <a:gd name="connsiteY740" fmla="*/ 1456290 h 1785178"/>
                <a:gd name="connsiteX741" fmla="*/ 1232929 w 1791974"/>
                <a:gd name="connsiteY741" fmla="*/ 1468440 h 1785178"/>
                <a:gd name="connsiteX742" fmla="*/ 1198611 w 1791974"/>
                <a:gd name="connsiteY742" fmla="*/ 1490700 h 1785178"/>
                <a:gd name="connsiteX743" fmla="*/ 1200304 w 1791974"/>
                <a:gd name="connsiteY743" fmla="*/ 1493240 h 1785178"/>
                <a:gd name="connsiteX744" fmla="*/ 1203841 w 1791974"/>
                <a:gd name="connsiteY744" fmla="*/ 1490999 h 1785178"/>
                <a:gd name="connsiteX745" fmla="*/ 1213803 w 1791974"/>
                <a:gd name="connsiteY745" fmla="*/ 1488808 h 1785178"/>
                <a:gd name="connsiteX746" fmla="*/ 1222867 w 1791974"/>
                <a:gd name="connsiteY746" fmla="*/ 1498768 h 1785178"/>
                <a:gd name="connsiteX747" fmla="*/ 1262314 w 1791974"/>
                <a:gd name="connsiteY747" fmla="*/ 1559571 h 1785178"/>
                <a:gd name="connsiteX748" fmla="*/ 1267295 w 1791974"/>
                <a:gd name="connsiteY748" fmla="*/ 1570726 h 1785178"/>
                <a:gd name="connsiteX749" fmla="*/ 1261268 w 1791974"/>
                <a:gd name="connsiteY749" fmla="*/ 1580138 h 1785178"/>
                <a:gd name="connsiteX750" fmla="*/ 1257733 w 1791974"/>
                <a:gd name="connsiteY750" fmla="*/ 1582429 h 1785178"/>
                <a:gd name="connsiteX751" fmla="*/ 1259426 w 1791974"/>
                <a:gd name="connsiteY751" fmla="*/ 1584969 h 1785178"/>
                <a:gd name="connsiteX752" fmla="*/ 1299719 w 1791974"/>
                <a:gd name="connsiteY752" fmla="*/ 1558824 h 1785178"/>
                <a:gd name="connsiteX753" fmla="*/ 1298076 w 1791974"/>
                <a:gd name="connsiteY753" fmla="*/ 1556286 h 1785178"/>
                <a:gd name="connsiteX754" fmla="*/ 1294391 w 1791974"/>
                <a:gd name="connsiteY754" fmla="*/ 1558675 h 1785178"/>
                <a:gd name="connsiteX755" fmla="*/ 1284429 w 1791974"/>
                <a:gd name="connsiteY755" fmla="*/ 1560717 h 1785178"/>
                <a:gd name="connsiteX756" fmla="*/ 1275315 w 1791974"/>
                <a:gd name="connsiteY756" fmla="*/ 1550757 h 1785178"/>
                <a:gd name="connsiteX757" fmla="*/ 1257582 w 1791974"/>
                <a:gd name="connsiteY757" fmla="*/ 1523468 h 1785178"/>
                <a:gd name="connsiteX758" fmla="*/ 1259774 w 1791974"/>
                <a:gd name="connsiteY758" fmla="*/ 1522122 h 1785178"/>
                <a:gd name="connsiteX759" fmla="*/ 1261766 w 1791974"/>
                <a:gd name="connsiteY759" fmla="*/ 1520877 h 1785178"/>
                <a:gd name="connsiteX760" fmla="*/ 1267444 w 1791974"/>
                <a:gd name="connsiteY760" fmla="*/ 1517044 h 1785178"/>
                <a:gd name="connsiteX761" fmla="*/ 1327811 w 1791974"/>
                <a:gd name="connsiteY761" fmla="*/ 1540349 h 1785178"/>
                <a:gd name="connsiteX762" fmla="*/ 1352716 w 1791974"/>
                <a:gd name="connsiteY762" fmla="*/ 1524016 h 1785178"/>
                <a:gd name="connsiteX763" fmla="*/ 1123252 w 1791974"/>
                <a:gd name="connsiteY763" fmla="*/ 1527102 h 1785178"/>
                <a:gd name="connsiteX764" fmla="*/ 1139888 w 1791974"/>
                <a:gd name="connsiteY764" fmla="*/ 1568187 h 1785178"/>
                <a:gd name="connsiteX765" fmla="*/ 1162750 w 1791974"/>
                <a:gd name="connsiteY765" fmla="*/ 1558974 h 1785178"/>
                <a:gd name="connsiteX766" fmla="*/ 1173557 w 1791974"/>
                <a:gd name="connsiteY766" fmla="*/ 1551504 h 1785178"/>
                <a:gd name="connsiteX767" fmla="*/ 1172959 w 1791974"/>
                <a:gd name="connsiteY767" fmla="*/ 1537261 h 1785178"/>
                <a:gd name="connsiteX768" fmla="*/ 1175799 w 1791974"/>
                <a:gd name="connsiteY768" fmla="*/ 1536117 h 1785178"/>
                <a:gd name="connsiteX769" fmla="*/ 1190392 w 1791974"/>
                <a:gd name="connsiteY769" fmla="*/ 1572320 h 1785178"/>
                <a:gd name="connsiteX770" fmla="*/ 1187602 w 1791974"/>
                <a:gd name="connsiteY770" fmla="*/ 1573465 h 1785178"/>
                <a:gd name="connsiteX771" fmla="*/ 1181527 w 1791974"/>
                <a:gd name="connsiteY771" fmla="*/ 1564601 h 1785178"/>
                <a:gd name="connsiteX772" fmla="*/ 1175301 w 1791974"/>
                <a:gd name="connsiteY772" fmla="*/ 1562211 h 1785178"/>
                <a:gd name="connsiteX773" fmla="*/ 1164990 w 1791974"/>
                <a:gd name="connsiteY773" fmla="*/ 1564551 h 1785178"/>
                <a:gd name="connsiteX774" fmla="*/ 1142129 w 1791974"/>
                <a:gd name="connsiteY774" fmla="*/ 1573814 h 1785178"/>
                <a:gd name="connsiteX775" fmla="*/ 1155976 w 1791974"/>
                <a:gd name="connsiteY775" fmla="*/ 1608076 h 1785178"/>
                <a:gd name="connsiteX776" fmla="*/ 1160011 w 1791974"/>
                <a:gd name="connsiteY776" fmla="*/ 1616243 h 1785178"/>
                <a:gd name="connsiteX777" fmla="*/ 1163098 w 1791974"/>
                <a:gd name="connsiteY777" fmla="*/ 1617737 h 1785178"/>
                <a:gd name="connsiteX778" fmla="*/ 1169274 w 1791974"/>
                <a:gd name="connsiteY778" fmla="*/ 1616293 h 1785178"/>
                <a:gd name="connsiteX779" fmla="*/ 1186906 w 1791974"/>
                <a:gd name="connsiteY779" fmla="*/ 1609122 h 1785178"/>
                <a:gd name="connsiteX780" fmla="*/ 1199257 w 1791974"/>
                <a:gd name="connsiteY780" fmla="*/ 1602746 h 1785178"/>
                <a:gd name="connsiteX781" fmla="*/ 1204935 w 1791974"/>
                <a:gd name="connsiteY781" fmla="*/ 1594829 h 1785178"/>
                <a:gd name="connsiteX782" fmla="*/ 1208872 w 1791974"/>
                <a:gd name="connsiteY782" fmla="*/ 1576553 h 1785178"/>
                <a:gd name="connsiteX783" fmla="*/ 1211959 w 1791974"/>
                <a:gd name="connsiteY783" fmla="*/ 1575308 h 1785178"/>
                <a:gd name="connsiteX784" fmla="*/ 1213553 w 1791974"/>
                <a:gd name="connsiteY784" fmla="*/ 1605186 h 1785178"/>
                <a:gd name="connsiteX785" fmla="*/ 1133413 w 1791974"/>
                <a:gd name="connsiteY785" fmla="*/ 1637556 h 1785178"/>
                <a:gd name="connsiteX786" fmla="*/ 1132266 w 1791974"/>
                <a:gd name="connsiteY786" fmla="*/ 1634767 h 1785178"/>
                <a:gd name="connsiteX787" fmla="*/ 1135953 w 1791974"/>
                <a:gd name="connsiteY787" fmla="*/ 1633273 h 1785178"/>
                <a:gd name="connsiteX788" fmla="*/ 1142178 w 1791974"/>
                <a:gd name="connsiteY788" fmla="*/ 1628643 h 1785178"/>
                <a:gd name="connsiteX789" fmla="*/ 1144072 w 1791974"/>
                <a:gd name="connsiteY789" fmla="*/ 1623663 h 1785178"/>
                <a:gd name="connsiteX790" fmla="*/ 1140884 w 1791974"/>
                <a:gd name="connsiteY790" fmla="*/ 1613255 h 1785178"/>
                <a:gd name="connsiteX791" fmla="*/ 1113539 w 1791974"/>
                <a:gd name="connsiteY791" fmla="*/ 1545677 h 1785178"/>
                <a:gd name="connsiteX792" fmla="*/ 1106566 w 1791974"/>
                <a:gd name="connsiteY792" fmla="*/ 1534175 h 1785178"/>
                <a:gd name="connsiteX793" fmla="*/ 1096106 w 1791974"/>
                <a:gd name="connsiteY793" fmla="*/ 1534872 h 1785178"/>
                <a:gd name="connsiteX794" fmla="*/ 1092421 w 1791974"/>
                <a:gd name="connsiteY794" fmla="*/ 1536365 h 1785178"/>
                <a:gd name="connsiteX795" fmla="*/ 1091276 w 1791974"/>
                <a:gd name="connsiteY795" fmla="*/ 1533478 h 1785178"/>
                <a:gd name="connsiteX796" fmla="*/ 1171417 w 1791974"/>
                <a:gd name="connsiteY796" fmla="*/ 1501108 h 1785178"/>
                <a:gd name="connsiteX797" fmla="*/ 1181776 w 1791974"/>
                <a:gd name="connsiteY797" fmla="*/ 1523417 h 1785178"/>
                <a:gd name="connsiteX798" fmla="*/ 1178787 w 1791974"/>
                <a:gd name="connsiteY798" fmla="*/ 1524612 h 1785178"/>
                <a:gd name="connsiteX799" fmla="*/ 1170669 w 1791974"/>
                <a:gd name="connsiteY799" fmla="*/ 1514654 h 1785178"/>
                <a:gd name="connsiteX800" fmla="*/ 1162999 w 1791974"/>
                <a:gd name="connsiteY800" fmla="*/ 1512313 h 1785178"/>
                <a:gd name="connsiteX801" fmla="*/ 1151692 w 1791974"/>
                <a:gd name="connsiteY801" fmla="*/ 1515550 h 1785178"/>
                <a:gd name="connsiteX802" fmla="*/ 1123152 w 1791974"/>
                <a:gd name="connsiteY802" fmla="*/ 1527054 h 1785178"/>
                <a:gd name="connsiteX803" fmla="*/ 1074738 w 1791974"/>
                <a:gd name="connsiteY803" fmla="*/ 1537809 h 1785178"/>
                <a:gd name="connsiteX804" fmla="*/ 1075287 w 1791974"/>
                <a:gd name="connsiteY804" fmla="*/ 1540847 h 1785178"/>
                <a:gd name="connsiteX805" fmla="*/ 1067020 w 1791974"/>
                <a:gd name="connsiteY805" fmla="*/ 1546127 h 1785178"/>
                <a:gd name="connsiteX806" fmla="*/ 1061541 w 1791974"/>
                <a:gd name="connsiteY806" fmla="*/ 1559772 h 1785178"/>
                <a:gd name="connsiteX807" fmla="*/ 1039575 w 1791974"/>
                <a:gd name="connsiteY807" fmla="*/ 1660513 h 1785178"/>
                <a:gd name="connsiteX808" fmla="*/ 1036586 w 1791974"/>
                <a:gd name="connsiteY808" fmla="*/ 1661061 h 1785178"/>
                <a:gd name="connsiteX809" fmla="*/ 978412 w 1791974"/>
                <a:gd name="connsiteY809" fmla="*/ 1573117 h 1785178"/>
                <a:gd name="connsiteX810" fmla="*/ 972334 w 1791974"/>
                <a:gd name="connsiteY810" fmla="*/ 1564950 h 1785178"/>
                <a:gd name="connsiteX811" fmla="*/ 966656 w 1791974"/>
                <a:gd name="connsiteY811" fmla="*/ 1561912 h 1785178"/>
                <a:gd name="connsiteX812" fmla="*/ 958289 w 1791974"/>
                <a:gd name="connsiteY812" fmla="*/ 1561515 h 1785178"/>
                <a:gd name="connsiteX813" fmla="*/ 957791 w 1791974"/>
                <a:gd name="connsiteY813" fmla="*/ 1558426 h 1785178"/>
                <a:gd name="connsiteX814" fmla="*/ 1002917 w 1791974"/>
                <a:gd name="connsiteY814" fmla="*/ 1550458 h 1785178"/>
                <a:gd name="connsiteX815" fmla="*/ 1003415 w 1791974"/>
                <a:gd name="connsiteY815" fmla="*/ 1553547 h 1785178"/>
                <a:gd name="connsiteX816" fmla="*/ 993951 w 1791974"/>
                <a:gd name="connsiteY816" fmla="*/ 1557878 h 1785178"/>
                <a:gd name="connsiteX817" fmla="*/ 992507 w 1791974"/>
                <a:gd name="connsiteY817" fmla="*/ 1563107 h 1785178"/>
                <a:gd name="connsiteX818" fmla="*/ 998484 w 1791974"/>
                <a:gd name="connsiteY818" fmla="*/ 1575109 h 1785178"/>
                <a:gd name="connsiteX819" fmla="*/ 1038030 w 1791974"/>
                <a:gd name="connsiteY819" fmla="*/ 1634868 h 1785178"/>
                <a:gd name="connsiteX820" fmla="*/ 1052973 w 1791974"/>
                <a:gd name="connsiteY820" fmla="*/ 1566344 h 1785178"/>
                <a:gd name="connsiteX821" fmla="*/ 1054517 w 1791974"/>
                <a:gd name="connsiteY821" fmla="*/ 1552551 h 1785178"/>
                <a:gd name="connsiteX822" fmla="*/ 1051380 w 1791974"/>
                <a:gd name="connsiteY822" fmla="*/ 1548416 h 1785178"/>
                <a:gd name="connsiteX823" fmla="*/ 1042863 w 1791974"/>
                <a:gd name="connsiteY823" fmla="*/ 1546824 h 1785178"/>
                <a:gd name="connsiteX824" fmla="*/ 1041418 w 1791974"/>
                <a:gd name="connsiteY824" fmla="*/ 1546824 h 1785178"/>
                <a:gd name="connsiteX825" fmla="*/ 1040870 w 1791974"/>
                <a:gd name="connsiteY825" fmla="*/ 1543785 h 1785178"/>
                <a:gd name="connsiteX826" fmla="*/ 1074939 w 1791974"/>
                <a:gd name="connsiteY826" fmla="*/ 1537759 h 1785178"/>
                <a:gd name="connsiteX827" fmla="*/ 937769 w 1791974"/>
                <a:gd name="connsiteY827" fmla="*/ 1665991 h 1785178"/>
                <a:gd name="connsiteX828" fmla="*/ 937769 w 1791974"/>
                <a:gd name="connsiteY828" fmla="*/ 1669029 h 1785178"/>
                <a:gd name="connsiteX829" fmla="*/ 889705 w 1791974"/>
                <a:gd name="connsiteY829" fmla="*/ 1670722 h 1785178"/>
                <a:gd name="connsiteX830" fmla="*/ 889705 w 1791974"/>
                <a:gd name="connsiteY830" fmla="*/ 1667684 h 1785178"/>
                <a:gd name="connsiteX831" fmla="*/ 893690 w 1791974"/>
                <a:gd name="connsiteY831" fmla="*/ 1667684 h 1785178"/>
                <a:gd name="connsiteX832" fmla="*/ 903650 w 1791974"/>
                <a:gd name="connsiteY832" fmla="*/ 1663302 h 1785178"/>
                <a:gd name="connsiteX833" fmla="*/ 905244 w 1791974"/>
                <a:gd name="connsiteY833" fmla="*/ 1650504 h 1785178"/>
                <a:gd name="connsiteX834" fmla="*/ 902704 w 1791974"/>
                <a:gd name="connsiteY834" fmla="*/ 1578097 h 1785178"/>
                <a:gd name="connsiteX835" fmla="*/ 901260 w 1791974"/>
                <a:gd name="connsiteY835" fmla="*/ 1566892 h 1785178"/>
                <a:gd name="connsiteX836" fmla="*/ 897723 w 1791974"/>
                <a:gd name="connsiteY836" fmla="*/ 1563456 h 1785178"/>
                <a:gd name="connsiteX837" fmla="*/ 890053 w 1791974"/>
                <a:gd name="connsiteY837" fmla="*/ 1561764 h 1785178"/>
                <a:gd name="connsiteX838" fmla="*/ 886068 w 1791974"/>
                <a:gd name="connsiteY838" fmla="*/ 1561764 h 1785178"/>
                <a:gd name="connsiteX839" fmla="*/ 886068 w 1791974"/>
                <a:gd name="connsiteY839" fmla="*/ 1558675 h 1785178"/>
                <a:gd name="connsiteX840" fmla="*/ 934132 w 1791974"/>
                <a:gd name="connsiteY840" fmla="*/ 1557033 h 1785178"/>
                <a:gd name="connsiteX841" fmla="*/ 934132 w 1791974"/>
                <a:gd name="connsiteY841" fmla="*/ 1560069 h 1785178"/>
                <a:gd name="connsiteX842" fmla="*/ 930049 w 1791974"/>
                <a:gd name="connsiteY842" fmla="*/ 1560069 h 1785178"/>
                <a:gd name="connsiteX843" fmla="*/ 920087 w 1791974"/>
                <a:gd name="connsiteY843" fmla="*/ 1564452 h 1785178"/>
                <a:gd name="connsiteX844" fmla="*/ 918494 w 1791974"/>
                <a:gd name="connsiteY844" fmla="*/ 1577250 h 1785178"/>
                <a:gd name="connsiteX845" fmla="*/ 920983 w 1791974"/>
                <a:gd name="connsiteY845" fmla="*/ 1649657 h 1785178"/>
                <a:gd name="connsiteX846" fmla="*/ 922477 w 1791974"/>
                <a:gd name="connsiteY846" fmla="*/ 1660862 h 1785178"/>
                <a:gd name="connsiteX847" fmla="*/ 926064 w 1791974"/>
                <a:gd name="connsiteY847" fmla="*/ 1664298 h 1785178"/>
                <a:gd name="connsiteX848" fmla="*/ 933634 w 1791974"/>
                <a:gd name="connsiteY848" fmla="*/ 1666041 h 1785178"/>
                <a:gd name="connsiteX849" fmla="*/ 937719 w 1791974"/>
                <a:gd name="connsiteY849" fmla="*/ 1666041 h 1785178"/>
                <a:gd name="connsiteX850" fmla="*/ 744616 w 1791974"/>
                <a:gd name="connsiteY850" fmla="*/ 1542641 h 1785178"/>
                <a:gd name="connsiteX851" fmla="*/ 774499 w 1791974"/>
                <a:gd name="connsiteY851" fmla="*/ 1546874 h 1785178"/>
                <a:gd name="connsiteX852" fmla="*/ 830732 w 1791974"/>
                <a:gd name="connsiteY852" fmla="*/ 1639697 h 1785178"/>
                <a:gd name="connsiteX853" fmla="*/ 839697 w 1791974"/>
                <a:gd name="connsiteY853" fmla="*/ 1575657 h 1785178"/>
                <a:gd name="connsiteX854" fmla="*/ 839249 w 1791974"/>
                <a:gd name="connsiteY854" fmla="*/ 1562609 h 1785178"/>
                <a:gd name="connsiteX855" fmla="*/ 830085 w 1791974"/>
                <a:gd name="connsiteY855" fmla="*/ 1557629 h 1785178"/>
                <a:gd name="connsiteX856" fmla="*/ 826249 w 1791974"/>
                <a:gd name="connsiteY856" fmla="*/ 1557081 h 1785178"/>
                <a:gd name="connsiteX857" fmla="*/ 826699 w 1791974"/>
                <a:gd name="connsiteY857" fmla="*/ 1554045 h 1785178"/>
                <a:gd name="connsiteX858" fmla="*/ 865349 w 1791974"/>
                <a:gd name="connsiteY858" fmla="*/ 1559472 h 1785178"/>
                <a:gd name="connsiteX859" fmla="*/ 864901 w 1791974"/>
                <a:gd name="connsiteY859" fmla="*/ 1562511 h 1785178"/>
                <a:gd name="connsiteX860" fmla="*/ 860966 w 1791974"/>
                <a:gd name="connsiteY860" fmla="*/ 1561962 h 1785178"/>
                <a:gd name="connsiteX861" fmla="*/ 850406 w 1791974"/>
                <a:gd name="connsiteY861" fmla="*/ 1564750 h 1785178"/>
                <a:gd name="connsiteX862" fmla="*/ 846919 w 1791974"/>
                <a:gd name="connsiteY862" fmla="*/ 1576503 h 1785178"/>
                <a:gd name="connsiteX863" fmla="*/ 833770 w 1791974"/>
                <a:gd name="connsiteY863" fmla="*/ 1670075 h 1785178"/>
                <a:gd name="connsiteX864" fmla="*/ 830782 w 1791974"/>
                <a:gd name="connsiteY864" fmla="*/ 1669676 h 1785178"/>
                <a:gd name="connsiteX865" fmla="*/ 770167 w 1791974"/>
                <a:gd name="connsiteY865" fmla="*/ 1570079 h 1785178"/>
                <a:gd name="connsiteX866" fmla="*/ 760553 w 1791974"/>
                <a:gd name="connsiteY866" fmla="*/ 1638502 h 1785178"/>
                <a:gd name="connsiteX867" fmla="*/ 760952 w 1791974"/>
                <a:gd name="connsiteY867" fmla="*/ 1651599 h 1785178"/>
                <a:gd name="connsiteX868" fmla="*/ 770067 w 1791974"/>
                <a:gd name="connsiteY868" fmla="*/ 1656579 h 1785178"/>
                <a:gd name="connsiteX869" fmla="*/ 773951 w 1791974"/>
                <a:gd name="connsiteY869" fmla="*/ 1657127 h 1785178"/>
                <a:gd name="connsiteX870" fmla="*/ 773553 w 1791974"/>
                <a:gd name="connsiteY870" fmla="*/ 1660115 h 1785178"/>
                <a:gd name="connsiteX871" fmla="*/ 734903 w 1791974"/>
                <a:gd name="connsiteY871" fmla="*/ 1654687 h 1785178"/>
                <a:gd name="connsiteX872" fmla="*/ 735351 w 1791974"/>
                <a:gd name="connsiteY872" fmla="*/ 1651699 h 1785178"/>
                <a:gd name="connsiteX873" fmla="*/ 739187 w 1791974"/>
                <a:gd name="connsiteY873" fmla="*/ 1652247 h 1785178"/>
                <a:gd name="connsiteX874" fmla="*/ 749846 w 1791974"/>
                <a:gd name="connsiteY874" fmla="*/ 1649358 h 1785178"/>
                <a:gd name="connsiteX875" fmla="*/ 753332 w 1791974"/>
                <a:gd name="connsiteY875" fmla="*/ 1637705 h 1785178"/>
                <a:gd name="connsiteX876" fmla="*/ 764190 w 1791974"/>
                <a:gd name="connsiteY876" fmla="*/ 1560468 h 1785178"/>
                <a:gd name="connsiteX877" fmla="*/ 757914 w 1791974"/>
                <a:gd name="connsiteY877" fmla="*/ 1551952 h 1785178"/>
                <a:gd name="connsiteX878" fmla="*/ 751041 w 1791974"/>
                <a:gd name="connsiteY878" fmla="*/ 1547571 h 1785178"/>
                <a:gd name="connsiteX879" fmla="*/ 743967 w 1791974"/>
                <a:gd name="connsiteY879" fmla="*/ 1545828 h 1785178"/>
                <a:gd name="connsiteX880" fmla="*/ 744367 w 1791974"/>
                <a:gd name="connsiteY880" fmla="*/ 1542789 h 1785178"/>
                <a:gd name="connsiteX881" fmla="*/ 693812 w 1791974"/>
                <a:gd name="connsiteY881" fmla="*/ 1529693 h 1785178"/>
                <a:gd name="connsiteX882" fmla="*/ 694809 w 1791974"/>
                <a:gd name="connsiteY882" fmla="*/ 1526755 h 1785178"/>
                <a:gd name="connsiteX883" fmla="*/ 732413 w 1791974"/>
                <a:gd name="connsiteY883" fmla="*/ 1539703 h 1785178"/>
                <a:gd name="connsiteX884" fmla="*/ 731366 w 1791974"/>
                <a:gd name="connsiteY884" fmla="*/ 1542591 h 1785178"/>
                <a:gd name="connsiteX885" fmla="*/ 727381 w 1791974"/>
                <a:gd name="connsiteY885" fmla="*/ 1541195 h 1785178"/>
                <a:gd name="connsiteX886" fmla="*/ 715976 w 1791974"/>
                <a:gd name="connsiteY886" fmla="*/ 1543139 h 1785178"/>
                <a:gd name="connsiteX887" fmla="*/ 710446 w 1791974"/>
                <a:gd name="connsiteY887" fmla="*/ 1553844 h 1785178"/>
                <a:gd name="connsiteX888" fmla="*/ 695505 w 1791974"/>
                <a:gd name="connsiteY888" fmla="*/ 1596821 h 1785178"/>
                <a:gd name="connsiteX889" fmla="*/ 683800 w 1791974"/>
                <a:gd name="connsiteY889" fmla="*/ 1620476 h 1785178"/>
                <a:gd name="connsiteX890" fmla="*/ 666168 w 1791974"/>
                <a:gd name="connsiteY890" fmla="*/ 1631281 h 1785178"/>
                <a:gd name="connsiteX891" fmla="*/ 638775 w 1791974"/>
                <a:gd name="connsiteY891" fmla="*/ 1628942 h 1785178"/>
                <a:gd name="connsiteX892" fmla="*/ 614517 w 1791974"/>
                <a:gd name="connsiteY892" fmla="*/ 1614002 h 1785178"/>
                <a:gd name="connsiteX893" fmla="*/ 607295 w 1791974"/>
                <a:gd name="connsiteY893" fmla="*/ 1593435 h 1785178"/>
                <a:gd name="connsiteX894" fmla="*/ 613770 w 1791974"/>
                <a:gd name="connsiteY894" fmla="*/ 1566493 h 1785178"/>
                <a:gd name="connsiteX895" fmla="*/ 628414 w 1791974"/>
                <a:gd name="connsiteY895" fmla="*/ 1524713 h 1785178"/>
                <a:gd name="connsiteX896" fmla="*/ 630107 w 1791974"/>
                <a:gd name="connsiteY896" fmla="*/ 1510967 h 1785178"/>
                <a:gd name="connsiteX897" fmla="*/ 622487 w 1791974"/>
                <a:gd name="connsiteY897" fmla="*/ 1504943 h 1785178"/>
                <a:gd name="connsiteX898" fmla="*/ 618502 w 1791974"/>
                <a:gd name="connsiteY898" fmla="*/ 1503548 h 1785178"/>
                <a:gd name="connsiteX899" fmla="*/ 619498 w 1791974"/>
                <a:gd name="connsiteY899" fmla="*/ 1500660 h 1785178"/>
                <a:gd name="connsiteX900" fmla="*/ 665321 w 1791974"/>
                <a:gd name="connsiteY900" fmla="*/ 1516445 h 1785178"/>
                <a:gd name="connsiteX901" fmla="*/ 664325 w 1791974"/>
                <a:gd name="connsiteY901" fmla="*/ 1519335 h 1785178"/>
                <a:gd name="connsiteX902" fmla="*/ 660241 w 1791974"/>
                <a:gd name="connsiteY902" fmla="*/ 1517939 h 1785178"/>
                <a:gd name="connsiteX903" fmla="*/ 649434 w 1791974"/>
                <a:gd name="connsiteY903" fmla="*/ 1518837 h 1785178"/>
                <a:gd name="connsiteX904" fmla="*/ 643457 w 1791974"/>
                <a:gd name="connsiteY904" fmla="*/ 1529891 h 1785178"/>
                <a:gd name="connsiteX905" fmla="*/ 627518 w 1791974"/>
                <a:gd name="connsiteY905" fmla="*/ 1576105 h 1785178"/>
                <a:gd name="connsiteX906" fmla="*/ 623782 w 1791974"/>
                <a:gd name="connsiteY906" fmla="*/ 1590646 h 1785178"/>
                <a:gd name="connsiteX907" fmla="*/ 623782 w 1791974"/>
                <a:gd name="connsiteY907" fmla="*/ 1604489 h 1785178"/>
                <a:gd name="connsiteX908" fmla="*/ 629858 w 1791974"/>
                <a:gd name="connsiteY908" fmla="*/ 1614799 h 1785178"/>
                <a:gd name="connsiteX909" fmla="*/ 642559 w 1791974"/>
                <a:gd name="connsiteY909" fmla="*/ 1622418 h 1785178"/>
                <a:gd name="connsiteX910" fmla="*/ 662732 w 1791974"/>
                <a:gd name="connsiteY910" fmla="*/ 1624309 h 1785178"/>
                <a:gd name="connsiteX911" fmla="*/ 677972 w 1791974"/>
                <a:gd name="connsiteY911" fmla="*/ 1616542 h 1785178"/>
                <a:gd name="connsiteX912" fmla="*/ 689229 w 1791974"/>
                <a:gd name="connsiteY912" fmla="*/ 1593634 h 1785178"/>
                <a:gd name="connsiteX913" fmla="*/ 704172 w 1791974"/>
                <a:gd name="connsiteY913" fmla="*/ 1550707 h 1785178"/>
                <a:gd name="connsiteX914" fmla="*/ 706263 w 1791974"/>
                <a:gd name="connsiteY914" fmla="*/ 1537510 h 1785178"/>
                <a:gd name="connsiteX915" fmla="*/ 698394 w 1791974"/>
                <a:gd name="connsiteY915" fmla="*/ 1530938 h 1785178"/>
                <a:gd name="connsiteX916" fmla="*/ 694359 w 1791974"/>
                <a:gd name="connsiteY916" fmla="*/ 1529592 h 1785178"/>
                <a:gd name="connsiteX917" fmla="*/ 478245 w 1791974"/>
                <a:gd name="connsiteY917" fmla="*/ 1413114 h 1785178"/>
                <a:gd name="connsiteX918" fmla="*/ 476600 w 1791974"/>
                <a:gd name="connsiteY918" fmla="*/ 1415654 h 1785178"/>
                <a:gd name="connsiteX919" fmla="*/ 482280 w 1791974"/>
                <a:gd name="connsiteY919" fmla="*/ 1420235 h 1785178"/>
                <a:gd name="connsiteX920" fmla="*/ 486662 w 1791974"/>
                <a:gd name="connsiteY920" fmla="*/ 1427108 h 1785178"/>
                <a:gd name="connsiteX921" fmla="*/ 488753 w 1791974"/>
                <a:gd name="connsiteY921" fmla="*/ 1437466 h 1785178"/>
                <a:gd name="connsiteX922" fmla="*/ 446269 w 1791974"/>
                <a:gd name="connsiteY922" fmla="*/ 1502901 h 1785178"/>
                <a:gd name="connsiteX923" fmla="*/ 438199 w 1791974"/>
                <a:gd name="connsiteY923" fmla="*/ 1512014 h 1785178"/>
                <a:gd name="connsiteX924" fmla="*/ 427291 w 1791974"/>
                <a:gd name="connsiteY924" fmla="*/ 1510072 h 1785178"/>
                <a:gd name="connsiteX925" fmla="*/ 424053 w 1791974"/>
                <a:gd name="connsiteY925" fmla="*/ 1507979 h 1785178"/>
                <a:gd name="connsiteX926" fmla="*/ 422360 w 1791974"/>
                <a:gd name="connsiteY926" fmla="*/ 1510520 h 1785178"/>
                <a:gd name="connsiteX927" fmla="*/ 455084 w 1791974"/>
                <a:gd name="connsiteY927" fmla="*/ 1531783 h 1785178"/>
                <a:gd name="connsiteX928" fmla="*/ 456777 w 1791974"/>
                <a:gd name="connsiteY928" fmla="*/ 1529195 h 1785178"/>
                <a:gd name="connsiteX929" fmla="*/ 453441 w 1791974"/>
                <a:gd name="connsiteY929" fmla="*/ 1527054 h 1785178"/>
                <a:gd name="connsiteX930" fmla="*/ 447215 w 1791974"/>
                <a:gd name="connsiteY930" fmla="*/ 1518885 h 1785178"/>
                <a:gd name="connsiteX931" fmla="*/ 452196 w 1791974"/>
                <a:gd name="connsiteY931" fmla="*/ 1506835 h 1785178"/>
                <a:gd name="connsiteX932" fmla="*/ 489850 w 1791974"/>
                <a:gd name="connsiteY932" fmla="*/ 1448920 h 1785178"/>
                <a:gd name="connsiteX933" fmla="*/ 502700 w 1791974"/>
                <a:gd name="connsiteY933" fmla="*/ 1564900 h 1785178"/>
                <a:gd name="connsiteX934" fmla="*/ 505190 w 1791974"/>
                <a:gd name="connsiteY934" fmla="*/ 1566543 h 1785178"/>
                <a:gd name="connsiteX935" fmla="*/ 556692 w 1791974"/>
                <a:gd name="connsiteY935" fmla="*/ 1487264 h 1785178"/>
                <a:gd name="connsiteX936" fmla="*/ 564760 w 1791974"/>
                <a:gd name="connsiteY936" fmla="*/ 1478151 h 1785178"/>
                <a:gd name="connsiteX937" fmla="*/ 575568 w 1791974"/>
                <a:gd name="connsiteY937" fmla="*/ 1480043 h 1785178"/>
                <a:gd name="connsiteX938" fmla="*/ 578906 w 1791974"/>
                <a:gd name="connsiteY938" fmla="*/ 1482184 h 1785178"/>
                <a:gd name="connsiteX939" fmla="*/ 580599 w 1791974"/>
                <a:gd name="connsiteY939" fmla="*/ 1479595 h 1785178"/>
                <a:gd name="connsiteX940" fmla="*/ 547825 w 1791974"/>
                <a:gd name="connsiteY940" fmla="*/ 1458380 h 1785178"/>
                <a:gd name="connsiteX941" fmla="*/ 546182 w 1791974"/>
                <a:gd name="connsiteY941" fmla="*/ 1460920 h 1785178"/>
                <a:gd name="connsiteX942" fmla="*/ 549420 w 1791974"/>
                <a:gd name="connsiteY942" fmla="*/ 1463012 h 1785178"/>
                <a:gd name="connsiteX943" fmla="*/ 555646 w 1791974"/>
                <a:gd name="connsiteY943" fmla="*/ 1471229 h 1785178"/>
                <a:gd name="connsiteX944" fmla="*/ 550665 w 1791974"/>
                <a:gd name="connsiteY944" fmla="*/ 1483330 h 1785178"/>
                <a:gd name="connsiteX945" fmla="*/ 515401 w 1791974"/>
                <a:gd name="connsiteY945" fmla="*/ 1537560 h 1785178"/>
                <a:gd name="connsiteX946" fmla="*/ 503895 w 1791974"/>
                <a:gd name="connsiteY946" fmla="*/ 1429646 h 1785178"/>
                <a:gd name="connsiteX947" fmla="*/ 478343 w 1791974"/>
                <a:gd name="connsiteY947" fmla="*/ 1413114 h 1785178"/>
                <a:gd name="connsiteX948" fmla="*/ 389737 w 1791974"/>
                <a:gd name="connsiteY948" fmla="*/ 1420783 h 1785178"/>
                <a:gd name="connsiteX949" fmla="*/ 407518 w 1791974"/>
                <a:gd name="connsiteY949" fmla="*/ 1374969 h 1785178"/>
                <a:gd name="connsiteX950" fmla="*/ 361995 w 1791974"/>
                <a:gd name="connsiteY950" fmla="*/ 1393991 h 1785178"/>
                <a:gd name="connsiteX951" fmla="*/ 389737 w 1791974"/>
                <a:gd name="connsiteY951" fmla="*/ 1420783 h 1785178"/>
                <a:gd name="connsiteX952" fmla="*/ 387146 w 1791974"/>
                <a:gd name="connsiteY952" fmla="*/ 1426809 h 1785178"/>
                <a:gd name="connsiteX953" fmla="*/ 380822 w 1791974"/>
                <a:gd name="connsiteY953" fmla="*/ 1443092 h 1785178"/>
                <a:gd name="connsiteX954" fmla="*/ 375242 w 1791974"/>
                <a:gd name="connsiteY954" fmla="*/ 1453651 h 1785178"/>
                <a:gd name="connsiteX955" fmla="*/ 370261 w 1791974"/>
                <a:gd name="connsiteY955" fmla="*/ 1455344 h 1785178"/>
                <a:gd name="connsiteX956" fmla="*/ 362193 w 1791974"/>
                <a:gd name="connsiteY956" fmla="*/ 1450663 h 1785178"/>
                <a:gd name="connsiteX957" fmla="*/ 360050 w 1791974"/>
                <a:gd name="connsiteY957" fmla="*/ 1452854 h 1785178"/>
                <a:gd name="connsiteX958" fmla="*/ 391878 w 1791974"/>
                <a:gd name="connsiteY958" fmla="*/ 1483629 h 1785178"/>
                <a:gd name="connsiteX959" fmla="*/ 393971 w 1791974"/>
                <a:gd name="connsiteY959" fmla="*/ 1481437 h 1785178"/>
                <a:gd name="connsiteX960" fmla="*/ 388990 w 1791974"/>
                <a:gd name="connsiteY960" fmla="*/ 1471479 h 1785178"/>
                <a:gd name="connsiteX961" fmla="*/ 392925 w 1791974"/>
                <a:gd name="connsiteY961" fmla="*/ 1454994 h 1785178"/>
                <a:gd name="connsiteX962" fmla="*/ 429683 w 1791974"/>
                <a:gd name="connsiteY962" fmla="*/ 1360378 h 1785178"/>
                <a:gd name="connsiteX963" fmla="*/ 427590 w 1791974"/>
                <a:gd name="connsiteY963" fmla="*/ 1358386 h 1785178"/>
                <a:gd name="connsiteX964" fmla="*/ 335098 w 1791974"/>
                <a:gd name="connsiteY964" fmla="*/ 1397379 h 1785178"/>
                <a:gd name="connsiteX965" fmla="*/ 317166 w 1791974"/>
                <a:gd name="connsiteY965" fmla="*/ 1402357 h 1785178"/>
                <a:gd name="connsiteX966" fmla="*/ 308351 w 1791974"/>
                <a:gd name="connsiteY966" fmla="*/ 1398375 h 1785178"/>
                <a:gd name="connsiteX967" fmla="*/ 306259 w 1791974"/>
                <a:gd name="connsiteY967" fmla="*/ 1400515 h 1785178"/>
                <a:gd name="connsiteX968" fmla="*/ 331661 w 1791974"/>
                <a:gd name="connsiteY968" fmla="*/ 1425066 h 1785178"/>
                <a:gd name="connsiteX969" fmla="*/ 333802 w 1791974"/>
                <a:gd name="connsiteY969" fmla="*/ 1422875 h 1785178"/>
                <a:gd name="connsiteX970" fmla="*/ 327976 w 1791974"/>
                <a:gd name="connsiteY970" fmla="*/ 1413712 h 1785178"/>
                <a:gd name="connsiteX971" fmla="*/ 329319 w 1791974"/>
                <a:gd name="connsiteY971" fmla="*/ 1408732 h 1785178"/>
                <a:gd name="connsiteX972" fmla="*/ 338136 w 1791974"/>
                <a:gd name="connsiteY972" fmla="*/ 1403752 h 1785178"/>
                <a:gd name="connsiteX973" fmla="*/ 355917 w 1791974"/>
                <a:gd name="connsiteY973" fmla="*/ 1396282 h 1785178"/>
                <a:gd name="connsiteX974" fmla="*/ 387146 w 1791974"/>
                <a:gd name="connsiteY974" fmla="*/ 1426460 h 1785178"/>
                <a:gd name="connsiteX975" fmla="*/ 312435 w 1791974"/>
                <a:gd name="connsiteY975" fmla="*/ 1208242 h 1785178"/>
                <a:gd name="connsiteX976" fmla="*/ 309795 w 1791974"/>
                <a:gd name="connsiteY976" fmla="*/ 1209836 h 1785178"/>
                <a:gd name="connsiteX977" fmla="*/ 313033 w 1791974"/>
                <a:gd name="connsiteY977" fmla="*/ 1216409 h 1785178"/>
                <a:gd name="connsiteX978" fmla="*/ 314079 w 1791974"/>
                <a:gd name="connsiteY978" fmla="*/ 1224477 h 1785178"/>
                <a:gd name="connsiteX979" fmla="*/ 311639 w 1791974"/>
                <a:gd name="connsiteY979" fmla="*/ 1234737 h 1785178"/>
                <a:gd name="connsiteX980" fmla="*/ 245445 w 1791974"/>
                <a:gd name="connsiteY980" fmla="*/ 1276119 h 1785178"/>
                <a:gd name="connsiteX981" fmla="*/ 234288 w 1791974"/>
                <a:gd name="connsiteY981" fmla="*/ 1281097 h 1785178"/>
                <a:gd name="connsiteX982" fmla="*/ 225222 w 1791974"/>
                <a:gd name="connsiteY982" fmla="*/ 1274723 h 1785178"/>
                <a:gd name="connsiteX983" fmla="*/ 223180 w 1791974"/>
                <a:gd name="connsiteY983" fmla="*/ 1271436 h 1785178"/>
                <a:gd name="connsiteX984" fmla="*/ 220591 w 1791974"/>
                <a:gd name="connsiteY984" fmla="*/ 1273081 h 1785178"/>
                <a:gd name="connsiteX985" fmla="*/ 241260 w 1791974"/>
                <a:gd name="connsiteY985" fmla="*/ 1306146 h 1785178"/>
                <a:gd name="connsiteX986" fmla="*/ 243850 w 1791974"/>
                <a:gd name="connsiteY986" fmla="*/ 1304553 h 1785178"/>
                <a:gd name="connsiteX987" fmla="*/ 241758 w 1791974"/>
                <a:gd name="connsiteY987" fmla="*/ 1301216 h 1785178"/>
                <a:gd name="connsiteX988" fmla="*/ 239566 w 1791974"/>
                <a:gd name="connsiteY988" fmla="*/ 1291258 h 1785178"/>
                <a:gd name="connsiteX989" fmla="*/ 249528 w 1791974"/>
                <a:gd name="connsiteY989" fmla="*/ 1282543 h 1785178"/>
                <a:gd name="connsiteX990" fmla="*/ 308102 w 1791974"/>
                <a:gd name="connsiteY990" fmla="*/ 1245841 h 1785178"/>
                <a:gd name="connsiteX991" fmla="*/ 270697 w 1791974"/>
                <a:gd name="connsiteY991" fmla="*/ 1356394 h 1785178"/>
                <a:gd name="connsiteX992" fmla="*/ 272290 w 1791974"/>
                <a:gd name="connsiteY992" fmla="*/ 1358934 h 1785178"/>
                <a:gd name="connsiteX993" fmla="*/ 352430 w 1791974"/>
                <a:gd name="connsiteY993" fmla="*/ 1308885 h 1785178"/>
                <a:gd name="connsiteX994" fmla="*/ 363638 w 1791974"/>
                <a:gd name="connsiteY994" fmla="*/ 1303907 h 1785178"/>
                <a:gd name="connsiteX995" fmla="*/ 372603 w 1791974"/>
                <a:gd name="connsiteY995" fmla="*/ 1310180 h 1785178"/>
                <a:gd name="connsiteX996" fmla="*/ 374744 w 1791974"/>
                <a:gd name="connsiteY996" fmla="*/ 1313517 h 1785178"/>
                <a:gd name="connsiteX997" fmla="*/ 377385 w 1791974"/>
                <a:gd name="connsiteY997" fmla="*/ 1311923 h 1785178"/>
                <a:gd name="connsiteX998" fmla="*/ 356664 w 1791974"/>
                <a:gd name="connsiteY998" fmla="*/ 1278808 h 1785178"/>
                <a:gd name="connsiteX999" fmla="*/ 354075 w 1791974"/>
                <a:gd name="connsiteY999" fmla="*/ 1280450 h 1785178"/>
                <a:gd name="connsiteX1000" fmla="*/ 356116 w 1791974"/>
                <a:gd name="connsiteY1000" fmla="*/ 1283738 h 1785178"/>
                <a:gd name="connsiteX1001" fmla="*/ 358307 w 1791974"/>
                <a:gd name="connsiteY1001" fmla="*/ 1293698 h 1785178"/>
                <a:gd name="connsiteX1002" fmla="*/ 348347 w 1791974"/>
                <a:gd name="connsiteY1002" fmla="*/ 1302511 h 1785178"/>
                <a:gd name="connsiteX1003" fmla="*/ 293559 w 1791974"/>
                <a:gd name="connsiteY1003" fmla="*/ 1336773 h 1785178"/>
                <a:gd name="connsiteX1004" fmla="*/ 328424 w 1791974"/>
                <a:gd name="connsiteY1004" fmla="*/ 1234038 h 1785178"/>
                <a:gd name="connsiteX1005" fmla="*/ 312336 w 1791974"/>
                <a:gd name="connsiteY1005" fmla="*/ 1208242 h 1785178"/>
                <a:gd name="connsiteX1006" fmla="*/ 203157 w 1791974"/>
                <a:gd name="connsiteY1006" fmla="*/ 1234785 h 1785178"/>
                <a:gd name="connsiteX1007" fmla="*/ 200369 w 1791974"/>
                <a:gd name="connsiteY1007" fmla="*/ 1236030 h 1785178"/>
                <a:gd name="connsiteX1008" fmla="*/ 180844 w 1791974"/>
                <a:gd name="connsiteY1008" fmla="*/ 1192107 h 1785178"/>
                <a:gd name="connsiteX1009" fmla="*/ 183633 w 1791974"/>
                <a:gd name="connsiteY1009" fmla="*/ 1190862 h 1785178"/>
                <a:gd name="connsiteX1010" fmla="*/ 185227 w 1791974"/>
                <a:gd name="connsiteY1010" fmla="*/ 1194499 h 1785178"/>
                <a:gd name="connsiteX1011" fmla="*/ 193047 w 1791974"/>
                <a:gd name="connsiteY1011" fmla="*/ 1202067 h 1785178"/>
                <a:gd name="connsiteX1012" fmla="*/ 205499 w 1791974"/>
                <a:gd name="connsiteY1012" fmla="*/ 1198732 h 1785178"/>
                <a:gd name="connsiteX1013" fmla="*/ 271693 w 1791974"/>
                <a:gd name="connsiteY1013" fmla="*/ 1169251 h 1785178"/>
                <a:gd name="connsiteX1014" fmla="*/ 281655 w 1791974"/>
                <a:gd name="connsiteY1014" fmla="*/ 1163673 h 1785178"/>
                <a:gd name="connsiteX1015" fmla="*/ 283547 w 1791974"/>
                <a:gd name="connsiteY1015" fmla="*/ 1159141 h 1785178"/>
                <a:gd name="connsiteX1016" fmla="*/ 282252 w 1791974"/>
                <a:gd name="connsiteY1016" fmla="*/ 1151373 h 1785178"/>
                <a:gd name="connsiteX1017" fmla="*/ 280659 w 1791974"/>
                <a:gd name="connsiteY1017" fmla="*/ 1147737 h 1785178"/>
                <a:gd name="connsiteX1018" fmla="*/ 283447 w 1791974"/>
                <a:gd name="connsiteY1018" fmla="*/ 1146492 h 1785178"/>
                <a:gd name="connsiteX1019" fmla="*/ 303021 w 1791974"/>
                <a:gd name="connsiteY1019" fmla="*/ 1190414 h 1785178"/>
                <a:gd name="connsiteX1020" fmla="*/ 300183 w 1791974"/>
                <a:gd name="connsiteY1020" fmla="*/ 1191659 h 1785178"/>
                <a:gd name="connsiteX1021" fmla="*/ 298540 w 1791974"/>
                <a:gd name="connsiteY1021" fmla="*/ 1187924 h 1785178"/>
                <a:gd name="connsiteX1022" fmla="*/ 290769 w 1791974"/>
                <a:gd name="connsiteY1022" fmla="*/ 1180454 h 1785178"/>
                <a:gd name="connsiteX1023" fmla="*/ 278317 w 1791974"/>
                <a:gd name="connsiteY1023" fmla="*/ 1183742 h 1785178"/>
                <a:gd name="connsiteX1024" fmla="*/ 212073 w 1791974"/>
                <a:gd name="connsiteY1024" fmla="*/ 1213174 h 1785178"/>
                <a:gd name="connsiteX1025" fmla="*/ 202111 w 1791974"/>
                <a:gd name="connsiteY1025" fmla="*/ 1218750 h 1785178"/>
                <a:gd name="connsiteX1026" fmla="*/ 200319 w 1791974"/>
                <a:gd name="connsiteY1026" fmla="*/ 1223381 h 1785178"/>
                <a:gd name="connsiteX1027" fmla="*/ 201514 w 1791974"/>
                <a:gd name="connsiteY1027" fmla="*/ 1231050 h 1785178"/>
                <a:gd name="connsiteX1028" fmla="*/ 203157 w 1791974"/>
                <a:gd name="connsiteY1028" fmla="*/ 1234785 h 1785178"/>
                <a:gd name="connsiteX1029" fmla="*/ 256353 w 1791974"/>
                <a:gd name="connsiteY1029" fmla="*/ 1077472 h 1785178"/>
                <a:gd name="connsiteX1030" fmla="*/ 259291 w 1791974"/>
                <a:gd name="connsiteY1030" fmla="*/ 1076476 h 1785178"/>
                <a:gd name="connsiteX1031" fmla="*/ 274234 w 1791974"/>
                <a:gd name="connsiteY1031" fmla="*/ 1122190 h 1785178"/>
                <a:gd name="connsiteX1032" fmla="*/ 271294 w 1791974"/>
                <a:gd name="connsiteY1032" fmla="*/ 1123138 h 1785178"/>
                <a:gd name="connsiteX1033" fmla="*/ 270048 w 1791974"/>
                <a:gd name="connsiteY1033" fmla="*/ 1119302 h 1785178"/>
                <a:gd name="connsiteX1034" fmla="*/ 263077 w 1791974"/>
                <a:gd name="connsiteY1034" fmla="*/ 1111035 h 1785178"/>
                <a:gd name="connsiteX1035" fmla="*/ 250376 w 1791974"/>
                <a:gd name="connsiteY1035" fmla="*/ 1113077 h 1785178"/>
                <a:gd name="connsiteX1036" fmla="*/ 198177 w 1791974"/>
                <a:gd name="connsiteY1036" fmla="*/ 1130010 h 1785178"/>
                <a:gd name="connsiteX1037" fmla="*/ 177856 w 1791974"/>
                <a:gd name="connsiteY1037" fmla="*/ 1133694 h 1785178"/>
                <a:gd name="connsiteX1038" fmla="*/ 161867 w 1791974"/>
                <a:gd name="connsiteY1038" fmla="*/ 1128714 h 1785178"/>
                <a:gd name="connsiteX1039" fmla="*/ 151258 w 1791974"/>
                <a:gd name="connsiteY1039" fmla="*/ 1114971 h 1785178"/>
                <a:gd name="connsiteX1040" fmla="*/ 151258 w 1791974"/>
                <a:gd name="connsiteY1040" fmla="*/ 1102121 h 1785178"/>
                <a:gd name="connsiteX1041" fmla="*/ 158231 w 1791974"/>
                <a:gd name="connsiteY1041" fmla="*/ 1095151 h 1785178"/>
                <a:gd name="connsiteX1042" fmla="*/ 164706 w 1791974"/>
                <a:gd name="connsiteY1042" fmla="*/ 1095151 h 1785178"/>
                <a:gd name="connsiteX1043" fmla="*/ 169139 w 1791974"/>
                <a:gd name="connsiteY1043" fmla="*/ 1100429 h 1785178"/>
                <a:gd name="connsiteX1044" fmla="*/ 169139 w 1791974"/>
                <a:gd name="connsiteY1044" fmla="*/ 1105409 h 1785178"/>
                <a:gd name="connsiteX1045" fmla="*/ 161967 w 1791974"/>
                <a:gd name="connsiteY1045" fmla="*/ 1113377 h 1785178"/>
                <a:gd name="connsiteX1046" fmla="*/ 159277 w 1791974"/>
                <a:gd name="connsiteY1046" fmla="*/ 1119403 h 1785178"/>
                <a:gd name="connsiteX1047" fmla="*/ 163162 w 1791974"/>
                <a:gd name="connsiteY1047" fmla="*/ 1122489 h 1785178"/>
                <a:gd name="connsiteX1048" fmla="*/ 173124 w 1791974"/>
                <a:gd name="connsiteY1048" fmla="*/ 1121395 h 1785178"/>
                <a:gd name="connsiteX1049" fmla="*/ 245395 w 1791974"/>
                <a:gd name="connsiteY1049" fmla="*/ 1097939 h 1785178"/>
                <a:gd name="connsiteX1050" fmla="*/ 255754 w 1791974"/>
                <a:gd name="connsiteY1050" fmla="*/ 1093457 h 1785178"/>
                <a:gd name="connsiteX1051" fmla="*/ 258096 w 1791974"/>
                <a:gd name="connsiteY1051" fmla="*/ 1089075 h 1785178"/>
                <a:gd name="connsiteX1052" fmla="*/ 257598 w 1791974"/>
                <a:gd name="connsiteY1052" fmla="*/ 1081306 h 1785178"/>
                <a:gd name="connsiteX1053" fmla="*/ 256353 w 1791974"/>
                <a:gd name="connsiteY1053" fmla="*/ 1077472 h 1785178"/>
                <a:gd name="connsiteX1054" fmla="*/ 1605837 w 1791974"/>
                <a:gd name="connsiteY1054" fmla="*/ 865928 h 1785178"/>
                <a:gd name="connsiteX1055" fmla="*/ 1632782 w 1791974"/>
                <a:gd name="connsiteY1055" fmla="*/ 892968 h 1785178"/>
                <a:gd name="connsiteX1056" fmla="*/ 1605737 w 1791974"/>
                <a:gd name="connsiteY1056" fmla="*/ 919909 h 1785178"/>
                <a:gd name="connsiteX1057" fmla="*/ 1578792 w 1791974"/>
                <a:gd name="connsiteY1057" fmla="*/ 892918 h 1785178"/>
                <a:gd name="connsiteX1058" fmla="*/ 1605837 w 1791974"/>
                <a:gd name="connsiteY1058" fmla="*/ 865928 h 1785178"/>
                <a:gd name="connsiteX1059" fmla="*/ 192399 w 1791974"/>
                <a:gd name="connsiteY1059" fmla="*/ 865928 h 1785178"/>
                <a:gd name="connsiteX1060" fmla="*/ 219195 w 1791974"/>
                <a:gd name="connsiteY1060" fmla="*/ 893117 h 1785178"/>
                <a:gd name="connsiteX1061" fmla="*/ 192001 w 1791974"/>
                <a:gd name="connsiteY1061" fmla="*/ 919909 h 1785178"/>
                <a:gd name="connsiteX1062" fmla="*/ 165204 w 1791974"/>
                <a:gd name="connsiteY1062" fmla="*/ 892918 h 1785178"/>
                <a:gd name="connsiteX1063" fmla="*/ 192200 w 1791974"/>
                <a:gd name="connsiteY1063" fmla="*/ 865928 h 1785178"/>
                <a:gd name="connsiteX1064" fmla="*/ 899069 w 1791974"/>
                <a:gd name="connsiteY1064" fmla="*/ 663447 h 1785178"/>
                <a:gd name="connsiteX1065" fmla="*/ 881137 w 1791974"/>
                <a:gd name="connsiteY1065" fmla="*/ 664343 h 1785178"/>
                <a:gd name="connsiteX1066" fmla="*/ 881137 w 1791974"/>
                <a:gd name="connsiteY1066" fmla="*/ 727288 h 1785178"/>
                <a:gd name="connsiteX1067" fmla="*/ 814296 w 1791974"/>
                <a:gd name="connsiteY1067" fmla="*/ 727288 h 1785178"/>
                <a:gd name="connsiteX1068" fmla="*/ 859671 w 1791974"/>
                <a:gd name="connsiteY1068" fmla="*/ 704928 h 1785178"/>
                <a:gd name="connsiteX1069" fmla="*/ 859671 w 1791974"/>
                <a:gd name="connsiteY1069" fmla="*/ 704928 h 1785178"/>
                <a:gd name="connsiteX1070" fmla="*/ 866644 w 1791974"/>
                <a:gd name="connsiteY1070" fmla="*/ 703137 h 1785178"/>
                <a:gd name="connsiteX1071" fmla="*/ 866644 w 1791974"/>
                <a:gd name="connsiteY1071" fmla="*/ 666733 h 1785178"/>
                <a:gd name="connsiteX1072" fmla="*/ 859671 w 1791974"/>
                <a:gd name="connsiteY1072" fmla="*/ 668128 h 1785178"/>
                <a:gd name="connsiteX1073" fmla="*/ 859671 w 1791974"/>
                <a:gd name="connsiteY1073" fmla="*/ 668128 h 1785178"/>
                <a:gd name="connsiteX1074" fmla="*/ 741776 w 1791974"/>
                <a:gd name="connsiteY1074" fmla="*/ 757516 h 1785178"/>
                <a:gd name="connsiteX1075" fmla="*/ 881238 w 1791974"/>
                <a:gd name="connsiteY1075" fmla="*/ 757516 h 1785178"/>
                <a:gd name="connsiteX1076" fmla="*/ 881238 w 1791974"/>
                <a:gd name="connsiteY1076" fmla="*/ 828728 h 1785178"/>
                <a:gd name="connsiteX1077" fmla="*/ 859769 w 1791974"/>
                <a:gd name="connsiteY1077" fmla="*/ 828728 h 1785178"/>
                <a:gd name="connsiteX1078" fmla="*/ 859769 w 1791974"/>
                <a:gd name="connsiteY1078" fmla="*/ 778233 h 1785178"/>
                <a:gd name="connsiteX1079" fmla="*/ 732113 w 1791974"/>
                <a:gd name="connsiteY1079" fmla="*/ 778233 h 1785178"/>
                <a:gd name="connsiteX1080" fmla="*/ 723547 w 1791974"/>
                <a:gd name="connsiteY1080" fmla="*/ 808111 h 1785178"/>
                <a:gd name="connsiteX1081" fmla="*/ 829786 w 1791974"/>
                <a:gd name="connsiteY1081" fmla="*/ 808111 h 1785178"/>
                <a:gd name="connsiteX1082" fmla="*/ 829786 w 1791974"/>
                <a:gd name="connsiteY1082" fmla="*/ 828429 h 1785178"/>
                <a:gd name="connsiteX1083" fmla="*/ 720808 w 1791974"/>
                <a:gd name="connsiteY1083" fmla="*/ 828429 h 1785178"/>
                <a:gd name="connsiteX1084" fmla="*/ 720310 w 1791974"/>
                <a:gd name="connsiteY1084" fmla="*/ 842272 h 1785178"/>
                <a:gd name="connsiteX1085" fmla="*/ 829486 w 1791974"/>
                <a:gd name="connsiteY1085" fmla="*/ 1006808 h 1785178"/>
                <a:gd name="connsiteX1086" fmla="*/ 829486 w 1791974"/>
                <a:gd name="connsiteY1086" fmla="*/ 1006808 h 1785178"/>
                <a:gd name="connsiteX1087" fmla="*/ 845873 w 1791974"/>
                <a:gd name="connsiteY1087" fmla="*/ 1012784 h 1785178"/>
                <a:gd name="connsiteX1088" fmla="*/ 845873 w 1791974"/>
                <a:gd name="connsiteY1088" fmla="*/ 1012784 h 1785178"/>
                <a:gd name="connsiteX1089" fmla="*/ 849759 w 1791974"/>
                <a:gd name="connsiteY1089" fmla="*/ 1013929 h 1785178"/>
                <a:gd name="connsiteX1090" fmla="*/ 850157 w 1791974"/>
                <a:gd name="connsiteY1090" fmla="*/ 1013929 h 1785178"/>
                <a:gd name="connsiteX1091" fmla="*/ 853893 w 1791974"/>
                <a:gd name="connsiteY1091" fmla="*/ 1014975 h 1785178"/>
                <a:gd name="connsiteX1092" fmla="*/ 854391 w 1791974"/>
                <a:gd name="connsiteY1092" fmla="*/ 1014975 h 1785178"/>
                <a:gd name="connsiteX1093" fmla="*/ 859372 w 1791974"/>
                <a:gd name="connsiteY1093" fmla="*/ 1016220 h 1785178"/>
                <a:gd name="connsiteX1094" fmla="*/ 859372 w 1791974"/>
                <a:gd name="connsiteY1094" fmla="*/ 1016220 h 1785178"/>
                <a:gd name="connsiteX1095" fmla="*/ 866345 w 1791974"/>
                <a:gd name="connsiteY1095" fmla="*/ 1017664 h 1785178"/>
                <a:gd name="connsiteX1096" fmla="*/ 866345 w 1791974"/>
                <a:gd name="connsiteY1096" fmla="*/ 981908 h 1785178"/>
                <a:gd name="connsiteX1097" fmla="*/ 859372 w 1791974"/>
                <a:gd name="connsiteY1097" fmla="*/ 980115 h 1785178"/>
                <a:gd name="connsiteX1098" fmla="*/ 859372 w 1791974"/>
                <a:gd name="connsiteY1098" fmla="*/ 979866 h 1785178"/>
                <a:gd name="connsiteX1099" fmla="*/ 756817 w 1791974"/>
                <a:gd name="connsiteY1099" fmla="*/ 858656 h 1785178"/>
                <a:gd name="connsiteX1100" fmla="*/ 829486 w 1791974"/>
                <a:gd name="connsiteY1100" fmla="*/ 858656 h 1785178"/>
                <a:gd name="connsiteX1101" fmla="*/ 829486 w 1791974"/>
                <a:gd name="connsiteY1101" fmla="*/ 878078 h 1785178"/>
                <a:gd name="connsiteX1102" fmla="*/ 783316 w 1791974"/>
                <a:gd name="connsiteY1102" fmla="*/ 878078 h 1785178"/>
                <a:gd name="connsiteX1103" fmla="*/ 798657 w 1791974"/>
                <a:gd name="connsiteY1103" fmla="*/ 908854 h 1785178"/>
                <a:gd name="connsiteX1104" fmla="*/ 880838 w 1791974"/>
                <a:gd name="connsiteY1104" fmla="*/ 908854 h 1785178"/>
                <a:gd name="connsiteX1105" fmla="*/ 880838 w 1791974"/>
                <a:gd name="connsiteY1105" fmla="*/ 925487 h 1785178"/>
                <a:gd name="connsiteX1106" fmla="*/ 812702 w 1791974"/>
                <a:gd name="connsiteY1106" fmla="*/ 925487 h 1785178"/>
                <a:gd name="connsiteX1107" fmla="*/ 880989 w 1791974"/>
                <a:gd name="connsiteY1107" fmla="*/ 959598 h 1785178"/>
                <a:gd name="connsiteX1108" fmla="*/ 880989 w 1791974"/>
                <a:gd name="connsiteY1108" fmla="*/ 1020453 h 1785178"/>
                <a:gd name="connsiteX1109" fmla="*/ 880989 w 1791974"/>
                <a:gd name="connsiteY1109" fmla="*/ 1020453 h 1785178"/>
                <a:gd name="connsiteX1110" fmla="*/ 917000 w 1791974"/>
                <a:gd name="connsiteY1110" fmla="*/ 1020453 h 1785178"/>
                <a:gd name="connsiteX1111" fmla="*/ 917000 w 1791974"/>
                <a:gd name="connsiteY1111" fmla="*/ 1020453 h 1785178"/>
                <a:gd name="connsiteX1112" fmla="*/ 917000 w 1791974"/>
                <a:gd name="connsiteY1112" fmla="*/ 959002 h 1785178"/>
                <a:gd name="connsiteX1113" fmla="*/ 983144 w 1791974"/>
                <a:gd name="connsiteY1113" fmla="*/ 925188 h 1785178"/>
                <a:gd name="connsiteX1114" fmla="*/ 917297 w 1791974"/>
                <a:gd name="connsiteY1114" fmla="*/ 925188 h 1785178"/>
                <a:gd name="connsiteX1115" fmla="*/ 917297 w 1791974"/>
                <a:gd name="connsiteY1115" fmla="*/ 908555 h 1785178"/>
                <a:gd name="connsiteX1116" fmla="*/ 999530 w 1791974"/>
                <a:gd name="connsiteY1116" fmla="*/ 908555 h 1785178"/>
                <a:gd name="connsiteX1117" fmla="*/ 1014821 w 1791974"/>
                <a:gd name="connsiteY1117" fmla="*/ 877779 h 1785178"/>
                <a:gd name="connsiteX1118" fmla="*/ 968699 w 1791974"/>
                <a:gd name="connsiteY1118" fmla="*/ 877779 h 1785178"/>
                <a:gd name="connsiteX1119" fmla="*/ 968699 w 1791974"/>
                <a:gd name="connsiteY1119" fmla="*/ 858407 h 1785178"/>
                <a:gd name="connsiteX1120" fmla="*/ 1041318 w 1791974"/>
                <a:gd name="connsiteY1120" fmla="*/ 858407 h 1785178"/>
                <a:gd name="connsiteX1121" fmla="*/ 938815 w 1791974"/>
                <a:gd name="connsiteY1121" fmla="*/ 979568 h 1785178"/>
                <a:gd name="connsiteX1122" fmla="*/ 938815 w 1791974"/>
                <a:gd name="connsiteY1122" fmla="*/ 979568 h 1785178"/>
                <a:gd name="connsiteX1123" fmla="*/ 931792 w 1791974"/>
                <a:gd name="connsiteY1123" fmla="*/ 981410 h 1785178"/>
                <a:gd name="connsiteX1124" fmla="*/ 931792 w 1791974"/>
                <a:gd name="connsiteY1124" fmla="*/ 1017812 h 1785178"/>
                <a:gd name="connsiteX1125" fmla="*/ 938815 w 1791974"/>
                <a:gd name="connsiteY1125" fmla="*/ 1016368 h 1785178"/>
                <a:gd name="connsiteX1126" fmla="*/ 938815 w 1791974"/>
                <a:gd name="connsiteY1126" fmla="*/ 1016368 h 1785178"/>
                <a:gd name="connsiteX1127" fmla="*/ 939263 w 1791974"/>
                <a:gd name="connsiteY1127" fmla="*/ 1016368 h 1785178"/>
                <a:gd name="connsiteX1128" fmla="*/ 940856 w 1791974"/>
                <a:gd name="connsiteY1128" fmla="*/ 1015971 h 1785178"/>
                <a:gd name="connsiteX1129" fmla="*/ 943148 w 1791974"/>
                <a:gd name="connsiteY1129" fmla="*/ 1015473 h 1785178"/>
                <a:gd name="connsiteX1130" fmla="*/ 945140 w 1791974"/>
                <a:gd name="connsiteY1130" fmla="*/ 1014925 h 1785178"/>
                <a:gd name="connsiteX1131" fmla="*/ 947082 w 1791974"/>
                <a:gd name="connsiteY1131" fmla="*/ 1014376 h 1785178"/>
                <a:gd name="connsiteX1132" fmla="*/ 949225 w 1791974"/>
                <a:gd name="connsiteY1132" fmla="*/ 1013780 h 1785178"/>
                <a:gd name="connsiteX1133" fmla="*/ 950868 w 1791974"/>
                <a:gd name="connsiteY1133" fmla="*/ 1013282 h 1785178"/>
                <a:gd name="connsiteX1134" fmla="*/ 953160 w 1791974"/>
                <a:gd name="connsiteY1134" fmla="*/ 1012585 h 1785178"/>
                <a:gd name="connsiteX1135" fmla="*/ 954654 w 1791974"/>
                <a:gd name="connsiteY1135" fmla="*/ 1012135 h 1785178"/>
                <a:gd name="connsiteX1136" fmla="*/ 963869 w 1791974"/>
                <a:gd name="connsiteY1136" fmla="*/ 1008850 h 1785178"/>
                <a:gd name="connsiteX1137" fmla="*/ 964216 w 1791974"/>
                <a:gd name="connsiteY1137" fmla="*/ 1008850 h 1785178"/>
                <a:gd name="connsiteX1138" fmla="*/ 966807 w 1791974"/>
                <a:gd name="connsiteY1138" fmla="*/ 1007804 h 1785178"/>
                <a:gd name="connsiteX1139" fmla="*/ 967952 w 1791974"/>
                <a:gd name="connsiteY1139" fmla="*/ 1007356 h 1785178"/>
                <a:gd name="connsiteX1140" fmla="*/ 970591 w 1791974"/>
                <a:gd name="connsiteY1140" fmla="*/ 1006210 h 1785178"/>
                <a:gd name="connsiteX1141" fmla="*/ 971489 w 1791974"/>
                <a:gd name="connsiteY1141" fmla="*/ 1005812 h 1785178"/>
                <a:gd name="connsiteX1142" fmla="*/ 974078 w 1791974"/>
                <a:gd name="connsiteY1142" fmla="*/ 1004665 h 1785178"/>
                <a:gd name="connsiteX1143" fmla="*/ 975124 w 1791974"/>
                <a:gd name="connsiteY1143" fmla="*/ 1004167 h 1785178"/>
                <a:gd name="connsiteX1144" fmla="*/ 977765 w 1791974"/>
                <a:gd name="connsiteY1144" fmla="*/ 1002874 h 1785178"/>
                <a:gd name="connsiteX1145" fmla="*/ 978362 w 1791974"/>
                <a:gd name="connsiteY1145" fmla="*/ 1002575 h 1785178"/>
                <a:gd name="connsiteX1146" fmla="*/ 981202 w 1791974"/>
                <a:gd name="connsiteY1146" fmla="*/ 1001181 h 1785178"/>
                <a:gd name="connsiteX1147" fmla="*/ 981700 w 1791974"/>
                <a:gd name="connsiteY1147" fmla="*/ 1000932 h 1785178"/>
                <a:gd name="connsiteX1148" fmla="*/ 990316 w 1791974"/>
                <a:gd name="connsiteY1148" fmla="*/ 995952 h 1785178"/>
                <a:gd name="connsiteX1149" fmla="*/ 991212 w 1791974"/>
                <a:gd name="connsiteY1149" fmla="*/ 995404 h 1785178"/>
                <a:gd name="connsiteX1150" fmla="*/ 993304 w 1791974"/>
                <a:gd name="connsiteY1150" fmla="*/ 994159 h 1785178"/>
                <a:gd name="connsiteX1151" fmla="*/ 994748 w 1791974"/>
                <a:gd name="connsiteY1151" fmla="*/ 993262 h 1785178"/>
                <a:gd name="connsiteX1152" fmla="*/ 996691 w 1791974"/>
                <a:gd name="connsiteY1152" fmla="*/ 991968 h 1785178"/>
                <a:gd name="connsiteX1153" fmla="*/ 997886 w 1791974"/>
                <a:gd name="connsiteY1153" fmla="*/ 991221 h 1785178"/>
                <a:gd name="connsiteX1154" fmla="*/ 1000079 w 1791974"/>
                <a:gd name="connsiteY1154" fmla="*/ 989727 h 1785178"/>
                <a:gd name="connsiteX1155" fmla="*/ 1001123 w 1791974"/>
                <a:gd name="connsiteY1155" fmla="*/ 989031 h 1785178"/>
                <a:gd name="connsiteX1156" fmla="*/ 1003266 w 1791974"/>
                <a:gd name="connsiteY1156" fmla="*/ 987486 h 1785178"/>
                <a:gd name="connsiteX1157" fmla="*/ 1004112 w 1791974"/>
                <a:gd name="connsiteY1157" fmla="*/ 986888 h 1785178"/>
                <a:gd name="connsiteX1158" fmla="*/ 1011734 w 1791974"/>
                <a:gd name="connsiteY1158" fmla="*/ 981063 h 1785178"/>
                <a:gd name="connsiteX1159" fmla="*/ 1012330 w 1791974"/>
                <a:gd name="connsiteY1159" fmla="*/ 980564 h 1785178"/>
                <a:gd name="connsiteX1160" fmla="*/ 1014471 w 1791974"/>
                <a:gd name="connsiteY1160" fmla="*/ 978771 h 1785178"/>
                <a:gd name="connsiteX1161" fmla="*/ 1015419 w 1791974"/>
                <a:gd name="connsiteY1161" fmla="*/ 977974 h 1785178"/>
                <a:gd name="connsiteX1162" fmla="*/ 1017261 w 1791974"/>
                <a:gd name="connsiteY1162" fmla="*/ 976382 h 1785178"/>
                <a:gd name="connsiteX1163" fmla="*/ 1018456 w 1791974"/>
                <a:gd name="connsiteY1163" fmla="*/ 975335 h 1785178"/>
                <a:gd name="connsiteX1164" fmla="*/ 1020300 w 1791974"/>
                <a:gd name="connsiteY1164" fmla="*/ 973643 h 1785178"/>
                <a:gd name="connsiteX1165" fmla="*/ 1021246 w 1791974"/>
                <a:gd name="connsiteY1165" fmla="*/ 972795 h 1785178"/>
                <a:gd name="connsiteX1166" fmla="*/ 1023188 w 1791974"/>
                <a:gd name="connsiteY1166" fmla="*/ 970952 h 1785178"/>
                <a:gd name="connsiteX1167" fmla="*/ 1023786 w 1791974"/>
                <a:gd name="connsiteY1167" fmla="*/ 970355 h 1785178"/>
                <a:gd name="connsiteX1168" fmla="*/ 1030460 w 1791974"/>
                <a:gd name="connsiteY1168" fmla="*/ 963484 h 1785178"/>
                <a:gd name="connsiteX1169" fmla="*/ 1031157 w 1791974"/>
                <a:gd name="connsiteY1169" fmla="*/ 962785 h 1785178"/>
                <a:gd name="connsiteX1170" fmla="*/ 1032702 w 1791974"/>
                <a:gd name="connsiteY1170" fmla="*/ 961042 h 1785178"/>
                <a:gd name="connsiteX1171" fmla="*/ 1033947 w 1791974"/>
                <a:gd name="connsiteY1171" fmla="*/ 959648 h 1785178"/>
                <a:gd name="connsiteX1172" fmla="*/ 1035192 w 1791974"/>
                <a:gd name="connsiteY1172" fmla="*/ 958205 h 1785178"/>
                <a:gd name="connsiteX1173" fmla="*/ 1036538 w 1791974"/>
                <a:gd name="connsiteY1173" fmla="*/ 956610 h 1785178"/>
                <a:gd name="connsiteX1174" fmla="*/ 1037683 w 1791974"/>
                <a:gd name="connsiteY1174" fmla="*/ 955166 h 1785178"/>
                <a:gd name="connsiteX1175" fmla="*/ 1039275 w 1791974"/>
                <a:gd name="connsiteY1175" fmla="*/ 953225 h 1785178"/>
                <a:gd name="connsiteX1176" fmla="*/ 1040223 w 1791974"/>
                <a:gd name="connsiteY1176" fmla="*/ 952030 h 1785178"/>
                <a:gd name="connsiteX1177" fmla="*/ 1041816 w 1791974"/>
                <a:gd name="connsiteY1177" fmla="*/ 949988 h 1785178"/>
                <a:gd name="connsiteX1178" fmla="*/ 1042664 w 1791974"/>
                <a:gd name="connsiteY1178" fmla="*/ 948843 h 1785178"/>
                <a:gd name="connsiteX1179" fmla="*/ 1044754 w 1791974"/>
                <a:gd name="connsiteY1179" fmla="*/ 946004 h 1785178"/>
                <a:gd name="connsiteX1180" fmla="*/ 1045502 w 1791974"/>
                <a:gd name="connsiteY1180" fmla="*/ 944957 h 1785178"/>
                <a:gd name="connsiteX1181" fmla="*/ 1047295 w 1791974"/>
                <a:gd name="connsiteY1181" fmla="*/ 942319 h 1785178"/>
                <a:gd name="connsiteX1182" fmla="*/ 1048143 w 1791974"/>
                <a:gd name="connsiteY1182" fmla="*/ 941074 h 1785178"/>
                <a:gd name="connsiteX1183" fmla="*/ 1049587 w 1791974"/>
                <a:gd name="connsiteY1183" fmla="*/ 938883 h 1785178"/>
                <a:gd name="connsiteX1184" fmla="*/ 1050334 w 1791974"/>
                <a:gd name="connsiteY1184" fmla="*/ 937688 h 1785178"/>
                <a:gd name="connsiteX1185" fmla="*/ 1051778 w 1791974"/>
                <a:gd name="connsiteY1185" fmla="*/ 935397 h 1785178"/>
                <a:gd name="connsiteX1186" fmla="*/ 1052575 w 1791974"/>
                <a:gd name="connsiteY1186" fmla="*/ 934152 h 1785178"/>
                <a:gd name="connsiteX1187" fmla="*/ 1054019 w 1791974"/>
                <a:gd name="connsiteY1187" fmla="*/ 931662 h 1785178"/>
                <a:gd name="connsiteX1188" fmla="*/ 1054517 w 1791974"/>
                <a:gd name="connsiteY1188" fmla="*/ 930764 h 1785178"/>
                <a:gd name="connsiteX1189" fmla="*/ 1056112 w 1791974"/>
                <a:gd name="connsiteY1189" fmla="*/ 927977 h 1785178"/>
                <a:gd name="connsiteX1190" fmla="*/ 1056560 w 1791974"/>
                <a:gd name="connsiteY1190" fmla="*/ 927079 h 1785178"/>
                <a:gd name="connsiteX1191" fmla="*/ 1060346 w 1791974"/>
                <a:gd name="connsiteY1191" fmla="*/ 919760 h 1785178"/>
                <a:gd name="connsiteX1192" fmla="*/ 1060643 w 1791974"/>
                <a:gd name="connsiteY1192" fmla="*/ 919063 h 1785178"/>
                <a:gd name="connsiteX1193" fmla="*/ 1062137 w 1791974"/>
                <a:gd name="connsiteY1193" fmla="*/ 915876 h 1785178"/>
                <a:gd name="connsiteX1194" fmla="*/ 1062487 w 1791974"/>
                <a:gd name="connsiteY1194" fmla="*/ 915178 h 1785178"/>
                <a:gd name="connsiteX1195" fmla="*/ 1063732 w 1791974"/>
                <a:gd name="connsiteY1195" fmla="*/ 912240 h 1785178"/>
                <a:gd name="connsiteX1196" fmla="*/ 1064230 w 1791974"/>
                <a:gd name="connsiteY1196" fmla="*/ 911095 h 1785178"/>
                <a:gd name="connsiteX1197" fmla="*/ 1065475 w 1791974"/>
                <a:gd name="connsiteY1197" fmla="*/ 908107 h 1785178"/>
                <a:gd name="connsiteX1198" fmla="*/ 1065775 w 1791974"/>
                <a:gd name="connsiteY1198" fmla="*/ 907360 h 1785178"/>
                <a:gd name="connsiteX1199" fmla="*/ 1067118 w 1791974"/>
                <a:gd name="connsiteY1199" fmla="*/ 903824 h 1785178"/>
                <a:gd name="connsiteX1200" fmla="*/ 1067118 w 1791974"/>
                <a:gd name="connsiteY1200" fmla="*/ 903476 h 1785178"/>
                <a:gd name="connsiteX1201" fmla="*/ 1072099 w 1791974"/>
                <a:gd name="connsiteY1201" fmla="*/ 886992 h 1785178"/>
                <a:gd name="connsiteX1202" fmla="*/ 1072099 w 1791974"/>
                <a:gd name="connsiteY1202" fmla="*/ 886494 h 1785178"/>
                <a:gd name="connsiteX1203" fmla="*/ 1072995 w 1791974"/>
                <a:gd name="connsiteY1203" fmla="*/ 882759 h 1785178"/>
                <a:gd name="connsiteX1204" fmla="*/ 1072995 w 1791974"/>
                <a:gd name="connsiteY1204" fmla="*/ 882261 h 1785178"/>
                <a:gd name="connsiteX1205" fmla="*/ 1073843 w 1791974"/>
                <a:gd name="connsiteY1205" fmla="*/ 878277 h 1785178"/>
                <a:gd name="connsiteX1206" fmla="*/ 1073843 w 1791974"/>
                <a:gd name="connsiteY1206" fmla="*/ 878277 h 1785178"/>
                <a:gd name="connsiteX1207" fmla="*/ 1076582 w 1791974"/>
                <a:gd name="connsiteY1207" fmla="*/ 860600 h 1785178"/>
                <a:gd name="connsiteX1208" fmla="*/ 1076582 w 1791974"/>
                <a:gd name="connsiteY1208" fmla="*/ 860600 h 1785178"/>
                <a:gd name="connsiteX1209" fmla="*/ 1077478 w 1791974"/>
                <a:gd name="connsiteY1209" fmla="*/ 842323 h 1785178"/>
                <a:gd name="connsiteX1210" fmla="*/ 1076980 w 1791974"/>
                <a:gd name="connsiteY1210" fmla="*/ 828479 h 1785178"/>
                <a:gd name="connsiteX1211" fmla="*/ 968550 w 1791974"/>
                <a:gd name="connsiteY1211" fmla="*/ 828479 h 1785178"/>
                <a:gd name="connsiteX1212" fmla="*/ 968550 w 1791974"/>
                <a:gd name="connsiteY1212" fmla="*/ 808111 h 1785178"/>
                <a:gd name="connsiteX1213" fmla="*/ 1074640 w 1791974"/>
                <a:gd name="connsiteY1213" fmla="*/ 808111 h 1785178"/>
                <a:gd name="connsiteX1214" fmla="*/ 1066122 w 1791974"/>
                <a:gd name="connsiteY1214" fmla="*/ 778233 h 1785178"/>
                <a:gd name="connsiteX1215" fmla="*/ 938665 w 1791974"/>
                <a:gd name="connsiteY1215" fmla="*/ 778233 h 1785178"/>
                <a:gd name="connsiteX1216" fmla="*/ 938665 w 1791974"/>
                <a:gd name="connsiteY1216" fmla="*/ 828429 h 1785178"/>
                <a:gd name="connsiteX1217" fmla="*/ 917297 w 1791974"/>
                <a:gd name="connsiteY1217" fmla="*/ 828429 h 1785178"/>
                <a:gd name="connsiteX1218" fmla="*/ 917297 w 1791974"/>
                <a:gd name="connsiteY1218" fmla="*/ 757216 h 1785178"/>
                <a:gd name="connsiteX1219" fmla="*/ 1056759 w 1791974"/>
                <a:gd name="connsiteY1219" fmla="*/ 757216 h 1785178"/>
                <a:gd name="connsiteX1220" fmla="*/ 939014 w 1791974"/>
                <a:gd name="connsiteY1220" fmla="*/ 667829 h 1785178"/>
                <a:gd name="connsiteX1221" fmla="*/ 939014 w 1791974"/>
                <a:gd name="connsiteY1221" fmla="*/ 667829 h 1785178"/>
                <a:gd name="connsiteX1222" fmla="*/ 931991 w 1791974"/>
                <a:gd name="connsiteY1222" fmla="*/ 666385 h 1785178"/>
                <a:gd name="connsiteX1223" fmla="*/ 931991 w 1791974"/>
                <a:gd name="connsiteY1223" fmla="*/ 703037 h 1785178"/>
                <a:gd name="connsiteX1224" fmla="*/ 939014 w 1791974"/>
                <a:gd name="connsiteY1224" fmla="*/ 704830 h 1785178"/>
                <a:gd name="connsiteX1225" fmla="*/ 939014 w 1791974"/>
                <a:gd name="connsiteY1225" fmla="*/ 704830 h 1785178"/>
                <a:gd name="connsiteX1226" fmla="*/ 984339 w 1791974"/>
                <a:gd name="connsiteY1226" fmla="*/ 727190 h 1785178"/>
                <a:gd name="connsiteX1227" fmla="*/ 917297 w 1791974"/>
                <a:gd name="connsiteY1227" fmla="*/ 727190 h 1785178"/>
                <a:gd name="connsiteX1228" fmla="*/ 917297 w 1791974"/>
                <a:gd name="connsiteY1228" fmla="*/ 664343 h 1785178"/>
                <a:gd name="connsiteX1229" fmla="*/ 899217 w 1791974"/>
                <a:gd name="connsiteY1229" fmla="*/ 663447 h 1785178"/>
                <a:gd name="connsiteX1230" fmla="*/ 893391 w 1791974"/>
                <a:gd name="connsiteY1230" fmla="*/ 858407 h 1785178"/>
                <a:gd name="connsiteX1231" fmla="*/ 859671 w 1791974"/>
                <a:gd name="connsiteY1231" fmla="*/ 858407 h 1785178"/>
                <a:gd name="connsiteX1232" fmla="*/ 859671 w 1791974"/>
                <a:gd name="connsiteY1232" fmla="*/ 877829 h 1785178"/>
                <a:gd name="connsiteX1233" fmla="*/ 938665 w 1791974"/>
                <a:gd name="connsiteY1233" fmla="*/ 877829 h 1785178"/>
                <a:gd name="connsiteX1234" fmla="*/ 938665 w 1791974"/>
                <a:gd name="connsiteY1234" fmla="*/ 858458 h 1785178"/>
                <a:gd name="connsiteX1235" fmla="*/ 893391 w 1791974"/>
                <a:gd name="connsiteY1235" fmla="*/ 858458 h 1785178"/>
                <a:gd name="connsiteX1236" fmla="*/ 1042166 w 1791974"/>
                <a:gd name="connsiteY1236" fmla="*/ 466393 h 1785178"/>
                <a:gd name="connsiteX1237" fmla="*/ 637827 w 1791974"/>
                <a:gd name="connsiteY1237" fmla="*/ 650947 h 1785178"/>
                <a:gd name="connsiteX1238" fmla="*/ 676578 w 1791974"/>
                <a:gd name="connsiteY1238" fmla="*/ 802633 h 1785178"/>
                <a:gd name="connsiteX1239" fmla="*/ 642212 w 1791974"/>
                <a:gd name="connsiteY1239" fmla="*/ 945855 h 1785178"/>
                <a:gd name="connsiteX1240" fmla="*/ 635686 w 1791974"/>
                <a:gd name="connsiteY1240" fmla="*/ 953026 h 1785178"/>
                <a:gd name="connsiteX1241" fmla="*/ 458671 w 1791974"/>
                <a:gd name="connsiteY1241" fmla="*/ 981161 h 1785178"/>
                <a:gd name="connsiteX1242" fmla="*/ 458671 w 1791974"/>
                <a:gd name="connsiteY1242" fmla="*/ 981161 h 1785178"/>
                <a:gd name="connsiteX1243" fmla="*/ 422959 w 1791974"/>
                <a:gd name="connsiteY1243" fmla="*/ 981161 h 1785178"/>
                <a:gd name="connsiteX1244" fmla="*/ 528102 w 1791974"/>
                <a:gd name="connsiteY1244" fmla="*/ 1089274 h 1785178"/>
                <a:gd name="connsiteX1245" fmla="*/ 1067219 w 1791974"/>
                <a:gd name="connsiteY1245" fmla="*/ 1089274 h 1785178"/>
                <a:gd name="connsiteX1246" fmla="*/ 1042314 w 1791974"/>
                <a:gd name="connsiteY1246" fmla="*/ 466345 h 1785178"/>
                <a:gd name="connsiteX1247" fmla="*/ 1196918 w 1791974"/>
                <a:gd name="connsiteY1247" fmla="*/ 1089324 h 1785178"/>
                <a:gd name="connsiteX1248" fmla="*/ 1242640 w 1791974"/>
                <a:gd name="connsiteY1248" fmla="*/ 960295 h 1785178"/>
                <a:gd name="connsiteX1249" fmla="*/ 1192832 w 1791974"/>
                <a:gd name="connsiteY1249" fmla="*/ 970255 h 1785178"/>
                <a:gd name="connsiteX1250" fmla="*/ 1177892 w 1791974"/>
                <a:gd name="connsiteY1250" fmla="*/ 1011838 h 1785178"/>
                <a:gd name="connsiteX1251" fmla="*/ 1170270 w 1791974"/>
                <a:gd name="connsiteY1251" fmla="*/ 973643 h 1785178"/>
                <a:gd name="connsiteX1252" fmla="*/ 1127137 w 1791974"/>
                <a:gd name="connsiteY1252" fmla="*/ 978323 h 1785178"/>
                <a:gd name="connsiteX1253" fmla="*/ 1087888 w 1791974"/>
                <a:gd name="connsiteY1253" fmla="*/ 1089573 h 1785178"/>
                <a:gd name="connsiteX1254" fmla="*/ 1135554 w 1791974"/>
                <a:gd name="connsiteY1254" fmla="*/ 1089573 h 1785178"/>
                <a:gd name="connsiteX1255" fmla="*/ 1147906 w 1791974"/>
                <a:gd name="connsiteY1255" fmla="*/ 1055510 h 1785178"/>
                <a:gd name="connsiteX1256" fmla="*/ 1154481 w 1791974"/>
                <a:gd name="connsiteY1256" fmla="*/ 1089573 h 1785178"/>
                <a:gd name="connsiteX1257" fmla="*/ 1388627 w 1791974"/>
                <a:gd name="connsiteY1257" fmla="*/ 911792 h 1785178"/>
                <a:gd name="connsiteX1258" fmla="*/ 1330800 w 1791974"/>
                <a:gd name="connsiteY1258" fmla="*/ 934748 h 1785178"/>
                <a:gd name="connsiteX1259" fmla="*/ 1306195 w 1791974"/>
                <a:gd name="connsiteY1259" fmla="*/ 1004467 h 1785178"/>
                <a:gd name="connsiteX1260" fmla="*/ 1300816 w 1791974"/>
                <a:gd name="connsiteY1260" fmla="*/ 1007754 h 1785178"/>
                <a:gd name="connsiteX1261" fmla="*/ 1296632 w 1791974"/>
                <a:gd name="connsiteY1261" fmla="*/ 1007754 h 1785178"/>
                <a:gd name="connsiteX1262" fmla="*/ 1290505 w 1791974"/>
                <a:gd name="connsiteY1262" fmla="*/ 1001428 h 1785178"/>
                <a:gd name="connsiteX1263" fmla="*/ 1311774 w 1791974"/>
                <a:gd name="connsiteY1263" fmla="*/ 941124 h 1785178"/>
                <a:gd name="connsiteX1264" fmla="*/ 1259874 w 1791974"/>
                <a:gd name="connsiteY1264" fmla="*/ 956062 h 1785178"/>
                <a:gd name="connsiteX1265" fmla="*/ 1212706 w 1791974"/>
                <a:gd name="connsiteY1265" fmla="*/ 1089274 h 1785178"/>
                <a:gd name="connsiteX1266" fmla="*/ 1293395 w 1791974"/>
                <a:gd name="connsiteY1266" fmla="*/ 1089274 h 1785178"/>
                <a:gd name="connsiteX1267" fmla="*/ 1327064 w 1791974"/>
                <a:gd name="connsiteY1267" fmla="*/ 1072691 h 1785178"/>
                <a:gd name="connsiteX1268" fmla="*/ 1388627 w 1791974"/>
                <a:gd name="connsiteY1268" fmla="*/ 911742 h 1785178"/>
                <a:gd name="connsiteX1269" fmla="*/ 1012730 w 1791974"/>
                <a:gd name="connsiteY1269" fmla="*/ 1238919 h 1785178"/>
                <a:gd name="connsiteX1270" fmla="*/ 1037283 w 1791974"/>
                <a:gd name="connsiteY1270" fmla="*/ 1265561 h 1785178"/>
                <a:gd name="connsiteX1271" fmla="*/ 1061043 w 1791974"/>
                <a:gd name="connsiteY1271" fmla="*/ 1238919 h 1785178"/>
                <a:gd name="connsiteX1272" fmla="*/ 1055016 w 1791974"/>
                <a:gd name="connsiteY1272" fmla="*/ 1218650 h 1785178"/>
                <a:gd name="connsiteX1273" fmla="*/ 1037283 w 1791974"/>
                <a:gd name="connsiteY1273" fmla="*/ 1211579 h 1785178"/>
                <a:gd name="connsiteX1274" fmla="*/ 1012730 w 1791974"/>
                <a:gd name="connsiteY1274" fmla="*/ 1238919 h 1785178"/>
                <a:gd name="connsiteX1275" fmla="*/ 1040870 w 1791974"/>
                <a:gd name="connsiteY1275" fmla="*/ 1202017 h 1785178"/>
                <a:gd name="connsiteX1276" fmla="*/ 1018358 w 1791974"/>
                <a:gd name="connsiteY1276" fmla="*/ 1207346 h 1785178"/>
                <a:gd name="connsiteX1277" fmla="*/ 1010139 w 1791974"/>
                <a:gd name="connsiteY1277" fmla="*/ 1216311 h 1785178"/>
                <a:gd name="connsiteX1278" fmla="*/ 1015668 w 1791974"/>
                <a:gd name="connsiteY1278" fmla="*/ 1189370 h 1785178"/>
                <a:gd name="connsiteX1279" fmla="*/ 1036538 w 1791974"/>
                <a:gd name="connsiteY1279" fmla="*/ 1177069 h 1785178"/>
                <a:gd name="connsiteX1280" fmla="*/ 1049685 w 1791974"/>
                <a:gd name="connsiteY1280" fmla="*/ 1179310 h 1785178"/>
                <a:gd name="connsiteX1281" fmla="*/ 1056759 w 1791974"/>
                <a:gd name="connsiteY1281" fmla="*/ 1184788 h 1785178"/>
                <a:gd name="connsiteX1282" fmla="*/ 1059498 w 1791974"/>
                <a:gd name="connsiteY1282" fmla="*/ 1190912 h 1785178"/>
                <a:gd name="connsiteX1283" fmla="*/ 1060097 w 1791974"/>
                <a:gd name="connsiteY1283" fmla="*/ 1194200 h 1785178"/>
                <a:gd name="connsiteX1284" fmla="*/ 1072897 w 1791974"/>
                <a:gd name="connsiteY1284" fmla="*/ 1194200 h 1785178"/>
                <a:gd name="connsiteX1285" fmla="*/ 1070756 w 1791974"/>
                <a:gd name="connsiteY1285" fmla="*/ 1184240 h 1785178"/>
                <a:gd name="connsiteX1286" fmla="*/ 1060346 w 1791974"/>
                <a:gd name="connsiteY1286" fmla="*/ 1172936 h 1785178"/>
                <a:gd name="connsiteX1287" fmla="*/ 1036287 w 1791974"/>
                <a:gd name="connsiteY1287" fmla="*/ 1167508 h 1785178"/>
                <a:gd name="connsiteX1288" fmla="*/ 1012630 w 1791974"/>
                <a:gd name="connsiteY1288" fmla="*/ 1175227 h 1785178"/>
                <a:gd name="connsiteX1289" fmla="*/ 1000079 w 1791974"/>
                <a:gd name="connsiteY1289" fmla="*/ 1194099 h 1785178"/>
                <a:gd name="connsiteX1290" fmla="*/ 996044 w 1791974"/>
                <a:gd name="connsiteY1290" fmla="*/ 1219646 h 1785178"/>
                <a:gd name="connsiteX1291" fmla="*/ 998982 w 1791974"/>
                <a:gd name="connsiteY1291" fmla="*/ 1247683 h 1785178"/>
                <a:gd name="connsiteX1292" fmla="*/ 1010786 w 1791974"/>
                <a:gd name="connsiteY1292" fmla="*/ 1267603 h 1785178"/>
                <a:gd name="connsiteX1293" fmla="*/ 1036538 w 1791974"/>
                <a:gd name="connsiteY1293" fmla="*/ 1275420 h 1785178"/>
                <a:gd name="connsiteX1294" fmla="*/ 1055413 w 1791974"/>
                <a:gd name="connsiteY1294" fmla="*/ 1271886 h 1785178"/>
                <a:gd name="connsiteX1295" fmla="*/ 1069012 w 1791974"/>
                <a:gd name="connsiteY1295" fmla="*/ 1260482 h 1785178"/>
                <a:gd name="connsiteX1296" fmla="*/ 1074391 w 1791974"/>
                <a:gd name="connsiteY1296" fmla="*/ 1239964 h 1785178"/>
                <a:gd name="connsiteX1297" fmla="*/ 1065775 w 1791974"/>
                <a:gd name="connsiteY1297" fmla="*/ 1211977 h 1785178"/>
                <a:gd name="connsiteX1298" fmla="*/ 1040870 w 1791974"/>
                <a:gd name="connsiteY1298" fmla="*/ 1202017 h 1785178"/>
                <a:gd name="connsiteX1299" fmla="*/ 932887 w 1791974"/>
                <a:gd name="connsiteY1299" fmla="*/ 1178213 h 1785178"/>
                <a:gd name="connsiteX1300" fmla="*/ 911770 w 1791974"/>
                <a:gd name="connsiteY1300" fmla="*/ 1190266 h 1785178"/>
                <a:gd name="connsiteX1301" fmla="*/ 906341 w 1791974"/>
                <a:gd name="connsiteY1301" fmla="*/ 1220941 h 1785178"/>
                <a:gd name="connsiteX1302" fmla="*/ 911868 w 1791974"/>
                <a:gd name="connsiteY1302" fmla="*/ 1252115 h 1785178"/>
                <a:gd name="connsiteX1303" fmla="*/ 932887 w 1791974"/>
                <a:gd name="connsiteY1303" fmla="*/ 1264514 h 1785178"/>
                <a:gd name="connsiteX1304" fmla="*/ 959535 w 1791974"/>
                <a:gd name="connsiteY1304" fmla="*/ 1220941 h 1785178"/>
                <a:gd name="connsiteX1305" fmla="*/ 953957 w 1791974"/>
                <a:gd name="connsiteY1305" fmla="*/ 1190465 h 1785178"/>
                <a:gd name="connsiteX1306" fmla="*/ 932887 w 1791974"/>
                <a:gd name="connsiteY1306" fmla="*/ 1178364 h 1785178"/>
                <a:gd name="connsiteX1307" fmla="*/ 974327 w 1791974"/>
                <a:gd name="connsiteY1307" fmla="*/ 1220793 h 1785178"/>
                <a:gd name="connsiteX1308" fmla="*/ 970792 w 1791974"/>
                <a:gd name="connsiteY1308" fmla="*/ 1194250 h 1785178"/>
                <a:gd name="connsiteX1309" fmla="*/ 916940 w 1791974"/>
                <a:gd name="connsiteY1309" fmla="*/ 1170251 h 1785178"/>
                <a:gd name="connsiteX1310" fmla="*/ 907884 w 1791974"/>
                <a:gd name="connsiteY1310" fmla="*/ 1175077 h 1785178"/>
                <a:gd name="connsiteX1311" fmla="*/ 894983 w 1791974"/>
                <a:gd name="connsiteY1311" fmla="*/ 1194597 h 1785178"/>
                <a:gd name="connsiteX1312" fmla="*/ 891298 w 1791974"/>
                <a:gd name="connsiteY1312" fmla="*/ 1221240 h 1785178"/>
                <a:gd name="connsiteX1313" fmla="*/ 932937 w 1791974"/>
                <a:gd name="connsiteY1313" fmla="*/ 1275073 h 1785178"/>
                <a:gd name="connsiteX1314" fmla="*/ 957841 w 1791974"/>
                <a:gd name="connsiteY1314" fmla="*/ 1267404 h 1785178"/>
                <a:gd name="connsiteX1315" fmla="*/ 970742 w 1791974"/>
                <a:gd name="connsiteY1315" fmla="*/ 1247484 h 1785178"/>
                <a:gd name="connsiteX1316" fmla="*/ 974377 w 1791974"/>
                <a:gd name="connsiteY1316" fmla="*/ 1220543 h 1785178"/>
                <a:gd name="connsiteX1317" fmla="*/ 853095 w 1791974"/>
                <a:gd name="connsiteY1317" fmla="*/ 1203611 h 1785178"/>
                <a:gd name="connsiteX1318" fmla="*/ 828641 w 1791974"/>
                <a:gd name="connsiteY1318" fmla="*/ 1177018 h 1785178"/>
                <a:gd name="connsiteX1319" fmla="*/ 804584 w 1791974"/>
                <a:gd name="connsiteY1319" fmla="*/ 1203611 h 1785178"/>
                <a:gd name="connsiteX1320" fmla="*/ 810760 w 1791974"/>
                <a:gd name="connsiteY1320" fmla="*/ 1223879 h 1785178"/>
                <a:gd name="connsiteX1321" fmla="*/ 828641 w 1791974"/>
                <a:gd name="connsiteY1321" fmla="*/ 1230901 h 1785178"/>
                <a:gd name="connsiteX1322" fmla="*/ 846821 w 1791974"/>
                <a:gd name="connsiteY1322" fmla="*/ 1223831 h 1785178"/>
                <a:gd name="connsiteX1323" fmla="*/ 853095 w 1791974"/>
                <a:gd name="connsiteY1323" fmla="*/ 1203511 h 1785178"/>
                <a:gd name="connsiteX1324" fmla="*/ 824805 w 1791974"/>
                <a:gd name="connsiteY1324" fmla="*/ 1240562 h 1785178"/>
                <a:gd name="connsiteX1325" fmla="*/ 847319 w 1791974"/>
                <a:gd name="connsiteY1325" fmla="*/ 1235184 h 1785178"/>
                <a:gd name="connsiteX1326" fmla="*/ 855487 w 1791974"/>
                <a:gd name="connsiteY1326" fmla="*/ 1226270 h 1785178"/>
                <a:gd name="connsiteX1327" fmla="*/ 855986 w 1791974"/>
                <a:gd name="connsiteY1327" fmla="*/ 1230753 h 1785178"/>
                <a:gd name="connsiteX1328" fmla="*/ 850059 w 1791974"/>
                <a:gd name="connsiteY1328" fmla="*/ 1253958 h 1785178"/>
                <a:gd name="connsiteX1329" fmla="*/ 829089 w 1791974"/>
                <a:gd name="connsiteY1329" fmla="*/ 1265510 h 1785178"/>
                <a:gd name="connsiteX1330" fmla="*/ 816289 w 1791974"/>
                <a:gd name="connsiteY1330" fmla="*/ 1263221 h 1785178"/>
                <a:gd name="connsiteX1331" fmla="*/ 809215 w 1791974"/>
                <a:gd name="connsiteY1331" fmla="*/ 1257942 h 1785178"/>
                <a:gd name="connsiteX1332" fmla="*/ 806425 w 1791974"/>
                <a:gd name="connsiteY1332" fmla="*/ 1251865 h 1785178"/>
                <a:gd name="connsiteX1333" fmla="*/ 805728 w 1791974"/>
                <a:gd name="connsiteY1333" fmla="*/ 1248379 h 1785178"/>
                <a:gd name="connsiteX1334" fmla="*/ 792778 w 1791974"/>
                <a:gd name="connsiteY1334" fmla="*/ 1248379 h 1785178"/>
                <a:gd name="connsiteX1335" fmla="*/ 799802 w 1791974"/>
                <a:gd name="connsiteY1335" fmla="*/ 1265809 h 1785178"/>
                <a:gd name="connsiteX1336" fmla="*/ 829237 w 1791974"/>
                <a:gd name="connsiteY1336" fmla="*/ 1275073 h 1785178"/>
                <a:gd name="connsiteX1337" fmla="*/ 859920 w 1791974"/>
                <a:gd name="connsiteY1337" fmla="*/ 1259834 h 1785178"/>
                <a:gd name="connsiteX1338" fmla="*/ 869432 w 1791974"/>
                <a:gd name="connsiteY1338" fmla="*/ 1222933 h 1785178"/>
                <a:gd name="connsiteX1339" fmla="*/ 866245 w 1791974"/>
                <a:gd name="connsiteY1339" fmla="*/ 1194099 h 1785178"/>
                <a:gd name="connsiteX1340" fmla="*/ 854142 w 1791974"/>
                <a:gd name="connsiteY1340" fmla="*/ 1174629 h 1785178"/>
                <a:gd name="connsiteX1341" fmla="*/ 828988 w 1791974"/>
                <a:gd name="connsiteY1341" fmla="*/ 1167259 h 1785178"/>
                <a:gd name="connsiteX1342" fmla="*/ 810161 w 1791974"/>
                <a:gd name="connsiteY1342" fmla="*/ 1170793 h 1785178"/>
                <a:gd name="connsiteX1343" fmla="*/ 796564 w 1791974"/>
                <a:gd name="connsiteY1343" fmla="*/ 1182197 h 1785178"/>
                <a:gd name="connsiteX1344" fmla="*/ 791085 w 1791974"/>
                <a:gd name="connsiteY1344" fmla="*/ 1202716 h 1785178"/>
                <a:gd name="connsiteX1345" fmla="*/ 794821 w 1791974"/>
                <a:gd name="connsiteY1345" fmla="*/ 1222983 h 1785178"/>
                <a:gd name="connsiteX1346" fmla="*/ 806176 w 1791974"/>
                <a:gd name="connsiteY1346" fmla="*/ 1235980 h 1785178"/>
                <a:gd name="connsiteX1347" fmla="*/ 824706 w 1791974"/>
                <a:gd name="connsiteY1347" fmla="*/ 1240562 h 1785178"/>
                <a:gd name="connsiteX1348" fmla="*/ 737393 w 1791974"/>
                <a:gd name="connsiteY1348" fmla="*/ 1274575 h 1785178"/>
                <a:gd name="connsiteX1349" fmla="*/ 737393 w 1791974"/>
                <a:gd name="connsiteY1349" fmla="*/ 1168006 h 1785178"/>
                <a:gd name="connsiteX1350" fmla="*/ 724991 w 1791974"/>
                <a:gd name="connsiteY1350" fmla="*/ 1168006 h 1785178"/>
                <a:gd name="connsiteX1351" fmla="*/ 701483 w 1791974"/>
                <a:gd name="connsiteY1351" fmla="*/ 1186083 h 1785178"/>
                <a:gd name="connsiteX1352" fmla="*/ 701483 w 1791974"/>
                <a:gd name="connsiteY1352" fmla="*/ 1200374 h 1785178"/>
                <a:gd name="connsiteX1353" fmla="*/ 724793 w 1791974"/>
                <a:gd name="connsiteY1353" fmla="*/ 1181302 h 1785178"/>
                <a:gd name="connsiteX1354" fmla="*/ 724793 w 1791974"/>
                <a:gd name="connsiteY1354" fmla="*/ 1274376 h 1785178"/>
                <a:gd name="connsiteX1355" fmla="*/ 896877 w 1791974"/>
                <a:gd name="connsiteY1355" fmla="*/ 877 h 1785178"/>
                <a:gd name="connsiteX1356" fmla="*/ 840 w 1791974"/>
                <a:gd name="connsiteY1356" fmla="*/ 893466 h 1785178"/>
                <a:gd name="connsiteX1357" fmla="*/ 896877 w 1791974"/>
                <a:gd name="connsiteY1357" fmla="*/ 1786056 h 1785178"/>
                <a:gd name="connsiteX1358" fmla="*/ 1792815 w 1791974"/>
                <a:gd name="connsiteY1358" fmla="*/ 893466 h 1785178"/>
                <a:gd name="connsiteX1359" fmla="*/ 896877 w 1791974"/>
                <a:gd name="connsiteY1359" fmla="*/ 877 h 1785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</a:cxnLst>
              <a:rect l="l" t="t" r="r" b="b"/>
              <a:pathLst>
                <a:path w="1791974" h="1785178">
                  <a:moveTo>
                    <a:pt x="896827" y="326111"/>
                  </a:moveTo>
                  <a:cubicBezTo>
                    <a:pt x="1210226" y="326000"/>
                    <a:pt x="1464373" y="579925"/>
                    <a:pt x="1464483" y="893267"/>
                  </a:cubicBezTo>
                  <a:cubicBezTo>
                    <a:pt x="1464592" y="1206610"/>
                    <a:pt x="1210625" y="1460711"/>
                    <a:pt x="897225" y="1460822"/>
                  </a:cubicBezTo>
                  <a:cubicBezTo>
                    <a:pt x="583826" y="1460930"/>
                    <a:pt x="329679" y="1207007"/>
                    <a:pt x="329568" y="893665"/>
                  </a:cubicBezTo>
                  <a:cubicBezTo>
                    <a:pt x="329568" y="893601"/>
                    <a:pt x="329568" y="893531"/>
                    <a:pt x="329568" y="893466"/>
                  </a:cubicBezTo>
                  <a:cubicBezTo>
                    <a:pt x="329761" y="580283"/>
                    <a:pt x="583587" y="326414"/>
                    <a:pt x="896827" y="326111"/>
                  </a:cubicBezTo>
                  <a:close/>
                  <a:moveTo>
                    <a:pt x="896827" y="40815"/>
                  </a:moveTo>
                  <a:cubicBezTo>
                    <a:pt x="425837" y="40843"/>
                    <a:pt x="44045" y="422611"/>
                    <a:pt x="44073" y="893516"/>
                  </a:cubicBezTo>
                  <a:cubicBezTo>
                    <a:pt x="44100" y="1364422"/>
                    <a:pt x="425935" y="1746147"/>
                    <a:pt x="896926" y="1746117"/>
                  </a:cubicBezTo>
                  <a:cubicBezTo>
                    <a:pt x="1367896" y="1746087"/>
                    <a:pt x="1749681" y="1364352"/>
                    <a:pt x="1749681" y="893466"/>
                  </a:cubicBezTo>
                  <a:cubicBezTo>
                    <a:pt x="1749681" y="422525"/>
                    <a:pt x="1367852" y="40743"/>
                    <a:pt x="896827" y="40716"/>
                  </a:cubicBezTo>
                  <a:close/>
                  <a:moveTo>
                    <a:pt x="896827" y="21344"/>
                  </a:moveTo>
                  <a:cubicBezTo>
                    <a:pt x="415082" y="21344"/>
                    <a:pt x="24548" y="411807"/>
                    <a:pt x="24548" y="893466"/>
                  </a:cubicBezTo>
                  <a:cubicBezTo>
                    <a:pt x="24548" y="1375127"/>
                    <a:pt x="415082" y="1765587"/>
                    <a:pt x="896827" y="1765587"/>
                  </a:cubicBezTo>
                  <a:cubicBezTo>
                    <a:pt x="1378514" y="1765587"/>
                    <a:pt x="1769007" y="1375318"/>
                    <a:pt x="1769007" y="893466"/>
                  </a:cubicBezTo>
                  <a:cubicBezTo>
                    <a:pt x="1769007" y="411615"/>
                    <a:pt x="1378514" y="21344"/>
                    <a:pt x="896827" y="21344"/>
                  </a:cubicBezTo>
                  <a:close/>
                  <a:moveTo>
                    <a:pt x="429185" y="518782"/>
                  </a:moveTo>
                  <a:cubicBezTo>
                    <a:pt x="429633" y="514249"/>
                    <a:pt x="432770" y="501502"/>
                    <a:pt x="428486" y="498861"/>
                  </a:cubicBezTo>
                  <a:cubicBezTo>
                    <a:pt x="426046" y="497219"/>
                    <a:pt x="413545" y="506631"/>
                    <a:pt x="411802" y="510665"/>
                  </a:cubicBezTo>
                  <a:lnTo>
                    <a:pt x="408215" y="518085"/>
                  </a:lnTo>
                  <a:cubicBezTo>
                    <a:pt x="405576" y="523065"/>
                    <a:pt x="403234" y="521918"/>
                    <a:pt x="400446" y="528593"/>
                  </a:cubicBezTo>
                  <a:cubicBezTo>
                    <a:pt x="398807" y="532581"/>
                    <a:pt x="396755" y="536386"/>
                    <a:pt x="394318" y="539947"/>
                  </a:cubicBezTo>
                  <a:lnTo>
                    <a:pt x="377634" y="562654"/>
                  </a:lnTo>
                  <a:lnTo>
                    <a:pt x="372304" y="571120"/>
                  </a:lnTo>
                  <a:lnTo>
                    <a:pt x="371258" y="572614"/>
                  </a:lnTo>
                  <a:lnTo>
                    <a:pt x="369763" y="580233"/>
                  </a:lnTo>
                  <a:lnTo>
                    <a:pt x="371308" y="582424"/>
                  </a:lnTo>
                  <a:lnTo>
                    <a:pt x="372752" y="583470"/>
                  </a:lnTo>
                  <a:cubicBezTo>
                    <a:pt x="376887" y="586259"/>
                    <a:pt x="391730" y="581279"/>
                    <a:pt x="393473" y="578739"/>
                  </a:cubicBezTo>
                  <a:lnTo>
                    <a:pt x="393921" y="577992"/>
                  </a:lnTo>
                  <a:cubicBezTo>
                    <a:pt x="395813" y="575253"/>
                    <a:pt x="392874" y="574755"/>
                    <a:pt x="394718" y="571967"/>
                  </a:cubicBezTo>
                  <a:lnTo>
                    <a:pt x="395762" y="570423"/>
                  </a:lnTo>
                  <a:cubicBezTo>
                    <a:pt x="398552" y="566240"/>
                    <a:pt x="404381" y="555234"/>
                    <a:pt x="406124" y="553343"/>
                  </a:cubicBezTo>
                  <a:lnTo>
                    <a:pt x="415686" y="542238"/>
                  </a:lnTo>
                  <a:lnTo>
                    <a:pt x="416733" y="540792"/>
                  </a:lnTo>
                  <a:lnTo>
                    <a:pt x="417231" y="536760"/>
                  </a:lnTo>
                  <a:lnTo>
                    <a:pt x="418277" y="535216"/>
                  </a:lnTo>
                  <a:lnTo>
                    <a:pt x="428237" y="520276"/>
                  </a:lnTo>
                  <a:lnTo>
                    <a:pt x="429185" y="518782"/>
                  </a:lnTo>
                  <a:close/>
                  <a:moveTo>
                    <a:pt x="379378" y="516093"/>
                  </a:moveTo>
                  <a:lnTo>
                    <a:pt x="378430" y="514300"/>
                  </a:lnTo>
                  <a:lnTo>
                    <a:pt x="372304" y="513502"/>
                  </a:lnTo>
                  <a:lnTo>
                    <a:pt x="371308" y="515097"/>
                  </a:lnTo>
                  <a:lnTo>
                    <a:pt x="365829" y="521221"/>
                  </a:lnTo>
                  <a:lnTo>
                    <a:pt x="363987" y="524360"/>
                  </a:lnTo>
                  <a:lnTo>
                    <a:pt x="362941" y="525902"/>
                  </a:lnTo>
                  <a:cubicBezTo>
                    <a:pt x="363186" y="528537"/>
                    <a:pt x="362555" y="531181"/>
                    <a:pt x="361147" y="533422"/>
                  </a:cubicBezTo>
                  <a:cubicBezTo>
                    <a:pt x="358108" y="532278"/>
                    <a:pt x="357610" y="533422"/>
                    <a:pt x="354871" y="531380"/>
                  </a:cubicBezTo>
                  <a:lnTo>
                    <a:pt x="347351" y="526400"/>
                  </a:lnTo>
                  <a:cubicBezTo>
                    <a:pt x="348944" y="524360"/>
                    <a:pt x="349344" y="523364"/>
                    <a:pt x="351585" y="524906"/>
                  </a:cubicBezTo>
                  <a:lnTo>
                    <a:pt x="353127" y="525902"/>
                  </a:lnTo>
                  <a:lnTo>
                    <a:pt x="354622" y="526948"/>
                  </a:lnTo>
                  <a:lnTo>
                    <a:pt x="357411" y="527497"/>
                  </a:lnTo>
                  <a:lnTo>
                    <a:pt x="361446" y="521621"/>
                  </a:lnTo>
                  <a:lnTo>
                    <a:pt x="359653" y="519430"/>
                  </a:lnTo>
                  <a:lnTo>
                    <a:pt x="360699" y="517886"/>
                  </a:lnTo>
                  <a:lnTo>
                    <a:pt x="361746" y="516342"/>
                  </a:lnTo>
                  <a:lnTo>
                    <a:pt x="362742" y="514848"/>
                  </a:lnTo>
                  <a:lnTo>
                    <a:pt x="361695" y="502596"/>
                  </a:lnTo>
                  <a:lnTo>
                    <a:pt x="357761" y="499460"/>
                  </a:lnTo>
                  <a:cubicBezTo>
                    <a:pt x="355021" y="497618"/>
                    <a:pt x="354523" y="498564"/>
                    <a:pt x="351434" y="497418"/>
                  </a:cubicBezTo>
                  <a:lnTo>
                    <a:pt x="348396" y="501950"/>
                  </a:lnTo>
                  <a:cubicBezTo>
                    <a:pt x="347964" y="506089"/>
                    <a:pt x="346765" y="510107"/>
                    <a:pt x="344861" y="513802"/>
                  </a:cubicBezTo>
                  <a:lnTo>
                    <a:pt x="343814" y="515296"/>
                  </a:lnTo>
                  <a:lnTo>
                    <a:pt x="342818" y="516790"/>
                  </a:lnTo>
                  <a:lnTo>
                    <a:pt x="342320" y="520824"/>
                  </a:lnTo>
                  <a:lnTo>
                    <a:pt x="341274" y="522368"/>
                  </a:lnTo>
                  <a:cubicBezTo>
                    <a:pt x="340028" y="524209"/>
                    <a:pt x="339331" y="524111"/>
                    <a:pt x="337488" y="523065"/>
                  </a:cubicBezTo>
                  <a:lnTo>
                    <a:pt x="324588" y="515245"/>
                  </a:lnTo>
                  <a:lnTo>
                    <a:pt x="321699" y="513004"/>
                  </a:lnTo>
                  <a:lnTo>
                    <a:pt x="325236" y="507727"/>
                  </a:lnTo>
                  <a:cubicBezTo>
                    <a:pt x="326951" y="505729"/>
                    <a:pt x="329121" y="504177"/>
                    <a:pt x="331561" y="503195"/>
                  </a:cubicBezTo>
                  <a:lnTo>
                    <a:pt x="340677" y="489650"/>
                  </a:lnTo>
                  <a:cubicBezTo>
                    <a:pt x="343216" y="488255"/>
                    <a:pt x="343814" y="487010"/>
                    <a:pt x="347002" y="488405"/>
                  </a:cubicBezTo>
                  <a:lnTo>
                    <a:pt x="368669" y="498363"/>
                  </a:lnTo>
                  <a:cubicBezTo>
                    <a:pt x="370012" y="499012"/>
                    <a:pt x="373350" y="503743"/>
                    <a:pt x="376686" y="505984"/>
                  </a:cubicBezTo>
                  <a:lnTo>
                    <a:pt x="381219" y="509022"/>
                  </a:lnTo>
                  <a:cubicBezTo>
                    <a:pt x="382663" y="510016"/>
                    <a:pt x="382663" y="509669"/>
                    <a:pt x="383959" y="509769"/>
                  </a:cubicBezTo>
                  <a:lnTo>
                    <a:pt x="388044" y="509769"/>
                  </a:lnTo>
                  <a:lnTo>
                    <a:pt x="390036" y="507030"/>
                  </a:lnTo>
                  <a:cubicBezTo>
                    <a:pt x="395015" y="500008"/>
                    <a:pt x="390036" y="487110"/>
                    <a:pt x="382515" y="482130"/>
                  </a:cubicBezTo>
                  <a:lnTo>
                    <a:pt x="374993" y="477150"/>
                  </a:lnTo>
                  <a:cubicBezTo>
                    <a:pt x="370860" y="474361"/>
                    <a:pt x="371806" y="472819"/>
                    <a:pt x="367723" y="470080"/>
                  </a:cubicBezTo>
                  <a:lnTo>
                    <a:pt x="360898" y="465497"/>
                  </a:lnTo>
                  <a:lnTo>
                    <a:pt x="359404" y="464501"/>
                  </a:lnTo>
                  <a:lnTo>
                    <a:pt x="355369" y="464054"/>
                  </a:lnTo>
                  <a:lnTo>
                    <a:pt x="353875" y="462957"/>
                  </a:lnTo>
                  <a:lnTo>
                    <a:pt x="347251" y="459871"/>
                  </a:lnTo>
                  <a:lnTo>
                    <a:pt x="343266" y="462459"/>
                  </a:lnTo>
                  <a:lnTo>
                    <a:pt x="342270" y="463953"/>
                  </a:lnTo>
                  <a:cubicBezTo>
                    <a:pt x="339779" y="467638"/>
                    <a:pt x="335696" y="469831"/>
                    <a:pt x="332657" y="475010"/>
                  </a:cubicBezTo>
                  <a:lnTo>
                    <a:pt x="323493" y="490745"/>
                  </a:lnTo>
                  <a:lnTo>
                    <a:pt x="317715" y="498912"/>
                  </a:lnTo>
                  <a:lnTo>
                    <a:pt x="316718" y="500406"/>
                  </a:lnTo>
                  <a:lnTo>
                    <a:pt x="315971" y="506432"/>
                  </a:lnTo>
                  <a:lnTo>
                    <a:pt x="314925" y="507976"/>
                  </a:lnTo>
                  <a:cubicBezTo>
                    <a:pt x="313883" y="509510"/>
                    <a:pt x="312585" y="510860"/>
                    <a:pt x="311091" y="511960"/>
                  </a:cubicBezTo>
                  <a:lnTo>
                    <a:pt x="310044" y="516940"/>
                  </a:lnTo>
                  <a:lnTo>
                    <a:pt x="311639" y="517984"/>
                  </a:lnTo>
                  <a:lnTo>
                    <a:pt x="313881" y="519478"/>
                  </a:lnTo>
                  <a:lnTo>
                    <a:pt x="315375" y="520525"/>
                  </a:lnTo>
                  <a:lnTo>
                    <a:pt x="318512" y="527099"/>
                  </a:lnTo>
                  <a:lnTo>
                    <a:pt x="320155" y="528095"/>
                  </a:lnTo>
                  <a:lnTo>
                    <a:pt x="338685" y="544379"/>
                  </a:lnTo>
                  <a:lnTo>
                    <a:pt x="347301" y="549359"/>
                  </a:lnTo>
                  <a:cubicBezTo>
                    <a:pt x="352282" y="552694"/>
                    <a:pt x="353726" y="550553"/>
                    <a:pt x="358657" y="553642"/>
                  </a:cubicBezTo>
                  <a:cubicBezTo>
                    <a:pt x="361147" y="552646"/>
                    <a:pt x="363638" y="553242"/>
                    <a:pt x="365979" y="550903"/>
                  </a:cubicBezTo>
                  <a:lnTo>
                    <a:pt x="370958" y="545375"/>
                  </a:lnTo>
                  <a:cubicBezTo>
                    <a:pt x="370958" y="542935"/>
                    <a:pt x="369713" y="540694"/>
                    <a:pt x="370958" y="538800"/>
                  </a:cubicBezTo>
                  <a:lnTo>
                    <a:pt x="373997" y="534318"/>
                  </a:lnTo>
                  <a:cubicBezTo>
                    <a:pt x="378978" y="527049"/>
                    <a:pt x="376686" y="522169"/>
                    <a:pt x="377833" y="520426"/>
                  </a:cubicBezTo>
                  <a:lnTo>
                    <a:pt x="378331" y="519679"/>
                  </a:lnTo>
                  <a:cubicBezTo>
                    <a:pt x="379191" y="518374"/>
                    <a:pt x="379799" y="516924"/>
                    <a:pt x="380125" y="515396"/>
                  </a:cubicBezTo>
                  <a:close/>
                  <a:moveTo>
                    <a:pt x="293459" y="513802"/>
                  </a:moveTo>
                  <a:cubicBezTo>
                    <a:pt x="295351" y="518384"/>
                    <a:pt x="295600" y="523412"/>
                    <a:pt x="297992" y="529290"/>
                  </a:cubicBezTo>
                  <a:cubicBezTo>
                    <a:pt x="299685" y="533422"/>
                    <a:pt x="303370" y="541441"/>
                    <a:pt x="300432" y="545822"/>
                  </a:cubicBezTo>
                  <a:cubicBezTo>
                    <a:pt x="297494" y="550204"/>
                    <a:pt x="288377" y="549507"/>
                    <a:pt x="284045" y="549009"/>
                  </a:cubicBezTo>
                  <a:lnTo>
                    <a:pt x="282501" y="548013"/>
                  </a:lnTo>
                  <a:lnTo>
                    <a:pt x="278765" y="545523"/>
                  </a:lnTo>
                  <a:lnTo>
                    <a:pt x="277371" y="544429"/>
                  </a:lnTo>
                  <a:lnTo>
                    <a:pt x="269799" y="533123"/>
                  </a:lnTo>
                  <a:lnTo>
                    <a:pt x="264071" y="530236"/>
                  </a:lnTo>
                  <a:lnTo>
                    <a:pt x="255606" y="524906"/>
                  </a:lnTo>
                  <a:lnTo>
                    <a:pt x="231798" y="506581"/>
                  </a:lnTo>
                  <a:lnTo>
                    <a:pt x="215011" y="495277"/>
                  </a:lnTo>
                  <a:lnTo>
                    <a:pt x="213469" y="494430"/>
                  </a:lnTo>
                  <a:lnTo>
                    <a:pt x="207990" y="492737"/>
                  </a:lnTo>
                  <a:lnTo>
                    <a:pt x="209532" y="490496"/>
                  </a:lnTo>
                  <a:cubicBezTo>
                    <a:pt x="212571" y="485966"/>
                    <a:pt x="213816" y="485815"/>
                    <a:pt x="217851" y="486215"/>
                  </a:cubicBezTo>
                  <a:lnTo>
                    <a:pt x="219345" y="487259"/>
                  </a:lnTo>
                  <a:lnTo>
                    <a:pt x="220093" y="487757"/>
                  </a:lnTo>
                  <a:cubicBezTo>
                    <a:pt x="221802" y="488924"/>
                    <a:pt x="224132" y="488504"/>
                    <a:pt x="225323" y="486811"/>
                  </a:cubicBezTo>
                  <a:lnTo>
                    <a:pt x="231748" y="473664"/>
                  </a:lnTo>
                  <a:lnTo>
                    <a:pt x="232694" y="472170"/>
                  </a:lnTo>
                  <a:lnTo>
                    <a:pt x="233491" y="469381"/>
                  </a:lnTo>
                  <a:lnTo>
                    <a:pt x="227315" y="465248"/>
                  </a:lnTo>
                  <a:lnTo>
                    <a:pt x="221139" y="476403"/>
                  </a:lnTo>
                  <a:cubicBezTo>
                    <a:pt x="219494" y="479441"/>
                    <a:pt x="212173" y="482528"/>
                    <a:pt x="209532" y="483923"/>
                  </a:cubicBezTo>
                  <a:lnTo>
                    <a:pt x="208536" y="485468"/>
                  </a:lnTo>
                  <a:lnTo>
                    <a:pt x="207640" y="487110"/>
                  </a:lnTo>
                  <a:lnTo>
                    <a:pt x="202212" y="493235"/>
                  </a:lnTo>
                  <a:cubicBezTo>
                    <a:pt x="198675" y="491891"/>
                    <a:pt x="196882" y="492986"/>
                    <a:pt x="193894" y="490944"/>
                  </a:cubicBezTo>
                  <a:lnTo>
                    <a:pt x="189560" y="487956"/>
                  </a:lnTo>
                  <a:lnTo>
                    <a:pt x="190108" y="485118"/>
                  </a:lnTo>
                  <a:lnTo>
                    <a:pt x="191054" y="483574"/>
                  </a:lnTo>
                  <a:lnTo>
                    <a:pt x="195438" y="475606"/>
                  </a:lnTo>
                  <a:lnTo>
                    <a:pt x="203557" y="463505"/>
                  </a:lnTo>
                  <a:cubicBezTo>
                    <a:pt x="205827" y="459228"/>
                    <a:pt x="207120" y="454499"/>
                    <a:pt x="207341" y="449662"/>
                  </a:cubicBezTo>
                  <a:lnTo>
                    <a:pt x="208387" y="448168"/>
                  </a:lnTo>
                  <a:lnTo>
                    <a:pt x="213368" y="440597"/>
                  </a:lnTo>
                  <a:lnTo>
                    <a:pt x="214415" y="439105"/>
                  </a:lnTo>
                  <a:cubicBezTo>
                    <a:pt x="217992" y="436760"/>
                    <a:pt x="222424" y="436121"/>
                    <a:pt x="226518" y="437362"/>
                  </a:cubicBezTo>
                  <a:lnTo>
                    <a:pt x="228012" y="438406"/>
                  </a:lnTo>
                  <a:lnTo>
                    <a:pt x="236678" y="445031"/>
                  </a:lnTo>
                  <a:lnTo>
                    <a:pt x="249878" y="453047"/>
                  </a:lnTo>
                  <a:lnTo>
                    <a:pt x="255206" y="456583"/>
                  </a:lnTo>
                  <a:lnTo>
                    <a:pt x="256700" y="457630"/>
                  </a:lnTo>
                  <a:cubicBezTo>
                    <a:pt x="258805" y="461156"/>
                    <a:pt x="261368" y="464387"/>
                    <a:pt x="264322" y="467240"/>
                  </a:cubicBezTo>
                  <a:cubicBezTo>
                    <a:pt x="266811" y="470228"/>
                    <a:pt x="266214" y="473365"/>
                    <a:pt x="268506" y="477548"/>
                  </a:cubicBezTo>
                  <a:lnTo>
                    <a:pt x="270747" y="479092"/>
                  </a:lnTo>
                  <a:cubicBezTo>
                    <a:pt x="272268" y="482564"/>
                    <a:pt x="272515" y="486462"/>
                    <a:pt x="271444" y="490098"/>
                  </a:cubicBezTo>
                  <a:cubicBezTo>
                    <a:pt x="270747" y="492389"/>
                    <a:pt x="268257" y="502348"/>
                    <a:pt x="268157" y="502498"/>
                  </a:cubicBezTo>
                  <a:cubicBezTo>
                    <a:pt x="265268" y="506781"/>
                    <a:pt x="263774" y="505785"/>
                    <a:pt x="260038" y="511312"/>
                  </a:cubicBezTo>
                  <a:lnTo>
                    <a:pt x="279064" y="523762"/>
                  </a:lnTo>
                  <a:cubicBezTo>
                    <a:pt x="282651" y="518135"/>
                    <a:pt x="279064" y="513802"/>
                    <a:pt x="282451" y="507876"/>
                  </a:cubicBezTo>
                  <a:lnTo>
                    <a:pt x="287681" y="507876"/>
                  </a:lnTo>
                  <a:lnTo>
                    <a:pt x="293459" y="513802"/>
                  </a:lnTo>
                  <a:close/>
                  <a:moveTo>
                    <a:pt x="244897" y="486811"/>
                  </a:moveTo>
                  <a:cubicBezTo>
                    <a:pt x="244873" y="484241"/>
                    <a:pt x="245774" y="481751"/>
                    <a:pt x="247437" y="479789"/>
                  </a:cubicBezTo>
                  <a:lnTo>
                    <a:pt x="252716" y="483325"/>
                  </a:lnTo>
                  <a:cubicBezTo>
                    <a:pt x="256451" y="485815"/>
                    <a:pt x="251820" y="496074"/>
                    <a:pt x="249430" y="499659"/>
                  </a:cubicBezTo>
                  <a:cubicBezTo>
                    <a:pt x="248787" y="500436"/>
                    <a:pt x="248500" y="501448"/>
                    <a:pt x="248632" y="502448"/>
                  </a:cubicBezTo>
                  <a:lnTo>
                    <a:pt x="243652" y="500106"/>
                  </a:lnTo>
                  <a:lnTo>
                    <a:pt x="238920" y="493883"/>
                  </a:lnTo>
                  <a:cubicBezTo>
                    <a:pt x="241410" y="492438"/>
                    <a:pt x="239418" y="494879"/>
                    <a:pt x="241360" y="491990"/>
                  </a:cubicBezTo>
                  <a:lnTo>
                    <a:pt x="243901" y="488205"/>
                  </a:lnTo>
                  <a:lnTo>
                    <a:pt x="244897" y="486711"/>
                  </a:lnTo>
                  <a:close/>
                  <a:moveTo>
                    <a:pt x="259840" y="412512"/>
                  </a:moveTo>
                  <a:lnTo>
                    <a:pt x="261382" y="410271"/>
                  </a:lnTo>
                  <a:lnTo>
                    <a:pt x="270398" y="416346"/>
                  </a:lnTo>
                  <a:cubicBezTo>
                    <a:pt x="274451" y="419277"/>
                    <a:pt x="278086" y="422745"/>
                    <a:pt x="281205" y="426655"/>
                  </a:cubicBezTo>
                  <a:cubicBezTo>
                    <a:pt x="287681" y="433726"/>
                    <a:pt x="284294" y="430639"/>
                    <a:pt x="283198" y="438059"/>
                  </a:cubicBezTo>
                  <a:lnTo>
                    <a:pt x="279462" y="435519"/>
                  </a:lnTo>
                  <a:cubicBezTo>
                    <a:pt x="275527" y="432880"/>
                    <a:pt x="276076" y="431087"/>
                    <a:pt x="272939" y="428944"/>
                  </a:cubicBezTo>
                  <a:cubicBezTo>
                    <a:pt x="271942" y="428298"/>
                    <a:pt x="268305" y="427551"/>
                    <a:pt x="266612" y="426904"/>
                  </a:cubicBezTo>
                  <a:lnTo>
                    <a:pt x="261631" y="428995"/>
                  </a:lnTo>
                  <a:lnTo>
                    <a:pt x="260685" y="430687"/>
                  </a:lnTo>
                  <a:cubicBezTo>
                    <a:pt x="259241" y="432880"/>
                    <a:pt x="260685" y="434473"/>
                    <a:pt x="259440" y="437461"/>
                  </a:cubicBezTo>
                  <a:lnTo>
                    <a:pt x="269799" y="444581"/>
                  </a:lnTo>
                  <a:cubicBezTo>
                    <a:pt x="271294" y="445577"/>
                    <a:pt x="272041" y="450806"/>
                    <a:pt x="273535" y="453646"/>
                  </a:cubicBezTo>
                  <a:lnTo>
                    <a:pt x="275029" y="454642"/>
                  </a:lnTo>
                  <a:lnTo>
                    <a:pt x="278068" y="456684"/>
                  </a:lnTo>
                  <a:cubicBezTo>
                    <a:pt x="279605" y="457724"/>
                    <a:pt x="280966" y="459001"/>
                    <a:pt x="282103" y="460467"/>
                  </a:cubicBezTo>
                  <a:cubicBezTo>
                    <a:pt x="286636" y="460965"/>
                    <a:pt x="284395" y="461365"/>
                    <a:pt x="288377" y="459222"/>
                  </a:cubicBezTo>
                  <a:lnTo>
                    <a:pt x="289922" y="456981"/>
                  </a:lnTo>
                  <a:lnTo>
                    <a:pt x="294903" y="446075"/>
                  </a:lnTo>
                  <a:cubicBezTo>
                    <a:pt x="302872" y="452401"/>
                    <a:pt x="301876" y="459174"/>
                    <a:pt x="304118" y="465349"/>
                  </a:cubicBezTo>
                  <a:lnTo>
                    <a:pt x="311041" y="471275"/>
                  </a:lnTo>
                  <a:cubicBezTo>
                    <a:pt x="312023" y="471389"/>
                    <a:pt x="312991" y="471606"/>
                    <a:pt x="313929" y="471921"/>
                  </a:cubicBezTo>
                  <a:lnTo>
                    <a:pt x="315971" y="468883"/>
                  </a:lnTo>
                  <a:cubicBezTo>
                    <a:pt x="318462" y="465100"/>
                    <a:pt x="316917" y="456782"/>
                    <a:pt x="319060" y="451256"/>
                  </a:cubicBezTo>
                  <a:cubicBezTo>
                    <a:pt x="323493" y="452949"/>
                    <a:pt x="334849" y="454393"/>
                    <a:pt x="337938" y="450806"/>
                  </a:cubicBezTo>
                  <a:lnTo>
                    <a:pt x="350838" y="435418"/>
                  </a:lnTo>
                  <a:lnTo>
                    <a:pt x="353079" y="431434"/>
                  </a:lnTo>
                  <a:cubicBezTo>
                    <a:pt x="357711" y="424563"/>
                    <a:pt x="355469" y="414105"/>
                    <a:pt x="353079" y="408528"/>
                  </a:cubicBezTo>
                  <a:cubicBezTo>
                    <a:pt x="345807" y="407482"/>
                    <a:pt x="347002" y="406934"/>
                    <a:pt x="340227" y="409723"/>
                  </a:cubicBezTo>
                  <a:lnTo>
                    <a:pt x="338733" y="408727"/>
                  </a:lnTo>
                  <a:cubicBezTo>
                    <a:pt x="336592" y="407283"/>
                    <a:pt x="332408" y="406685"/>
                    <a:pt x="331412" y="408229"/>
                  </a:cubicBezTo>
                  <a:cubicBezTo>
                    <a:pt x="329568" y="410918"/>
                    <a:pt x="336741" y="416446"/>
                    <a:pt x="335895" y="424364"/>
                  </a:cubicBezTo>
                  <a:lnTo>
                    <a:pt x="334899" y="425858"/>
                  </a:lnTo>
                  <a:lnTo>
                    <a:pt x="331961" y="431585"/>
                  </a:lnTo>
                  <a:lnTo>
                    <a:pt x="328124" y="435519"/>
                  </a:lnTo>
                  <a:cubicBezTo>
                    <a:pt x="321352" y="433278"/>
                    <a:pt x="318512" y="435519"/>
                    <a:pt x="309398" y="429543"/>
                  </a:cubicBezTo>
                  <a:lnTo>
                    <a:pt x="308651" y="429045"/>
                  </a:lnTo>
                  <a:cubicBezTo>
                    <a:pt x="304764" y="426456"/>
                    <a:pt x="308651" y="411964"/>
                    <a:pt x="310990" y="407631"/>
                  </a:cubicBezTo>
                  <a:cubicBezTo>
                    <a:pt x="308052" y="405291"/>
                    <a:pt x="309795" y="405739"/>
                    <a:pt x="306957" y="403847"/>
                  </a:cubicBezTo>
                  <a:cubicBezTo>
                    <a:pt x="302822" y="401058"/>
                    <a:pt x="292015" y="404245"/>
                    <a:pt x="287034" y="402502"/>
                  </a:cubicBezTo>
                  <a:lnTo>
                    <a:pt x="285489" y="404793"/>
                  </a:lnTo>
                  <a:lnTo>
                    <a:pt x="292463" y="412163"/>
                  </a:lnTo>
                  <a:lnTo>
                    <a:pt x="291766" y="413358"/>
                  </a:lnTo>
                  <a:lnTo>
                    <a:pt x="288777" y="411366"/>
                  </a:lnTo>
                  <a:lnTo>
                    <a:pt x="277122" y="401008"/>
                  </a:lnTo>
                  <a:lnTo>
                    <a:pt x="275429" y="400211"/>
                  </a:lnTo>
                  <a:cubicBezTo>
                    <a:pt x="273459" y="400297"/>
                    <a:pt x="271513" y="399775"/>
                    <a:pt x="269850" y="398717"/>
                  </a:cubicBezTo>
                  <a:cubicBezTo>
                    <a:pt x="268257" y="397572"/>
                    <a:pt x="270896" y="392293"/>
                    <a:pt x="272191" y="390401"/>
                  </a:cubicBezTo>
                  <a:cubicBezTo>
                    <a:pt x="273487" y="388510"/>
                    <a:pt x="272939" y="382134"/>
                    <a:pt x="270946" y="380791"/>
                  </a:cubicBezTo>
                  <a:cubicBezTo>
                    <a:pt x="268508" y="379389"/>
                    <a:pt x="265871" y="378365"/>
                    <a:pt x="263125" y="377752"/>
                  </a:cubicBezTo>
                  <a:lnTo>
                    <a:pt x="255654" y="386915"/>
                  </a:lnTo>
                  <a:lnTo>
                    <a:pt x="247785" y="396875"/>
                  </a:lnTo>
                  <a:cubicBezTo>
                    <a:pt x="247237" y="397922"/>
                    <a:pt x="248582" y="401108"/>
                    <a:pt x="248980" y="401855"/>
                  </a:cubicBezTo>
                  <a:lnTo>
                    <a:pt x="247936" y="403349"/>
                  </a:lnTo>
                  <a:lnTo>
                    <a:pt x="244348" y="410769"/>
                  </a:lnTo>
                  <a:lnTo>
                    <a:pt x="243601" y="411416"/>
                  </a:lnTo>
                  <a:lnTo>
                    <a:pt x="237375" y="419283"/>
                  </a:lnTo>
                  <a:cubicBezTo>
                    <a:pt x="235184" y="421774"/>
                    <a:pt x="236180" y="422022"/>
                    <a:pt x="234537" y="425011"/>
                  </a:cubicBezTo>
                  <a:cubicBezTo>
                    <a:pt x="245445" y="432332"/>
                    <a:pt x="252019" y="423368"/>
                    <a:pt x="259440" y="412213"/>
                  </a:cubicBezTo>
                  <a:close/>
                  <a:moveTo>
                    <a:pt x="276722" y="501552"/>
                  </a:moveTo>
                  <a:lnTo>
                    <a:pt x="273736" y="499510"/>
                  </a:lnTo>
                  <a:lnTo>
                    <a:pt x="274234" y="495476"/>
                  </a:lnTo>
                  <a:lnTo>
                    <a:pt x="275230" y="493982"/>
                  </a:lnTo>
                  <a:lnTo>
                    <a:pt x="275728" y="493235"/>
                  </a:lnTo>
                  <a:cubicBezTo>
                    <a:pt x="278317" y="489401"/>
                    <a:pt x="279663" y="490048"/>
                    <a:pt x="282302" y="486662"/>
                  </a:cubicBezTo>
                  <a:cubicBezTo>
                    <a:pt x="285839" y="486662"/>
                    <a:pt x="291217" y="481682"/>
                    <a:pt x="296447" y="485219"/>
                  </a:cubicBezTo>
                  <a:cubicBezTo>
                    <a:pt x="300581" y="488006"/>
                    <a:pt x="299834" y="496323"/>
                    <a:pt x="299436" y="500157"/>
                  </a:cubicBezTo>
                  <a:lnTo>
                    <a:pt x="298389" y="501651"/>
                  </a:lnTo>
                  <a:cubicBezTo>
                    <a:pt x="296299" y="504838"/>
                    <a:pt x="297393" y="503295"/>
                    <a:pt x="296148" y="503394"/>
                  </a:cubicBezTo>
                  <a:lnTo>
                    <a:pt x="278217" y="502348"/>
                  </a:lnTo>
                  <a:lnTo>
                    <a:pt x="276722" y="501351"/>
                  </a:lnTo>
                  <a:close/>
                  <a:moveTo>
                    <a:pt x="607345" y="248973"/>
                  </a:moveTo>
                  <a:cubicBezTo>
                    <a:pt x="608233" y="247264"/>
                    <a:pt x="609697" y="245922"/>
                    <a:pt x="611481" y="245189"/>
                  </a:cubicBezTo>
                  <a:cubicBezTo>
                    <a:pt x="613023" y="244491"/>
                    <a:pt x="614766" y="246882"/>
                    <a:pt x="615712" y="248127"/>
                  </a:cubicBezTo>
                  <a:cubicBezTo>
                    <a:pt x="617805" y="252459"/>
                    <a:pt x="621143" y="255995"/>
                    <a:pt x="624977" y="255696"/>
                  </a:cubicBezTo>
                  <a:cubicBezTo>
                    <a:pt x="625825" y="260676"/>
                    <a:pt x="619996" y="260328"/>
                    <a:pt x="622238" y="264760"/>
                  </a:cubicBezTo>
                  <a:lnTo>
                    <a:pt x="622587" y="265555"/>
                  </a:lnTo>
                  <a:lnTo>
                    <a:pt x="623334" y="267150"/>
                  </a:lnTo>
                  <a:lnTo>
                    <a:pt x="630655" y="272628"/>
                  </a:lnTo>
                  <a:cubicBezTo>
                    <a:pt x="633296" y="272628"/>
                    <a:pt x="630356" y="273772"/>
                    <a:pt x="633445" y="272628"/>
                  </a:cubicBezTo>
                  <a:lnTo>
                    <a:pt x="635885" y="271531"/>
                  </a:lnTo>
                  <a:cubicBezTo>
                    <a:pt x="640318" y="269539"/>
                    <a:pt x="639671" y="267897"/>
                    <a:pt x="644104" y="265905"/>
                  </a:cubicBezTo>
                  <a:lnTo>
                    <a:pt x="646544" y="264808"/>
                  </a:lnTo>
                  <a:lnTo>
                    <a:pt x="649683" y="269192"/>
                  </a:lnTo>
                  <a:cubicBezTo>
                    <a:pt x="645742" y="272664"/>
                    <a:pt x="641563" y="275859"/>
                    <a:pt x="637181" y="278752"/>
                  </a:cubicBezTo>
                  <a:lnTo>
                    <a:pt x="636383" y="279102"/>
                  </a:lnTo>
                  <a:cubicBezTo>
                    <a:pt x="634112" y="280108"/>
                    <a:pt x="632125" y="281666"/>
                    <a:pt x="630605" y="283634"/>
                  </a:cubicBezTo>
                  <a:cubicBezTo>
                    <a:pt x="630605" y="286273"/>
                    <a:pt x="629510" y="283335"/>
                    <a:pt x="630904" y="286471"/>
                  </a:cubicBezTo>
                  <a:lnTo>
                    <a:pt x="631601" y="288066"/>
                  </a:lnTo>
                  <a:cubicBezTo>
                    <a:pt x="632897" y="290953"/>
                    <a:pt x="640318" y="291004"/>
                    <a:pt x="643107" y="289759"/>
                  </a:cubicBezTo>
                  <a:lnTo>
                    <a:pt x="654463" y="284779"/>
                  </a:lnTo>
                  <a:cubicBezTo>
                    <a:pt x="655708" y="286421"/>
                    <a:pt x="656156" y="286323"/>
                    <a:pt x="657104" y="288514"/>
                  </a:cubicBezTo>
                  <a:lnTo>
                    <a:pt x="663280" y="301910"/>
                  </a:lnTo>
                  <a:cubicBezTo>
                    <a:pt x="665819" y="301411"/>
                    <a:pt x="665023" y="301910"/>
                    <a:pt x="666865" y="301261"/>
                  </a:cubicBezTo>
                  <a:cubicBezTo>
                    <a:pt x="669076" y="296215"/>
                    <a:pt x="670651" y="290911"/>
                    <a:pt x="671547" y="285475"/>
                  </a:cubicBezTo>
                  <a:lnTo>
                    <a:pt x="670800" y="283883"/>
                  </a:lnTo>
                  <a:lnTo>
                    <a:pt x="670053" y="282238"/>
                  </a:lnTo>
                  <a:lnTo>
                    <a:pt x="670352" y="276262"/>
                  </a:lnTo>
                  <a:lnTo>
                    <a:pt x="671947" y="275566"/>
                  </a:lnTo>
                  <a:lnTo>
                    <a:pt x="675184" y="274122"/>
                  </a:lnTo>
                  <a:cubicBezTo>
                    <a:pt x="677426" y="273076"/>
                    <a:pt x="677924" y="269690"/>
                    <a:pt x="678221" y="267847"/>
                  </a:cubicBezTo>
                  <a:lnTo>
                    <a:pt x="676727" y="264808"/>
                  </a:lnTo>
                  <a:cubicBezTo>
                    <a:pt x="672499" y="264188"/>
                    <a:pt x="668205" y="264188"/>
                    <a:pt x="663977" y="264808"/>
                  </a:cubicBezTo>
                  <a:lnTo>
                    <a:pt x="659346" y="259083"/>
                  </a:lnTo>
                  <a:cubicBezTo>
                    <a:pt x="661436" y="256493"/>
                    <a:pt x="660840" y="256194"/>
                    <a:pt x="662830" y="253605"/>
                  </a:cubicBezTo>
                  <a:lnTo>
                    <a:pt x="667811" y="251414"/>
                  </a:lnTo>
                  <a:lnTo>
                    <a:pt x="667811" y="249422"/>
                  </a:lnTo>
                  <a:cubicBezTo>
                    <a:pt x="664226" y="244840"/>
                    <a:pt x="655610" y="246384"/>
                    <a:pt x="653666" y="242101"/>
                  </a:cubicBezTo>
                  <a:cubicBezTo>
                    <a:pt x="653119" y="240756"/>
                    <a:pt x="657253" y="235826"/>
                    <a:pt x="657851" y="232141"/>
                  </a:cubicBezTo>
                  <a:cubicBezTo>
                    <a:pt x="658448" y="228456"/>
                    <a:pt x="657851" y="224970"/>
                    <a:pt x="658149" y="221484"/>
                  </a:cubicBezTo>
                  <a:cubicBezTo>
                    <a:pt x="665321" y="217998"/>
                    <a:pt x="683053" y="201217"/>
                    <a:pt x="688034" y="216504"/>
                  </a:cubicBezTo>
                  <a:lnTo>
                    <a:pt x="691770" y="227510"/>
                  </a:lnTo>
                  <a:lnTo>
                    <a:pt x="698593" y="242051"/>
                  </a:lnTo>
                  <a:lnTo>
                    <a:pt x="699289" y="243695"/>
                  </a:lnTo>
                  <a:cubicBezTo>
                    <a:pt x="698942" y="245938"/>
                    <a:pt x="698942" y="248224"/>
                    <a:pt x="699289" y="250467"/>
                  </a:cubicBezTo>
                  <a:cubicBezTo>
                    <a:pt x="702378" y="257190"/>
                    <a:pt x="703973" y="254400"/>
                    <a:pt x="706114" y="263812"/>
                  </a:cubicBezTo>
                  <a:cubicBezTo>
                    <a:pt x="707160" y="268196"/>
                    <a:pt x="707608" y="272728"/>
                    <a:pt x="708554" y="277507"/>
                  </a:cubicBezTo>
                  <a:lnTo>
                    <a:pt x="706464" y="279401"/>
                  </a:lnTo>
                  <a:lnTo>
                    <a:pt x="704869" y="280148"/>
                  </a:lnTo>
                  <a:lnTo>
                    <a:pt x="699191" y="282736"/>
                  </a:lnTo>
                  <a:cubicBezTo>
                    <a:pt x="697845" y="283335"/>
                    <a:pt x="696950" y="284281"/>
                    <a:pt x="697448" y="285425"/>
                  </a:cubicBezTo>
                  <a:cubicBezTo>
                    <a:pt x="699988" y="291054"/>
                    <a:pt x="706562" y="292646"/>
                    <a:pt x="707410" y="294588"/>
                  </a:cubicBezTo>
                  <a:lnTo>
                    <a:pt x="707757" y="295435"/>
                  </a:lnTo>
                  <a:lnTo>
                    <a:pt x="708504" y="297030"/>
                  </a:lnTo>
                  <a:cubicBezTo>
                    <a:pt x="710846" y="298871"/>
                    <a:pt x="716773" y="302008"/>
                    <a:pt x="719910" y="300715"/>
                  </a:cubicBezTo>
                  <a:lnTo>
                    <a:pt x="723945" y="298871"/>
                  </a:lnTo>
                  <a:lnTo>
                    <a:pt x="725588" y="298174"/>
                  </a:lnTo>
                  <a:cubicBezTo>
                    <a:pt x="732264" y="289560"/>
                    <a:pt x="731366" y="285825"/>
                    <a:pt x="730569" y="274519"/>
                  </a:cubicBezTo>
                  <a:cubicBezTo>
                    <a:pt x="730071" y="266005"/>
                    <a:pt x="731766" y="257838"/>
                    <a:pt x="727183" y="247629"/>
                  </a:cubicBezTo>
                  <a:lnTo>
                    <a:pt x="725739" y="244392"/>
                  </a:lnTo>
                  <a:cubicBezTo>
                    <a:pt x="723083" y="238063"/>
                    <a:pt x="720822" y="231577"/>
                    <a:pt x="718964" y="224970"/>
                  </a:cubicBezTo>
                  <a:cubicBezTo>
                    <a:pt x="716594" y="218560"/>
                    <a:pt x="713780" y="212319"/>
                    <a:pt x="710547" y="206295"/>
                  </a:cubicBezTo>
                  <a:lnTo>
                    <a:pt x="705566" y="194942"/>
                  </a:lnTo>
                  <a:cubicBezTo>
                    <a:pt x="700934" y="184684"/>
                    <a:pt x="688084" y="186476"/>
                    <a:pt x="677773" y="191805"/>
                  </a:cubicBezTo>
                  <a:lnTo>
                    <a:pt x="657851" y="201765"/>
                  </a:lnTo>
                  <a:cubicBezTo>
                    <a:pt x="647889" y="206745"/>
                    <a:pt x="641613" y="212721"/>
                    <a:pt x="629161" y="218297"/>
                  </a:cubicBezTo>
                  <a:lnTo>
                    <a:pt x="614867" y="225569"/>
                  </a:lnTo>
                  <a:cubicBezTo>
                    <a:pt x="615325" y="220265"/>
                    <a:pt x="617034" y="215147"/>
                    <a:pt x="619848" y="210628"/>
                  </a:cubicBezTo>
                  <a:lnTo>
                    <a:pt x="619101" y="209034"/>
                  </a:lnTo>
                  <a:lnTo>
                    <a:pt x="620844" y="201515"/>
                  </a:lnTo>
                  <a:lnTo>
                    <a:pt x="622238" y="200768"/>
                  </a:lnTo>
                  <a:lnTo>
                    <a:pt x="631203" y="196735"/>
                  </a:lnTo>
                  <a:lnTo>
                    <a:pt x="632798" y="196038"/>
                  </a:lnTo>
                  <a:lnTo>
                    <a:pt x="639920" y="187970"/>
                  </a:lnTo>
                  <a:lnTo>
                    <a:pt x="641563" y="187223"/>
                  </a:lnTo>
                  <a:lnTo>
                    <a:pt x="645598" y="185381"/>
                  </a:lnTo>
                  <a:cubicBezTo>
                    <a:pt x="648183" y="182965"/>
                    <a:pt x="649508" y="179491"/>
                    <a:pt x="649185" y="175969"/>
                  </a:cubicBezTo>
                  <a:cubicBezTo>
                    <a:pt x="647540" y="171446"/>
                    <a:pt x="643188" y="168480"/>
                    <a:pt x="638376" y="168598"/>
                  </a:cubicBezTo>
                  <a:lnTo>
                    <a:pt x="636783" y="169345"/>
                  </a:lnTo>
                  <a:lnTo>
                    <a:pt x="631802" y="171537"/>
                  </a:lnTo>
                  <a:cubicBezTo>
                    <a:pt x="627568" y="173429"/>
                    <a:pt x="628564" y="167105"/>
                    <a:pt x="625526" y="168449"/>
                  </a:cubicBezTo>
                  <a:cubicBezTo>
                    <a:pt x="623832" y="169246"/>
                    <a:pt x="624580" y="169246"/>
                    <a:pt x="622637" y="170740"/>
                  </a:cubicBezTo>
                  <a:lnTo>
                    <a:pt x="622637" y="177512"/>
                  </a:lnTo>
                  <a:cubicBezTo>
                    <a:pt x="620844" y="177861"/>
                    <a:pt x="620346" y="178409"/>
                    <a:pt x="619350" y="176168"/>
                  </a:cubicBezTo>
                  <a:lnTo>
                    <a:pt x="619000" y="175371"/>
                  </a:lnTo>
                  <a:cubicBezTo>
                    <a:pt x="617008" y="170939"/>
                    <a:pt x="618603" y="170391"/>
                    <a:pt x="616610" y="165710"/>
                  </a:cubicBezTo>
                  <a:lnTo>
                    <a:pt x="608492" y="147833"/>
                  </a:lnTo>
                  <a:lnTo>
                    <a:pt x="607793" y="146239"/>
                  </a:lnTo>
                  <a:cubicBezTo>
                    <a:pt x="603431" y="143103"/>
                    <a:pt x="598221" y="141367"/>
                    <a:pt x="592852" y="141259"/>
                  </a:cubicBezTo>
                  <a:cubicBezTo>
                    <a:pt x="588420" y="144645"/>
                    <a:pt x="589864" y="145492"/>
                    <a:pt x="586974" y="147833"/>
                  </a:cubicBezTo>
                  <a:cubicBezTo>
                    <a:pt x="587677" y="151376"/>
                    <a:pt x="588609" y="154869"/>
                    <a:pt x="589763" y="158290"/>
                  </a:cubicBezTo>
                  <a:lnTo>
                    <a:pt x="593748" y="167204"/>
                  </a:lnTo>
                  <a:cubicBezTo>
                    <a:pt x="595098" y="171053"/>
                    <a:pt x="595622" y="175141"/>
                    <a:pt x="595293" y="179206"/>
                  </a:cubicBezTo>
                  <a:lnTo>
                    <a:pt x="595990" y="180849"/>
                  </a:lnTo>
                  <a:lnTo>
                    <a:pt x="597833" y="184883"/>
                  </a:lnTo>
                  <a:lnTo>
                    <a:pt x="598530" y="186526"/>
                  </a:lnTo>
                  <a:cubicBezTo>
                    <a:pt x="598530" y="188717"/>
                    <a:pt x="598978" y="191207"/>
                    <a:pt x="596339" y="192402"/>
                  </a:cubicBezTo>
                  <a:lnTo>
                    <a:pt x="587373" y="196436"/>
                  </a:lnTo>
                  <a:lnTo>
                    <a:pt x="585779" y="197133"/>
                  </a:lnTo>
                  <a:cubicBezTo>
                    <a:pt x="584385" y="198876"/>
                    <a:pt x="582342" y="200420"/>
                    <a:pt x="583537" y="203060"/>
                  </a:cubicBezTo>
                  <a:lnTo>
                    <a:pt x="584634" y="205450"/>
                  </a:lnTo>
                  <a:cubicBezTo>
                    <a:pt x="586377" y="209333"/>
                    <a:pt x="599127" y="209582"/>
                    <a:pt x="600274" y="212122"/>
                  </a:cubicBezTo>
                  <a:cubicBezTo>
                    <a:pt x="603360" y="218944"/>
                    <a:pt x="599725" y="248426"/>
                    <a:pt x="595293" y="250517"/>
                  </a:cubicBezTo>
                  <a:cubicBezTo>
                    <a:pt x="594146" y="251065"/>
                    <a:pt x="593150" y="250169"/>
                    <a:pt x="592553" y="248824"/>
                  </a:cubicBezTo>
                  <a:lnTo>
                    <a:pt x="592204" y="248027"/>
                  </a:lnTo>
                  <a:cubicBezTo>
                    <a:pt x="591358" y="246135"/>
                    <a:pt x="590510" y="245836"/>
                    <a:pt x="588619" y="246683"/>
                  </a:cubicBezTo>
                  <a:lnTo>
                    <a:pt x="587024" y="247380"/>
                  </a:lnTo>
                  <a:cubicBezTo>
                    <a:pt x="582443" y="249471"/>
                    <a:pt x="583288" y="265108"/>
                    <a:pt x="586028" y="271234"/>
                  </a:cubicBezTo>
                  <a:cubicBezTo>
                    <a:pt x="589416" y="278752"/>
                    <a:pt x="588717" y="286969"/>
                    <a:pt x="591009" y="293393"/>
                  </a:cubicBezTo>
                  <a:lnTo>
                    <a:pt x="598130" y="311669"/>
                  </a:lnTo>
                  <a:lnTo>
                    <a:pt x="600822" y="317297"/>
                  </a:lnTo>
                  <a:lnTo>
                    <a:pt x="608540" y="337215"/>
                  </a:lnTo>
                  <a:cubicBezTo>
                    <a:pt x="611031" y="343043"/>
                    <a:pt x="618004" y="345533"/>
                    <a:pt x="621043" y="349218"/>
                  </a:cubicBezTo>
                  <a:lnTo>
                    <a:pt x="624280" y="347724"/>
                  </a:lnTo>
                  <a:cubicBezTo>
                    <a:pt x="633545" y="343591"/>
                    <a:pt x="631153" y="332784"/>
                    <a:pt x="626871" y="323123"/>
                  </a:cubicBezTo>
                  <a:lnTo>
                    <a:pt x="613373" y="293245"/>
                  </a:lnTo>
                  <a:lnTo>
                    <a:pt x="604706" y="274670"/>
                  </a:lnTo>
                  <a:lnTo>
                    <a:pt x="596588" y="255894"/>
                  </a:lnTo>
                  <a:lnTo>
                    <a:pt x="599028" y="254800"/>
                  </a:lnTo>
                  <a:cubicBezTo>
                    <a:pt x="603411" y="252858"/>
                    <a:pt x="602714" y="251314"/>
                    <a:pt x="607247" y="249173"/>
                  </a:cubicBezTo>
                  <a:close/>
                  <a:moveTo>
                    <a:pt x="636582" y="244591"/>
                  </a:moveTo>
                  <a:lnTo>
                    <a:pt x="635487" y="242201"/>
                  </a:lnTo>
                  <a:cubicBezTo>
                    <a:pt x="633246" y="237221"/>
                    <a:pt x="626172" y="241852"/>
                    <a:pt x="622985" y="236075"/>
                  </a:cubicBezTo>
                  <a:lnTo>
                    <a:pt x="631951" y="232091"/>
                  </a:lnTo>
                  <a:lnTo>
                    <a:pt x="632647" y="233685"/>
                  </a:lnTo>
                  <a:lnTo>
                    <a:pt x="635088" y="232589"/>
                  </a:lnTo>
                  <a:cubicBezTo>
                    <a:pt x="636682" y="231892"/>
                    <a:pt x="636433" y="231693"/>
                    <a:pt x="637181" y="230697"/>
                  </a:cubicBezTo>
                  <a:cubicBezTo>
                    <a:pt x="639022" y="231842"/>
                    <a:pt x="640567" y="231693"/>
                    <a:pt x="641414" y="233635"/>
                  </a:cubicBezTo>
                  <a:lnTo>
                    <a:pt x="642161" y="235280"/>
                  </a:lnTo>
                  <a:cubicBezTo>
                    <a:pt x="641912" y="239264"/>
                    <a:pt x="642161" y="242699"/>
                    <a:pt x="638924" y="245238"/>
                  </a:cubicBezTo>
                  <a:cubicBezTo>
                    <a:pt x="639621" y="247181"/>
                    <a:pt x="640418" y="250467"/>
                    <a:pt x="638924" y="251214"/>
                  </a:cubicBezTo>
                  <a:cubicBezTo>
                    <a:pt x="637430" y="251961"/>
                    <a:pt x="636783" y="250866"/>
                    <a:pt x="636184" y="249521"/>
                  </a:cubicBezTo>
                  <a:cubicBezTo>
                    <a:pt x="635586" y="248177"/>
                    <a:pt x="638076" y="247230"/>
                    <a:pt x="636783" y="244541"/>
                  </a:cubicBezTo>
                  <a:close/>
                  <a:moveTo>
                    <a:pt x="1086642" y="250218"/>
                  </a:moveTo>
                  <a:cubicBezTo>
                    <a:pt x="1082360" y="253555"/>
                    <a:pt x="1082559" y="255497"/>
                    <a:pt x="1077130" y="256443"/>
                  </a:cubicBezTo>
                  <a:cubicBezTo>
                    <a:pt x="1072995" y="259629"/>
                    <a:pt x="1072150" y="258087"/>
                    <a:pt x="1067617" y="262617"/>
                  </a:cubicBezTo>
                  <a:lnTo>
                    <a:pt x="1064281" y="261523"/>
                  </a:lnTo>
                  <a:cubicBezTo>
                    <a:pt x="1062362" y="263999"/>
                    <a:pt x="1060250" y="266314"/>
                    <a:pt x="1057954" y="268445"/>
                  </a:cubicBezTo>
                  <a:cubicBezTo>
                    <a:pt x="1056859" y="268792"/>
                    <a:pt x="1055116" y="267947"/>
                    <a:pt x="1053222" y="268893"/>
                  </a:cubicBezTo>
                  <a:cubicBezTo>
                    <a:pt x="1052127" y="269441"/>
                    <a:pt x="1051579" y="270387"/>
                    <a:pt x="1049637" y="271383"/>
                  </a:cubicBezTo>
                  <a:cubicBezTo>
                    <a:pt x="1040272" y="276363"/>
                    <a:pt x="1044108" y="275467"/>
                    <a:pt x="1032951" y="277359"/>
                  </a:cubicBezTo>
                  <a:lnTo>
                    <a:pt x="1031854" y="280744"/>
                  </a:lnTo>
                  <a:lnTo>
                    <a:pt x="1034146" y="282339"/>
                  </a:lnTo>
                  <a:lnTo>
                    <a:pt x="1035791" y="282935"/>
                  </a:lnTo>
                  <a:cubicBezTo>
                    <a:pt x="1047793" y="286871"/>
                    <a:pt x="1053919" y="280993"/>
                    <a:pt x="1063035" y="281242"/>
                  </a:cubicBezTo>
                  <a:cubicBezTo>
                    <a:pt x="1072150" y="281491"/>
                    <a:pt x="1068811" y="282090"/>
                    <a:pt x="1075686" y="278554"/>
                  </a:cubicBezTo>
                  <a:cubicBezTo>
                    <a:pt x="1079591" y="276951"/>
                    <a:pt x="1083600" y="275620"/>
                    <a:pt x="1087689" y="274570"/>
                  </a:cubicBezTo>
                  <a:cubicBezTo>
                    <a:pt x="1100141" y="269989"/>
                    <a:pt x="1098996" y="269242"/>
                    <a:pt x="1108858" y="260874"/>
                  </a:cubicBezTo>
                  <a:cubicBezTo>
                    <a:pt x="1115980" y="254898"/>
                    <a:pt x="1121409" y="249671"/>
                    <a:pt x="1128034" y="243296"/>
                  </a:cubicBezTo>
                  <a:cubicBezTo>
                    <a:pt x="1130673" y="240509"/>
                    <a:pt x="1132515" y="233336"/>
                    <a:pt x="1136401" y="234830"/>
                  </a:cubicBezTo>
                  <a:cubicBezTo>
                    <a:pt x="1137845" y="235280"/>
                    <a:pt x="1137496" y="242599"/>
                    <a:pt x="1137845" y="244790"/>
                  </a:cubicBezTo>
                  <a:lnTo>
                    <a:pt x="1137297" y="246483"/>
                  </a:lnTo>
                  <a:cubicBezTo>
                    <a:pt x="1137745" y="247529"/>
                    <a:pt x="1141033" y="266403"/>
                    <a:pt x="1141433" y="268943"/>
                  </a:cubicBezTo>
                  <a:cubicBezTo>
                    <a:pt x="1141790" y="272806"/>
                    <a:pt x="1142716" y="276600"/>
                    <a:pt x="1144170" y="280196"/>
                  </a:cubicBezTo>
                  <a:cubicBezTo>
                    <a:pt x="1145690" y="283534"/>
                    <a:pt x="1146632" y="287104"/>
                    <a:pt x="1146960" y="290755"/>
                  </a:cubicBezTo>
                  <a:cubicBezTo>
                    <a:pt x="1147209" y="300715"/>
                    <a:pt x="1150049" y="303902"/>
                    <a:pt x="1156373" y="310673"/>
                  </a:cubicBezTo>
                  <a:cubicBezTo>
                    <a:pt x="1161858" y="316476"/>
                    <a:pt x="1168008" y="321609"/>
                    <a:pt x="1174702" y="325962"/>
                  </a:cubicBezTo>
                  <a:cubicBezTo>
                    <a:pt x="1181278" y="328153"/>
                    <a:pt x="1188301" y="329298"/>
                    <a:pt x="1192334" y="325962"/>
                  </a:cubicBezTo>
                  <a:cubicBezTo>
                    <a:pt x="1193132" y="317247"/>
                    <a:pt x="1192035" y="317546"/>
                    <a:pt x="1187056" y="311769"/>
                  </a:cubicBezTo>
                  <a:cubicBezTo>
                    <a:pt x="1183321" y="307388"/>
                    <a:pt x="1184317" y="304498"/>
                    <a:pt x="1180282" y="299070"/>
                  </a:cubicBezTo>
                  <a:cubicBezTo>
                    <a:pt x="1174184" y="291526"/>
                    <a:pt x="1169617" y="282865"/>
                    <a:pt x="1166833" y="273574"/>
                  </a:cubicBezTo>
                  <a:cubicBezTo>
                    <a:pt x="1164110" y="264334"/>
                    <a:pt x="1160782" y="255286"/>
                    <a:pt x="1156871" y="246483"/>
                  </a:cubicBezTo>
                  <a:cubicBezTo>
                    <a:pt x="1155010" y="241728"/>
                    <a:pt x="1154098" y="236651"/>
                    <a:pt x="1154182" y="231545"/>
                  </a:cubicBezTo>
                  <a:cubicBezTo>
                    <a:pt x="1153919" y="228918"/>
                    <a:pt x="1153519" y="226310"/>
                    <a:pt x="1152987" y="223725"/>
                  </a:cubicBezTo>
                  <a:cubicBezTo>
                    <a:pt x="1151742" y="219193"/>
                    <a:pt x="1149850" y="221585"/>
                    <a:pt x="1150796" y="217102"/>
                  </a:cubicBezTo>
                  <a:lnTo>
                    <a:pt x="1164592" y="220639"/>
                  </a:lnTo>
                  <a:lnTo>
                    <a:pt x="1168775" y="222083"/>
                  </a:lnTo>
                  <a:cubicBezTo>
                    <a:pt x="1179037" y="225418"/>
                    <a:pt x="1188699" y="226067"/>
                    <a:pt x="1194526" y="220239"/>
                  </a:cubicBezTo>
                  <a:lnTo>
                    <a:pt x="1195074" y="218546"/>
                  </a:lnTo>
                  <a:cubicBezTo>
                    <a:pt x="1197813" y="210279"/>
                    <a:pt x="1197217" y="203606"/>
                    <a:pt x="1188798" y="200669"/>
                  </a:cubicBezTo>
                  <a:lnTo>
                    <a:pt x="1182123" y="198478"/>
                  </a:lnTo>
                  <a:cubicBezTo>
                    <a:pt x="1177492" y="196984"/>
                    <a:pt x="1176894" y="198478"/>
                    <a:pt x="1172164" y="197133"/>
                  </a:cubicBezTo>
                  <a:lnTo>
                    <a:pt x="1162202" y="193797"/>
                  </a:lnTo>
                  <a:lnTo>
                    <a:pt x="1168179" y="178857"/>
                  </a:lnTo>
                  <a:lnTo>
                    <a:pt x="1173160" y="162722"/>
                  </a:lnTo>
                  <a:lnTo>
                    <a:pt x="1178139" y="151368"/>
                  </a:lnTo>
                  <a:cubicBezTo>
                    <a:pt x="1179286" y="147982"/>
                    <a:pt x="1176148" y="143998"/>
                    <a:pt x="1173409" y="142355"/>
                  </a:cubicBezTo>
                  <a:lnTo>
                    <a:pt x="1167231" y="141458"/>
                  </a:lnTo>
                  <a:cubicBezTo>
                    <a:pt x="1165225" y="144028"/>
                    <a:pt x="1163646" y="146903"/>
                    <a:pt x="1162549" y="149974"/>
                  </a:cubicBezTo>
                  <a:lnTo>
                    <a:pt x="1162252" y="150820"/>
                  </a:lnTo>
                  <a:cubicBezTo>
                    <a:pt x="1160209" y="156995"/>
                    <a:pt x="1156972" y="158340"/>
                    <a:pt x="1155327" y="163419"/>
                  </a:cubicBezTo>
                  <a:lnTo>
                    <a:pt x="1153634" y="168399"/>
                  </a:lnTo>
                  <a:lnTo>
                    <a:pt x="1146411" y="187671"/>
                  </a:lnTo>
                  <a:cubicBezTo>
                    <a:pt x="1144381" y="187463"/>
                    <a:pt x="1142369" y="187114"/>
                    <a:pt x="1140386" y="186626"/>
                  </a:cubicBezTo>
                  <a:lnTo>
                    <a:pt x="1139539" y="186626"/>
                  </a:lnTo>
                  <a:cubicBezTo>
                    <a:pt x="1133760" y="184684"/>
                    <a:pt x="1130424" y="187323"/>
                    <a:pt x="1128332" y="186626"/>
                  </a:cubicBezTo>
                  <a:lnTo>
                    <a:pt x="1127486" y="186327"/>
                  </a:lnTo>
                  <a:cubicBezTo>
                    <a:pt x="1123102" y="184883"/>
                    <a:pt x="1123152" y="183090"/>
                    <a:pt x="1119615" y="181895"/>
                  </a:cubicBezTo>
                  <a:cubicBezTo>
                    <a:pt x="1117225" y="181098"/>
                    <a:pt x="1107663" y="186177"/>
                    <a:pt x="1105371" y="188418"/>
                  </a:cubicBezTo>
                  <a:lnTo>
                    <a:pt x="1104823" y="190112"/>
                  </a:lnTo>
                  <a:cubicBezTo>
                    <a:pt x="1102931" y="195838"/>
                    <a:pt x="1108259" y="202811"/>
                    <a:pt x="1111647" y="206295"/>
                  </a:cubicBezTo>
                  <a:lnTo>
                    <a:pt x="1113341" y="206843"/>
                  </a:lnTo>
                  <a:lnTo>
                    <a:pt x="1115034" y="207391"/>
                  </a:lnTo>
                  <a:cubicBezTo>
                    <a:pt x="1121509" y="209532"/>
                    <a:pt x="1123949" y="207391"/>
                    <a:pt x="1129976" y="209582"/>
                  </a:cubicBezTo>
                  <a:cubicBezTo>
                    <a:pt x="1128183" y="211426"/>
                    <a:pt x="1129378" y="208586"/>
                    <a:pt x="1128332" y="211823"/>
                  </a:cubicBezTo>
                  <a:cubicBezTo>
                    <a:pt x="1125881" y="216289"/>
                    <a:pt x="1122664" y="220285"/>
                    <a:pt x="1118820" y="223627"/>
                  </a:cubicBezTo>
                  <a:cubicBezTo>
                    <a:pt x="1115407" y="227312"/>
                    <a:pt x="1112244" y="231221"/>
                    <a:pt x="1109356" y="235328"/>
                  </a:cubicBezTo>
                  <a:cubicBezTo>
                    <a:pt x="1105172" y="240607"/>
                    <a:pt x="1100242" y="239264"/>
                    <a:pt x="1097301" y="242101"/>
                  </a:cubicBezTo>
                  <a:cubicBezTo>
                    <a:pt x="1092322" y="247081"/>
                    <a:pt x="1094612" y="248226"/>
                    <a:pt x="1086793" y="250418"/>
                  </a:cubicBezTo>
                  <a:close/>
                  <a:moveTo>
                    <a:pt x="1524949" y="502199"/>
                  </a:moveTo>
                  <a:lnTo>
                    <a:pt x="1518623" y="492239"/>
                  </a:lnTo>
                  <a:cubicBezTo>
                    <a:pt x="1522459" y="490297"/>
                    <a:pt x="1519171" y="490397"/>
                    <a:pt x="1523106" y="492538"/>
                  </a:cubicBezTo>
                  <a:lnTo>
                    <a:pt x="1524600" y="491592"/>
                  </a:lnTo>
                  <a:lnTo>
                    <a:pt x="1525397" y="491094"/>
                  </a:lnTo>
                  <a:lnTo>
                    <a:pt x="1526841" y="490098"/>
                  </a:lnTo>
                  <a:lnTo>
                    <a:pt x="1534114" y="489799"/>
                  </a:lnTo>
                  <a:lnTo>
                    <a:pt x="1535608" y="488703"/>
                  </a:lnTo>
                  <a:lnTo>
                    <a:pt x="1539394" y="486263"/>
                  </a:lnTo>
                  <a:lnTo>
                    <a:pt x="1540888" y="485267"/>
                  </a:lnTo>
                  <a:lnTo>
                    <a:pt x="1542881" y="481781"/>
                  </a:lnTo>
                  <a:lnTo>
                    <a:pt x="1545221" y="480337"/>
                  </a:lnTo>
                  <a:cubicBezTo>
                    <a:pt x="1545221" y="478445"/>
                    <a:pt x="1561708" y="467789"/>
                    <a:pt x="1562553" y="469084"/>
                  </a:cubicBezTo>
                  <a:lnTo>
                    <a:pt x="1565592" y="467140"/>
                  </a:lnTo>
                  <a:cubicBezTo>
                    <a:pt x="1566639" y="468186"/>
                    <a:pt x="1568681" y="470528"/>
                    <a:pt x="1569826" y="471524"/>
                  </a:cubicBezTo>
                  <a:cubicBezTo>
                    <a:pt x="1571919" y="473216"/>
                    <a:pt x="1573064" y="472120"/>
                    <a:pt x="1574457" y="474212"/>
                  </a:cubicBezTo>
                  <a:lnTo>
                    <a:pt x="1578890" y="481034"/>
                  </a:lnTo>
                  <a:cubicBezTo>
                    <a:pt x="1580485" y="483476"/>
                    <a:pt x="1579189" y="484819"/>
                    <a:pt x="1577098" y="486464"/>
                  </a:cubicBezTo>
                  <a:cubicBezTo>
                    <a:pt x="1571121" y="480737"/>
                    <a:pt x="1566390" y="481484"/>
                    <a:pt x="1559117" y="482030"/>
                  </a:cubicBezTo>
                  <a:lnTo>
                    <a:pt x="1557623" y="482978"/>
                  </a:lnTo>
                  <a:lnTo>
                    <a:pt x="1555381" y="484472"/>
                  </a:lnTo>
                  <a:cubicBezTo>
                    <a:pt x="1553041" y="488654"/>
                    <a:pt x="1550400" y="497269"/>
                    <a:pt x="1546914" y="499410"/>
                  </a:cubicBezTo>
                  <a:cubicBezTo>
                    <a:pt x="1546217" y="499908"/>
                    <a:pt x="1532720" y="494729"/>
                    <a:pt x="1529282" y="496970"/>
                  </a:cubicBezTo>
                  <a:lnTo>
                    <a:pt x="1528486" y="497468"/>
                  </a:lnTo>
                  <a:cubicBezTo>
                    <a:pt x="1525797" y="499211"/>
                    <a:pt x="1527490" y="500853"/>
                    <a:pt x="1529183" y="503444"/>
                  </a:cubicBezTo>
                  <a:cubicBezTo>
                    <a:pt x="1534377" y="503653"/>
                    <a:pt x="1539434" y="505177"/>
                    <a:pt x="1543877" y="507876"/>
                  </a:cubicBezTo>
                  <a:cubicBezTo>
                    <a:pt x="1549155" y="510117"/>
                    <a:pt x="1553540" y="508175"/>
                    <a:pt x="1557524" y="514051"/>
                  </a:cubicBezTo>
                  <a:cubicBezTo>
                    <a:pt x="1560015" y="514051"/>
                    <a:pt x="1563899" y="515545"/>
                    <a:pt x="1568183" y="515992"/>
                  </a:cubicBezTo>
                  <a:cubicBezTo>
                    <a:pt x="1571698" y="516137"/>
                    <a:pt x="1575225" y="515904"/>
                    <a:pt x="1578691" y="515296"/>
                  </a:cubicBezTo>
                  <a:lnTo>
                    <a:pt x="1580236" y="514300"/>
                  </a:lnTo>
                  <a:lnTo>
                    <a:pt x="1582477" y="512856"/>
                  </a:lnTo>
                  <a:lnTo>
                    <a:pt x="1584022" y="511860"/>
                  </a:lnTo>
                  <a:cubicBezTo>
                    <a:pt x="1585765" y="508673"/>
                    <a:pt x="1586562" y="508275"/>
                    <a:pt x="1584321" y="504141"/>
                  </a:cubicBezTo>
                  <a:lnTo>
                    <a:pt x="1589848" y="499460"/>
                  </a:lnTo>
                  <a:cubicBezTo>
                    <a:pt x="1598864" y="499460"/>
                    <a:pt x="1599810" y="506183"/>
                    <a:pt x="1610768" y="505187"/>
                  </a:cubicBezTo>
                  <a:lnTo>
                    <a:pt x="1612262" y="504241"/>
                  </a:lnTo>
                  <a:lnTo>
                    <a:pt x="1613807" y="503245"/>
                  </a:lnTo>
                  <a:cubicBezTo>
                    <a:pt x="1613915" y="499675"/>
                    <a:pt x="1613090" y="496141"/>
                    <a:pt x="1611415" y="492986"/>
                  </a:cubicBezTo>
                  <a:cubicBezTo>
                    <a:pt x="1612361" y="490745"/>
                    <a:pt x="1612112" y="488255"/>
                    <a:pt x="1614006" y="487010"/>
                  </a:cubicBezTo>
                  <a:lnTo>
                    <a:pt x="1616247" y="485566"/>
                  </a:lnTo>
                  <a:cubicBezTo>
                    <a:pt x="1624664" y="480088"/>
                    <a:pt x="1623618" y="476702"/>
                    <a:pt x="1622971" y="469431"/>
                  </a:cubicBezTo>
                  <a:cubicBezTo>
                    <a:pt x="1620330" y="466891"/>
                    <a:pt x="1613009" y="461961"/>
                    <a:pt x="1609822" y="464003"/>
                  </a:cubicBezTo>
                  <a:cubicBezTo>
                    <a:pt x="1605737" y="466642"/>
                    <a:pt x="1605538" y="468983"/>
                    <a:pt x="1600957" y="471871"/>
                  </a:cubicBezTo>
                  <a:lnTo>
                    <a:pt x="1598665" y="473365"/>
                  </a:lnTo>
                  <a:cubicBezTo>
                    <a:pt x="1593684" y="476552"/>
                    <a:pt x="1583722" y="461813"/>
                    <a:pt x="1575903" y="461365"/>
                  </a:cubicBezTo>
                  <a:cubicBezTo>
                    <a:pt x="1575652" y="459174"/>
                    <a:pt x="1574757" y="456732"/>
                    <a:pt x="1577197" y="455140"/>
                  </a:cubicBezTo>
                  <a:lnTo>
                    <a:pt x="1583224" y="451206"/>
                  </a:lnTo>
                  <a:lnTo>
                    <a:pt x="1584718" y="450260"/>
                  </a:lnTo>
                  <a:cubicBezTo>
                    <a:pt x="1587657" y="445280"/>
                    <a:pt x="1590645" y="439852"/>
                    <a:pt x="1586462" y="433029"/>
                  </a:cubicBezTo>
                  <a:lnTo>
                    <a:pt x="1587259" y="430589"/>
                  </a:lnTo>
                  <a:cubicBezTo>
                    <a:pt x="1584469" y="429145"/>
                    <a:pt x="1580734" y="427103"/>
                    <a:pt x="1577297" y="429193"/>
                  </a:cubicBezTo>
                  <a:cubicBezTo>
                    <a:pt x="1574198" y="431294"/>
                    <a:pt x="1571340" y="433732"/>
                    <a:pt x="1568780" y="436465"/>
                  </a:cubicBezTo>
                  <a:cubicBezTo>
                    <a:pt x="1565642" y="439601"/>
                    <a:pt x="1563250" y="439402"/>
                    <a:pt x="1559665" y="441445"/>
                  </a:cubicBezTo>
                  <a:lnTo>
                    <a:pt x="1557424" y="442939"/>
                  </a:lnTo>
                  <a:cubicBezTo>
                    <a:pt x="1554038" y="445129"/>
                    <a:pt x="1553140" y="443935"/>
                    <a:pt x="1550302" y="446573"/>
                  </a:cubicBezTo>
                  <a:cubicBezTo>
                    <a:pt x="1548310" y="448417"/>
                    <a:pt x="1548559" y="449712"/>
                    <a:pt x="1545072" y="452001"/>
                  </a:cubicBezTo>
                  <a:lnTo>
                    <a:pt x="1539842" y="455439"/>
                  </a:lnTo>
                  <a:lnTo>
                    <a:pt x="1528884" y="463405"/>
                  </a:lnTo>
                  <a:cubicBezTo>
                    <a:pt x="1523604" y="467638"/>
                    <a:pt x="1518026" y="467439"/>
                    <a:pt x="1512399" y="471076"/>
                  </a:cubicBezTo>
                  <a:cubicBezTo>
                    <a:pt x="1510356" y="472419"/>
                    <a:pt x="1510953" y="474162"/>
                    <a:pt x="1508862" y="475508"/>
                  </a:cubicBezTo>
                  <a:cubicBezTo>
                    <a:pt x="1508862" y="475508"/>
                    <a:pt x="1507119" y="475905"/>
                    <a:pt x="1506122" y="476204"/>
                  </a:cubicBezTo>
                  <a:cubicBezTo>
                    <a:pt x="1502885" y="473116"/>
                    <a:pt x="1501939" y="474562"/>
                    <a:pt x="1498950" y="470128"/>
                  </a:cubicBezTo>
                  <a:lnTo>
                    <a:pt x="1500445" y="469182"/>
                  </a:lnTo>
                  <a:cubicBezTo>
                    <a:pt x="1503981" y="472369"/>
                    <a:pt x="1503234" y="469781"/>
                    <a:pt x="1507169" y="471275"/>
                  </a:cubicBezTo>
                  <a:lnTo>
                    <a:pt x="1514540" y="467789"/>
                  </a:lnTo>
                  <a:lnTo>
                    <a:pt x="1540390" y="451354"/>
                  </a:lnTo>
                  <a:cubicBezTo>
                    <a:pt x="1543168" y="449826"/>
                    <a:pt x="1545375" y="447431"/>
                    <a:pt x="1546665" y="444533"/>
                  </a:cubicBezTo>
                  <a:lnTo>
                    <a:pt x="1548209" y="443537"/>
                  </a:lnTo>
                  <a:lnTo>
                    <a:pt x="1554984" y="439153"/>
                  </a:lnTo>
                  <a:lnTo>
                    <a:pt x="1556478" y="438157"/>
                  </a:lnTo>
                  <a:cubicBezTo>
                    <a:pt x="1560561" y="430838"/>
                    <a:pt x="1560312" y="426356"/>
                    <a:pt x="1563451" y="420777"/>
                  </a:cubicBezTo>
                  <a:lnTo>
                    <a:pt x="1562455" y="419283"/>
                  </a:lnTo>
                  <a:cubicBezTo>
                    <a:pt x="1559466" y="414603"/>
                    <a:pt x="1551844" y="415699"/>
                    <a:pt x="1547512" y="416097"/>
                  </a:cubicBezTo>
                  <a:lnTo>
                    <a:pt x="1546018" y="417093"/>
                  </a:lnTo>
                  <a:lnTo>
                    <a:pt x="1536954" y="422970"/>
                  </a:lnTo>
                  <a:lnTo>
                    <a:pt x="1522011" y="432928"/>
                  </a:lnTo>
                  <a:lnTo>
                    <a:pt x="1521113" y="433177"/>
                  </a:lnTo>
                  <a:lnTo>
                    <a:pt x="1519619" y="434173"/>
                  </a:lnTo>
                  <a:cubicBezTo>
                    <a:pt x="1518265" y="437077"/>
                    <a:pt x="1516148" y="439555"/>
                    <a:pt x="1513493" y="441344"/>
                  </a:cubicBezTo>
                  <a:lnTo>
                    <a:pt x="1505227" y="446724"/>
                  </a:lnTo>
                  <a:cubicBezTo>
                    <a:pt x="1502168" y="449308"/>
                    <a:pt x="1499398" y="452214"/>
                    <a:pt x="1496958" y="455389"/>
                  </a:cubicBezTo>
                  <a:cubicBezTo>
                    <a:pt x="1494367" y="459272"/>
                    <a:pt x="1496958" y="460917"/>
                    <a:pt x="1495514" y="464801"/>
                  </a:cubicBezTo>
                  <a:cubicBezTo>
                    <a:pt x="1490049" y="459343"/>
                    <a:pt x="1483803" y="454726"/>
                    <a:pt x="1476984" y="451105"/>
                  </a:cubicBezTo>
                  <a:lnTo>
                    <a:pt x="1475988" y="449611"/>
                  </a:lnTo>
                  <a:lnTo>
                    <a:pt x="1475590" y="445627"/>
                  </a:lnTo>
                  <a:lnTo>
                    <a:pt x="1474544" y="444083"/>
                  </a:lnTo>
                  <a:cubicBezTo>
                    <a:pt x="1471356" y="439105"/>
                    <a:pt x="1450736" y="439105"/>
                    <a:pt x="1444660" y="442989"/>
                  </a:cubicBezTo>
                  <a:lnTo>
                    <a:pt x="1440127" y="445927"/>
                  </a:lnTo>
                  <a:lnTo>
                    <a:pt x="1438633" y="446923"/>
                  </a:lnTo>
                  <a:lnTo>
                    <a:pt x="1434998" y="457230"/>
                  </a:lnTo>
                  <a:cubicBezTo>
                    <a:pt x="1435395" y="459220"/>
                    <a:pt x="1436138" y="461124"/>
                    <a:pt x="1437189" y="462859"/>
                  </a:cubicBezTo>
                  <a:lnTo>
                    <a:pt x="1439629" y="466642"/>
                  </a:lnTo>
                  <a:lnTo>
                    <a:pt x="1440625" y="468136"/>
                  </a:lnTo>
                  <a:cubicBezTo>
                    <a:pt x="1444048" y="470465"/>
                    <a:pt x="1448151" y="471570"/>
                    <a:pt x="1452280" y="471275"/>
                  </a:cubicBezTo>
                  <a:lnTo>
                    <a:pt x="1453825" y="470279"/>
                  </a:lnTo>
                  <a:lnTo>
                    <a:pt x="1456066" y="468835"/>
                  </a:lnTo>
                  <a:lnTo>
                    <a:pt x="1457611" y="467839"/>
                  </a:lnTo>
                  <a:cubicBezTo>
                    <a:pt x="1458358" y="466443"/>
                    <a:pt x="1459553" y="463357"/>
                    <a:pt x="1460647" y="462859"/>
                  </a:cubicBezTo>
                  <a:lnTo>
                    <a:pt x="1464383" y="460369"/>
                  </a:lnTo>
                  <a:lnTo>
                    <a:pt x="1465927" y="459423"/>
                  </a:lnTo>
                  <a:cubicBezTo>
                    <a:pt x="1468318" y="459423"/>
                    <a:pt x="1474843" y="459969"/>
                    <a:pt x="1476387" y="462311"/>
                  </a:cubicBezTo>
                  <a:lnTo>
                    <a:pt x="1479326" y="466793"/>
                  </a:lnTo>
                  <a:lnTo>
                    <a:pt x="1504228" y="499857"/>
                  </a:lnTo>
                  <a:lnTo>
                    <a:pt x="1518623" y="522715"/>
                  </a:lnTo>
                  <a:lnTo>
                    <a:pt x="1528036" y="539099"/>
                  </a:lnTo>
                  <a:cubicBezTo>
                    <a:pt x="1528784" y="540196"/>
                    <a:pt x="1529282" y="541740"/>
                    <a:pt x="1528036" y="542286"/>
                  </a:cubicBezTo>
                  <a:lnTo>
                    <a:pt x="1519969" y="546270"/>
                  </a:lnTo>
                  <a:cubicBezTo>
                    <a:pt x="1522907" y="550903"/>
                    <a:pt x="1524949" y="550903"/>
                    <a:pt x="1528436" y="552744"/>
                  </a:cubicBezTo>
                  <a:cubicBezTo>
                    <a:pt x="1529472" y="556236"/>
                    <a:pt x="1530947" y="559582"/>
                    <a:pt x="1532818" y="562704"/>
                  </a:cubicBezTo>
                  <a:cubicBezTo>
                    <a:pt x="1535907" y="567684"/>
                    <a:pt x="1541387" y="571070"/>
                    <a:pt x="1546715" y="567684"/>
                  </a:cubicBezTo>
                  <a:cubicBezTo>
                    <a:pt x="1552045" y="564299"/>
                    <a:pt x="1547412" y="555782"/>
                    <a:pt x="1547462" y="550254"/>
                  </a:cubicBezTo>
                  <a:cubicBezTo>
                    <a:pt x="1547771" y="543945"/>
                    <a:pt x="1546540" y="537655"/>
                    <a:pt x="1543877" y="531928"/>
                  </a:cubicBezTo>
                  <a:lnTo>
                    <a:pt x="1538896" y="524408"/>
                  </a:lnTo>
                  <a:lnTo>
                    <a:pt x="1523953" y="501751"/>
                  </a:lnTo>
                  <a:close/>
                  <a:moveTo>
                    <a:pt x="1398340" y="550055"/>
                  </a:moveTo>
                  <a:cubicBezTo>
                    <a:pt x="1395490" y="554134"/>
                    <a:pt x="1394853" y="559357"/>
                    <a:pt x="1396645" y="563999"/>
                  </a:cubicBezTo>
                  <a:cubicBezTo>
                    <a:pt x="1406159" y="578640"/>
                    <a:pt x="1429916" y="572714"/>
                    <a:pt x="1445357" y="561359"/>
                  </a:cubicBezTo>
                  <a:lnTo>
                    <a:pt x="1456813" y="552596"/>
                  </a:lnTo>
                  <a:lnTo>
                    <a:pt x="1460846" y="558821"/>
                  </a:lnTo>
                  <a:cubicBezTo>
                    <a:pt x="1464682" y="564646"/>
                    <a:pt x="1473947" y="570722"/>
                    <a:pt x="1478478" y="567785"/>
                  </a:cubicBezTo>
                  <a:lnTo>
                    <a:pt x="1479225" y="567287"/>
                  </a:lnTo>
                  <a:lnTo>
                    <a:pt x="1480720" y="566291"/>
                  </a:lnTo>
                  <a:cubicBezTo>
                    <a:pt x="1484257" y="560015"/>
                    <a:pt x="1480720" y="549706"/>
                    <a:pt x="1475739" y="541788"/>
                  </a:cubicBezTo>
                  <a:lnTo>
                    <a:pt x="1473299" y="538005"/>
                  </a:lnTo>
                  <a:lnTo>
                    <a:pt x="1480669" y="526450"/>
                  </a:lnTo>
                  <a:cubicBezTo>
                    <a:pt x="1487743" y="530384"/>
                    <a:pt x="1498701" y="540842"/>
                    <a:pt x="1507018" y="535414"/>
                  </a:cubicBezTo>
                  <a:cubicBezTo>
                    <a:pt x="1512945" y="531581"/>
                    <a:pt x="1510107" y="520474"/>
                    <a:pt x="1505773" y="513703"/>
                  </a:cubicBezTo>
                  <a:lnTo>
                    <a:pt x="1500045" y="504639"/>
                  </a:lnTo>
                  <a:cubicBezTo>
                    <a:pt x="1497157" y="500157"/>
                    <a:pt x="1487444" y="492438"/>
                    <a:pt x="1483210" y="495177"/>
                  </a:cubicBezTo>
                  <a:cubicBezTo>
                    <a:pt x="1479215" y="498394"/>
                    <a:pt x="1477578" y="503717"/>
                    <a:pt x="1479077" y="508623"/>
                  </a:cubicBezTo>
                  <a:cubicBezTo>
                    <a:pt x="1482065" y="513253"/>
                    <a:pt x="1487295" y="515346"/>
                    <a:pt x="1489884" y="518583"/>
                  </a:cubicBezTo>
                  <a:cubicBezTo>
                    <a:pt x="1485323" y="520749"/>
                    <a:pt x="1479918" y="520111"/>
                    <a:pt x="1475988" y="516940"/>
                  </a:cubicBezTo>
                  <a:lnTo>
                    <a:pt x="1474445" y="517886"/>
                  </a:lnTo>
                  <a:lnTo>
                    <a:pt x="1471407" y="519878"/>
                  </a:lnTo>
                  <a:lnTo>
                    <a:pt x="1469912" y="520824"/>
                  </a:lnTo>
                  <a:cubicBezTo>
                    <a:pt x="1469240" y="522657"/>
                    <a:pt x="1468000" y="524225"/>
                    <a:pt x="1466375" y="525306"/>
                  </a:cubicBezTo>
                  <a:cubicBezTo>
                    <a:pt x="1465329" y="525952"/>
                    <a:pt x="1464184" y="525306"/>
                    <a:pt x="1463387" y="524011"/>
                  </a:cubicBezTo>
                  <a:lnTo>
                    <a:pt x="1459950" y="518731"/>
                  </a:lnTo>
                  <a:lnTo>
                    <a:pt x="1442369" y="499110"/>
                  </a:lnTo>
                  <a:cubicBezTo>
                    <a:pt x="1438982" y="500008"/>
                    <a:pt x="1440426" y="498116"/>
                    <a:pt x="1437986" y="499759"/>
                  </a:cubicBezTo>
                  <a:cubicBezTo>
                    <a:pt x="1435544" y="501402"/>
                    <a:pt x="1436540" y="511213"/>
                    <a:pt x="1437536" y="514699"/>
                  </a:cubicBezTo>
                  <a:cubicBezTo>
                    <a:pt x="1439545" y="520555"/>
                    <a:pt x="1442234" y="526157"/>
                    <a:pt x="1445556" y="531380"/>
                  </a:cubicBezTo>
                  <a:cubicBezTo>
                    <a:pt x="1446578" y="533248"/>
                    <a:pt x="1447474" y="535176"/>
                    <a:pt x="1448245" y="537158"/>
                  </a:cubicBezTo>
                  <a:lnTo>
                    <a:pt x="1440276" y="543682"/>
                  </a:lnTo>
                  <a:lnTo>
                    <a:pt x="1437886" y="544977"/>
                  </a:lnTo>
                  <a:cubicBezTo>
                    <a:pt x="1432407" y="548561"/>
                    <a:pt x="1419906" y="549258"/>
                    <a:pt x="1414875" y="549208"/>
                  </a:cubicBezTo>
                  <a:lnTo>
                    <a:pt x="1413381" y="544877"/>
                  </a:lnTo>
                  <a:cubicBezTo>
                    <a:pt x="1414532" y="542451"/>
                    <a:pt x="1414532" y="539633"/>
                    <a:pt x="1413381" y="537208"/>
                  </a:cubicBezTo>
                  <a:cubicBezTo>
                    <a:pt x="1412734" y="536162"/>
                    <a:pt x="1411388" y="536360"/>
                    <a:pt x="1410193" y="537208"/>
                  </a:cubicBezTo>
                  <a:lnTo>
                    <a:pt x="1409446" y="537655"/>
                  </a:lnTo>
                  <a:cubicBezTo>
                    <a:pt x="1405273" y="541431"/>
                    <a:pt x="1401531" y="545654"/>
                    <a:pt x="1398289" y="550254"/>
                  </a:cubicBezTo>
                  <a:close/>
                  <a:moveTo>
                    <a:pt x="1525845" y="1115069"/>
                  </a:moveTo>
                  <a:lnTo>
                    <a:pt x="1539892" y="1078567"/>
                  </a:lnTo>
                  <a:lnTo>
                    <a:pt x="1542730" y="1079663"/>
                  </a:lnTo>
                  <a:lnTo>
                    <a:pt x="1541983" y="1081655"/>
                  </a:lnTo>
                  <a:cubicBezTo>
                    <a:pt x="1541397" y="1083775"/>
                    <a:pt x="1541226" y="1085992"/>
                    <a:pt x="1541485" y="1088179"/>
                  </a:cubicBezTo>
                  <a:cubicBezTo>
                    <a:pt x="1541730" y="1091286"/>
                    <a:pt x="1542537" y="1094324"/>
                    <a:pt x="1543877" y="1097141"/>
                  </a:cubicBezTo>
                  <a:cubicBezTo>
                    <a:pt x="1546108" y="1101370"/>
                    <a:pt x="1548743" y="1105374"/>
                    <a:pt x="1551746" y="1109093"/>
                  </a:cubicBezTo>
                  <a:lnTo>
                    <a:pt x="1581630" y="1149630"/>
                  </a:lnTo>
                  <a:lnTo>
                    <a:pt x="1607928" y="1159590"/>
                  </a:lnTo>
                  <a:cubicBezTo>
                    <a:pt x="1611868" y="1161681"/>
                    <a:pt x="1616341" y="1162548"/>
                    <a:pt x="1620780" y="1162080"/>
                  </a:cubicBezTo>
                  <a:cubicBezTo>
                    <a:pt x="1624096" y="1160510"/>
                    <a:pt x="1626582" y="1157588"/>
                    <a:pt x="1627603" y="1154062"/>
                  </a:cubicBezTo>
                  <a:lnTo>
                    <a:pt x="1628898" y="1150677"/>
                  </a:lnTo>
                  <a:lnTo>
                    <a:pt x="1631736" y="1151771"/>
                  </a:lnTo>
                  <a:lnTo>
                    <a:pt x="1614702" y="1196242"/>
                  </a:lnTo>
                  <a:lnTo>
                    <a:pt x="1611814" y="1195145"/>
                  </a:lnTo>
                  <a:lnTo>
                    <a:pt x="1613258" y="1191410"/>
                  </a:lnTo>
                  <a:cubicBezTo>
                    <a:pt x="1615006" y="1187924"/>
                    <a:pt x="1614837" y="1183788"/>
                    <a:pt x="1612810" y="1180454"/>
                  </a:cubicBezTo>
                  <a:cubicBezTo>
                    <a:pt x="1609826" y="1177627"/>
                    <a:pt x="1606205" y="1175561"/>
                    <a:pt x="1602250" y="1174430"/>
                  </a:cubicBezTo>
                  <a:lnTo>
                    <a:pt x="1577348" y="1164918"/>
                  </a:lnTo>
                  <a:lnTo>
                    <a:pt x="1522559" y="1176820"/>
                  </a:lnTo>
                  <a:cubicBezTo>
                    <a:pt x="1518394" y="1177611"/>
                    <a:pt x="1514281" y="1178677"/>
                    <a:pt x="1510256" y="1180006"/>
                  </a:cubicBezTo>
                  <a:cubicBezTo>
                    <a:pt x="1507442" y="1181500"/>
                    <a:pt x="1504887" y="1183432"/>
                    <a:pt x="1502686" y="1185734"/>
                  </a:cubicBezTo>
                  <a:cubicBezTo>
                    <a:pt x="1501579" y="1186938"/>
                    <a:pt x="1500748" y="1188364"/>
                    <a:pt x="1500246" y="1189916"/>
                  </a:cubicBezTo>
                  <a:lnTo>
                    <a:pt x="1497356" y="1188872"/>
                  </a:lnTo>
                  <a:lnTo>
                    <a:pt x="1514540" y="1144052"/>
                  </a:lnTo>
                  <a:lnTo>
                    <a:pt x="1517428" y="1145148"/>
                  </a:lnTo>
                  <a:lnTo>
                    <a:pt x="1516532" y="1147488"/>
                  </a:lnTo>
                  <a:cubicBezTo>
                    <a:pt x="1515600" y="1149789"/>
                    <a:pt x="1515291" y="1152299"/>
                    <a:pt x="1515636" y="1154759"/>
                  </a:cubicBezTo>
                  <a:cubicBezTo>
                    <a:pt x="1515885" y="1157034"/>
                    <a:pt x="1517414" y="1158972"/>
                    <a:pt x="1519571" y="1159739"/>
                  </a:cubicBezTo>
                  <a:cubicBezTo>
                    <a:pt x="1523539" y="1160341"/>
                    <a:pt x="1527595" y="1160038"/>
                    <a:pt x="1531425" y="1158843"/>
                  </a:cubicBezTo>
                  <a:lnTo>
                    <a:pt x="1573562" y="1149978"/>
                  </a:lnTo>
                  <a:lnTo>
                    <a:pt x="1549155" y="1117011"/>
                  </a:lnTo>
                  <a:cubicBezTo>
                    <a:pt x="1546940" y="1113377"/>
                    <a:pt x="1543837" y="1110358"/>
                    <a:pt x="1540141" y="1108248"/>
                  </a:cubicBezTo>
                  <a:cubicBezTo>
                    <a:pt x="1538786" y="1107690"/>
                    <a:pt x="1537287" y="1107569"/>
                    <a:pt x="1535857" y="1107898"/>
                  </a:cubicBezTo>
                  <a:cubicBezTo>
                    <a:pt x="1534373" y="1108238"/>
                    <a:pt x="1533013" y="1108979"/>
                    <a:pt x="1531923" y="1110039"/>
                  </a:cubicBezTo>
                  <a:cubicBezTo>
                    <a:pt x="1530453" y="1111792"/>
                    <a:pt x="1529322" y="1113800"/>
                    <a:pt x="1528585" y="1115967"/>
                  </a:cubicBezTo>
                  <a:lnTo>
                    <a:pt x="1525697" y="1114871"/>
                  </a:lnTo>
                  <a:close/>
                  <a:moveTo>
                    <a:pt x="1487345" y="1206599"/>
                  </a:moveTo>
                  <a:lnTo>
                    <a:pt x="1438832" y="1284236"/>
                  </a:lnTo>
                  <a:lnTo>
                    <a:pt x="1460398" y="1299176"/>
                  </a:lnTo>
                  <a:lnTo>
                    <a:pt x="1462091" y="1296487"/>
                  </a:lnTo>
                  <a:cubicBezTo>
                    <a:pt x="1458541" y="1294115"/>
                    <a:pt x="1455673" y="1290854"/>
                    <a:pt x="1453775" y="1287025"/>
                  </a:cubicBezTo>
                  <a:cubicBezTo>
                    <a:pt x="1452360" y="1284085"/>
                    <a:pt x="1451921" y="1280770"/>
                    <a:pt x="1452529" y="1277563"/>
                  </a:cubicBezTo>
                  <a:cubicBezTo>
                    <a:pt x="1453664" y="1274007"/>
                    <a:pt x="1455349" y="1270645"/>
                    <a:pt x="1457510" y="1267603"/>
                  </a:cubicBezTo>
                  <a:lnTo>
                    <a:pt x="1464682" y="1256149"/>
                  </a:lnTo>
                  <a:lnTo>
                    <a:pt x="1537352" y="1301565"/>
                  </a:lnTo>
                  <a:cubicBezTo>
                    <a:pt x="1541037" y="1303409"/>
                    <a:pt x="1544220" y="1306128"/>
                    <a:pt x="1546617" y="1309483"/>
                  </a:cubicBezTo>
                  <a:cubicBezTo>
                    <a:pt x="1548030" y="1313218"/>
                    <a:pt x="1547364" y="1317421"/>
                    <a:pt x="1544873" y="1320538"/>
                  </a:cubicBezTo>
                  <a:lnTo>
                    <a:pt x="1542730" y="1323925"/>
                  </a:lnTo>
                  <a:lnTo>
                    <a:pt x="1545321" y="1325518"/>
                  </a:lnTo>
                  <a:lnTo>
                    <a:pt x="1570573" y="1285181"/>
                  </a:lnTo>
                  <a:lnTo>
                    <a:pt x="1567982" y="1283587"/>
                  </a:lnTo>
                  <a:lnTo>
                    <a:pt x="1565891" y="1286874"/>
                  </a:lnTo>
                  <a:cubicBezTo>
                    <a:pt x="1564252" y="1290067"/>
                    <a:pt x="1561308" y="1292392"/>
                    <a:pt x="1557822" y="1293248"/>
                  </a:cubicBezTo>
                  <a:cubicBezTo>
                    <a:pt x="1553389" y="1292796"/>
                    <a:pt x="1549185" y="1291067"/>
                    <a:pt x="1545719" y="1288270"/>
                  </a:cubicBezTo>
                  <a:lnTo>
                    <a:pt x="1473049" y="1242853"/>
                  </a:lnTo>
                  <a:lnTo>
                    <a:pt x="1481419" y="1229457"/>
                  </a:lnTo>
                  <a:cubicBezTo>
                    <a:pt x="1483335" y="1226090"/>
                    <a:pt x="1486034" y="1223236"/>
                    <a:pt x="1489288" y="1221140"/>
                  </a:cubicBezTo>
                  <a:cubicBezTo>
                    <a:pt x="1492196" y="1219511"/>
                    <a:pt x="1495528" y="1218801"/>
                    <a:pt x="1498850" y="1219100"/>
                  </a:cubicBezTo>
                  <a:cubicBezTo>
                    <a:pt x="1502322" y="1219616"/>
                    <a:pt x="1505685" y="1220692"/>
                    <a:pt x="1508812" y="1222287"/>
                  </a:cubicBezTo>
                  <a:lnTo>
                    <a:pt x="1510455" y="1219598"/>
                  </a:lnTo>
                  <a:lnTo>
                    <a:pt x="1487544" y="1206700"/>
                  </a:lnTo>
                  <a:close/>
                  <a:moveTo>
                    <a:pt x="1504678" y="1375318"/>
                  </a:moveTo>
                  <a:lnTo>
                    <a:pt x="1501989" y="1378354"/>
                  </a:lnTo>
                  <a:cubicBezTo>
                    <a:pt x="1500270" y="1380356"/>
                    <a:pt x="1498052" y="1381870"/>
                    <a:pt x="1495562" y="1382738"/>
                  </a:cubicBezTo>
                  <a:cubicBezTo>
                    <a:pt x="1493983" y="1383394"/>
                    <a:pt x="1492230" y="1383499"/>
                    <a:pt x="1490583" y="1383035"/>
                  </a:cubicBezTo>
                  <a:cubicBezTo>
                    <a:pt x="1487205" y="1381308"/>
                    <a:pt x="1484102" y="1379091"/>
                    <a:pt x="1481368" y="1376462"/>
                  </a:cubicBezTo>
                  <a:lnTo>
                    <a:pt x="1426580" y="1328905"/>
                  </a:lnTo>
                  <a:cubicBezTo>
                    <a:pt x="1422963" y="1326405"/>
                    <a:pt x="1420105" y="1322959"/>
                    <a:pt x="1418311" y="1318945"/>
                  </a:cubicBezTo>
                  <a:cubicBezTo>
                    <a:pt x="1417817" y="1315186"/>
                    <a:pt x="1419109" y="1311411"/>
                    <a:pt x="1421798" y="1308736"/>
                  </a:cubicBezTo>
                  <a:lnTo>
                    <a:pt x="1424487" y="1305698"/>
                  </a:lnTo>
                  <a:lnTo>
                    <a:pt x="1422146" y="1303706"/>
                  </a:lnTo>
                  <a:lnTo>
                    <a:pt x="1390619" y="1339960"/>
                  </a:lnTo>
                  <a:lnTo>
                    <a:pt x="1392959" y="1341952"/>
                  </a:lnTo>
                  <a:lnTo>
                    <a:pt x="1395550" y="1338964"/>
                  </a:lnTo>
                  <a:cubicBezTo>
                    <a:pt x="1397303" y="1336958"/>
                    <a:pt x="1399529" y="1335417"/>
                    <a:pt x="1402025" y="1334482"/>
                  </a:cubicBezTo>
                  <a:cubicBezTo>
                    <a:pt x="1403638" y="1333934"/>
                    <a:pt x="1405391" y="1333934"/>
                    <a:pt x="1407006" y="1334482"/>
                  </a:cubicBezTo>
                  <a:cubicBezTo>
                    <a:pt x="1410386" y="1336174"/>
                    <a:pt x="1413479" y="1338395"/>
                    <a:pt x="1416171" y="1341056"/>
                  </a:cubicBezTo>
                  <a:lnTo>
                    <a:pt x="1470959" y="1388563"/>
                  </a:lnTo>
                  <a:cubicBezTo>
                    <a:pt x="1474550" y="1391103"/>
                    <a:pt x="1477418" y="1394535"/>
                    <a:pt x="1479276" y="1398523"/>
                  </a:cubicBezTo>
                  <a:cubicBezTo>
                    <a:pt x="1479824" y="1402312"/>
                    <a:pt x="1478508" y="1406132"/>
                    <a:pt x="1475739" y="1408782"/>
                  </a:cubicBezTo>
                  <a:lnTo>
                    <a:pt x="1473150" y="1411768"/>
                  </a:lnTo>
                  <a:lnTo>
                    <a:pt x="1475391" y="1413760"/>
                  </a:lnTo>
                  <a:lnTo>
                    <a:pt x="1506968" y="1377509"/>
                  </a:lnTo>
                  <a:lnTo>
                    <a:pt x="1504678" y="1375517"/>
                  </a:lnTo>
                  <a:close/>
                  <a:moveTo>
                    <a:pt x="1361232" y="1367599"/>
                  </a:moveTo>
                  <a:lnTo>
                    <a:pt x="1358990" y="1369689"/>
                  </a:lnTo>
                  <a:cubicBezTo>
                    <a:pt x="1360057" y="1371372"/>
                    <a:pt x="1360609" y="1373326"/>
                    <a:pt x="1360585" y="1375318"/>
                  </a:cubicBezTo>
                  <a:cubicBezTo>
                    <a:pt x="1360434" y="1376601"/>
                    <a:pt x="1359792" y="1377782"/>
                    <a:pt x="1358792" y="1378603"/>
                  </a:cubicBezTo>
                  <a:cubicBezTo>
                    <a:pt x="1356938" y="1379959"/>
                    <a:pt x="1354841" y="1380938"/>
                    <a:pt x="1352616" y="1381493"/>
                  </a:cubicBezTo>
                  <a:cubicBezTo>
                    <a:pt x="1346339" y="1383394"/>
                    <a:pt x="1340533" y="1386601"/>
                    <a:pt x="1335582" y="1390905"/>
                  </a:cubicBezTo>
                  <a:cubicBezTo>
                    <a:pt x="1328912" y="1396497"/>
                    <a:pt x="1324722" y="1404499"/>
                    <a:pt x="1323927" y="1413164"/>
                  </a:cubicBezTo>
                  <a:cubicBezTo>
                    <a:pt x="1322999" y="1421048"/>
                    <a:pt x="1325564" y="1428946"/>
                    <a:pt x="1330949" y="1434777"/>
                  </a:cubicBezTo>
                  <a:cubicBezTo>
                    <a:pt x="1333893" y="1438102"/>
                    <a:pt x="1337629" y="1440639"/>
                    <a:pt x="1341808" y="1442147"/>
                  </a:cubicBezTo>
                  <a:cubicBezTo>
                    <a:pt x="1346295" y="1443651"/>
                    <a:pt x="1351037" y="1444229"/>
                    <a:pt x="1355753" y="1443839"/>
                  </a:cubicBezTo>
                  <a:cubicBezTo>
                    <a:pt x="1363777" y="1443022"/>
                    <a:pt x="1371732" y="1441645"/>
                    <a:pt x="1379561" y="1439707"/>
                  </a:cubicBezTo>
                  <a:cubicBezTo>
                    <a:pt x="1386130" y="1438048"/>
                    <a:pt x="1392780" y="1436733"/>
                    <a:pt x="1399484" y="1435773"/>
                  </a:cubicBezTo>
                  <a:cubicBezTo>
                    <a:pt x="1403041" y="1435373"/>
                    <a:pt x="1406636" y="1435733"/>
                    <a:pt x="1410043" y="1436817"/>
                  </a:cubicBezTo>
                  <a:cubicBezTo>
                    <a:pt x="1412808" y="1437795"/>
                    <a:pt x="1415303" y="1439418"/>
                    <a:pt x="1417315" y="1441548"/>
                  </a:cubicBezTo>
                  <a:cubicBezTo>
                    <a:pt x="1420623" y="1445253"/>
                    <a:pt x="1422132" y="1450223"/>
                    <a:pt x="1421449" y="1455145"/>
                  </a:cubicBezTo>
                  <a:cubicBezTo>
                    <a:pt x="1420613" y="1461014"/>
                    <a:pt x="1417588" y="1466348"/>
                    <a:pt x="1412981" y="1470083"/>
                  </a:cubicBezTo>
                  <a:cubicBezTo>
                    <a:pt x="1408749" y="1473958"/>
                    <a:pt x="1403608" y="1476718"/>
                    <a:pt x="1398040" y="1478101"/>
                  </a:cubicBezTo>
                  <a:cubicBezTo>
                    <a:pt x="1393154" y="1479471"/>
                    <a:pt x="1387984" y="1479471"/>
                    <a:pt x="1383098" y="1478101"/>
                  </a:cubicBezTo>
                  <a:cubicBezTo>
                    <a:pt x="1377100" y="1475894"/>
                    <a:pt x="1371543" y="1472657"/>
                    <a:pt x="1366661" y="1468539"/>
                  </a:cubicBezTo>
                  <a:lnTo>
                    <a:pt x="1364419" y="1470631"/>
                  </a:lnTo>
                  <a:lnTo>
                    <a:pt x="1390169" y="1499166"/>
                  </a:lnTo>
                  <a:lnTo>
                    <a:pt x="1392411" y="1497124"/>
                  </a:lnTo>
                  <a:cubicBezTo>
                    <a:pt x="1391272" y="1495690"/>
                    <a:pt x="1390543" y="1493967"/>
                    <a:pt x="1390320" y="1492144"/>
                  </a:cubicBezTo>
                  <a:cubicBezTo>
                    <a:pt x="1390414" y="1490929"/>
                    <a:pt x="1390987" y="1489798"/>
                    <a:pt x="1391913" y="1489007"/>
                  </a:cubicBezTo>
                  <a:cubicBezTo>
                    <a:pt x="1394837" y="1487001"/>
                    <a:pt x="1397980" y="1485326"/>
                    <a:pt x="1401278" y="1484027"/>
                  </a:cubicBezTo>
                  <a:cubicBezTo>
                    <a:pt x="1404704" y="1482593"/>
                    <a:pt x="1408030" y="1480931"/>
                    <a:pt x="1411240" y="1479047"/>
                  </a:cubicBezTo>
                  <a:cubicBezTo>
                    <a:pt x="1413853" y="1477408"/>
                    <a:pt x="1416325" y="1475541"/>
                    <a:pt x="1418611" y="1473471"/>
                  </a:cubicBezTo>
                  <a:cubicBezTo>
                    <a:pt x="1425823" y="1467505"/>
                    <a:pt x="1430390" y="1458928"/>
                    <a:pt x="1431312" y="1449617"/>
                  </a:cubicBezTo>
                  <a:cubicBezTo>
                    <a:pt x="1432312" y="1441265"/>
                    <a:pt x="1429643" y="1432889"/>
                    <a:pt x="1423989" y="1426658"/>
                  </a:cubicBezTo>
                  <a:cubicBezTo>
                    <a:pt x="1421007" y="1423353"/>
                    <a:pt x="1417285" y="1420799"/>
                    <a:pt x="1413132" y="1419190"/>
                  </a:cubicBezTo>
                  <a:cubicBezTo>
                    <a:pt x="1408749" y="1417532"/>
                    <a:pt x="1404056" y="1416869"/>
                    <a:pt x="1399384" y="1417246"/>
                  </a:cubicBezTo>
                  <a:cubicBezTo>
                    <a:pt x="1391071" y="1418194"/>
                    <a:pt x="1382849" y="1419773"/>
                    <a:pt x="1374781" y="1421977"/>
                  </a:cubicBezTo>
                  <a:cubicBezTo>
                    <a:pt x="1365337" y="1424907"/>
                    <a:pt x="1355474" y="1426271"/>
                    <a:pt x="1345592" y="1426012"/>
                  </a:cubicBezTo>
                  <a:cubicBezTo>
                    <a:pt x="1342166" y="1425614"/>
                    <a:pt x="1338998" y="1423986"/>
                    <a:pt x="1336677" y="1421431"/>
                  </a:cubicBezTo>
                  <a:cubicBezTo>
                    <a:pt x="1333624" y="1417973"/>
                    <a:pt x="1332240" y="1413349"/>
                    <a:pt x="1332891" y="1408782"/>
                  </a:cubicBezTo>
                  <a:cubicBezTo>
                    <a:pt x="1333379" y="1403568"/>
                    <a:pt x="1335905" y="1398752"/>
                    <a:pt x="1339914" y="1395387"/>
                  </a:cubicBezTo>
                  <a:cubicBezTo>
                    <a:pt x="1343774" y="1391975"/>
                    <a:pt x="1348436" y="1389593"/>
                    <a:pt x="1353463" y="1388465"/>
                  </a:cubicBezTo>
                  <a:cubicBezTo>
                    <a:pt x="1358462" y="1387160"/>
                    <a:pt x="1363738" y="1387318"/>
                    <a:pt x="1368653" y="1388913"/>
                  </a:cubicBezTo>
                  <a:cubicBezTo>
                    <a:pt x="1374532" y="1391063"/>
                    <a:pt x="1379930" y="1394344"/>
                    <a:pt x="1384542" y="1398573"/>
                  </a:cubicBezTo>
                  <a:lnTo>
                    <a:pt x="1386783" y="1396531"/>
                  </a:lnTo>
                  <a:lnTo>
                    <a:pt x="1360834" y="1367647"/>
                  </a:lnTo>
                  <a:close/>
                  <a:moveTo>
                    <a:pt x="1255042" y="1518837"/>
                  </a:moveTo>
                  <a:lnTo>
                    <a:pt x="1229641" y="1479744"/>
                  </a:lnTo>
                  <a:cubicBezTo>
                    <a:pt x="1232698" y="1476641"/>
                    <a:pt x="1236032" y="1473824"/>
                    <a:pt x="1239603" y="1471328"/>
                  </a:cubicBezTo>
                  <a:cubicBezTo>
                    <a:pt x="1244857" y="1467559"/>
                    <a:pt x="1251431" y="1466115"/>
                    <a:pt x="1257781" y="1467344"/>
                  </a:cubicBezTo>
                  <a:cubicBezTo>
                    <a:pt x="1264044" y="1468699"/>
                    <a:pt x="1269452" y="1472599"/>
                    <a:pt x="1272724" y="1478101"/>
                  </a:cubicBezTo>
                  <a:cubicBezTo>
                    <a:pt x="1276570" y="1483754"/>
                    <a:pt x="1277600" y="1490864"/>
                    <a:pt x="1275514" y="1497373"/>
                  </a:cubicBezTo>
                  <a:cubicBezTo>
                    <a:pt x="1272431" y="1505455"/>
                    <a:pt x="1266592" y="1512192"/>
                    <a:pt x="1259026" y="1516395"/>
                  </a:cubicBezTo>
                  <a:lnTo>
                    <a:pt x="1257384" y="1517343"/>
                  </a:lnTo>
                  <a:lnTo>
                    <a:pt x="1255092" y="1518837"/>
                  </a:lnTo>
                  <a:close/>
                  <a:moveTo>
                    <a:pt x="1353262" y="1523817"/>
                  </a:moveTo>
                  <a:lnTo>
                    <a:pt x="1351569" y="1521277"/>
                  </a:lnTo>
                  <a:cubicBezTo>
                    <a:pt x="1346958" y="1523761"/>
                    <a:pt x="1341856" y="1525205"/>
                    <a:pt x="1336626" y="1525510"/>
                  </a:cubicBezTo>
                  <a:cubicBezTo>
                    <a:pt x="1329894" y="1525016"/>
                    <a:pt x="1323299" y="1523327"/>
                    <a:pt x="1317153" y="1520530"/>
                  </a:cubicBezTo>
                  <a:lnTo>
                    <a:pt x="1280246" y="1506138"/>
                  </a:lnTo>
                  <a:cubicBezTo>
                    <a:pt x="1286156" y="1500734"/>
                    <a:pt x="1290218" y="1493608"/>
                    <a:pt x="1291850" y="1485770"/>
                  </a:cubicBezTo>
                  <a:cubicBezTo>
                    <a:pt x="1292927" y="1479232"/>
                    <a:pt x="1291447" y="1472529"/>
                    <a:pt x="1287717" y="1467047"/>
                  </a:cubicBezTo>
                  <a:cubicBezTo>
                    <a:pt x="1284518" y="1461872"/>
                    <a:pt x="1279543" y="1458047"/>
                    <a:pt x="1273720" y="1456290"/>
                  </a:cubicBezTo>
                  <a:cubicBezTo>
                    <a:pt x="1268086" y="1454587"/>
                    <a:pt x="1262069" y="1454587"/>
                    <a:pt x="1256438" y="1456290"/>
                  </a:cubicBezTo>
                  <a:cubicBezTo>
                    <a:pt x="1248064" y="1459207"/>
                    <a:pt x="1240149" y="1463296"/>
                    <a:pt x="1232929" y="1468440"/>
                  </a:cubicBezTo>
                  <a:lnTo>
                    <a:pt x="1198611" y="1490700"/>
                  </a:lnTo>
                  <a:lnTo>
                    <a:pt x="1200304" y="1493240"/>
                  </a:lnTo>
                  <a:lnTo>
                    <a:pt x="1203841" y="1490999"/>
                  </a:lnTo>
                  <a:cubicBezTo>
                    <a:pt x="1206679" y="1488848"/>
                    <a:pt x="1210320" y="1488051"/>
                    <a:pt x="1213803" y="1488808"/>
                  </a:cubicBezTo>
                  <a:cubicBezTo>
                    <a:pt x="1215944" y="1489405"/>
                    <a:pt x="1219033" y="1492642"/>
                    <a:pt x="1222867" y="1498768"/>
                  </a:cubicBezTo>
                  <a:lnTo>
                    <a:pt x="1262314" y="1559571"/>
                  </a:lnTo>
                  <a:cubicBezTo>
                    <a:pt x="1264845" y="1562838"/>
                    <a:pt x="1266552" y="1566663"/>
                    <a:pt x="1267295" y="1570726"/>
                  </a:cubicBezTo>
                  <a:cubicBezTo>
                    <a:pt x="1267127" y="1574720"/>
                    <a:pt x="1264825" y="1578316"/>
                    <a:pt x="1261268" y="1580138"/>
                  </a:cubicBezTo>
                  <a:lnTo>
                    <a:pt x="1257733" y="1582429"/>
                  </a:lnTo>
                  <a:lnTo>
                    <a:pt x="1259426" y="1584969"/>
                  </a:lnTo>
                  <a:lnTo>
                    <a:pt x="1299719" y="1558824"/>
                  </a:lnTo>
                  <a:lnTo>
                    <a:pt x="1298076" y="1556286"/>
                  </a:lnTo>
                  <a:lnTo>
                    <a:pt x="1294391" y="1558675"/>
                  </a:lnTo>
                  <a:cubicBezTo>
                    <a:pt x="1291541" y="1560806"/>
                    <a:pt x="1287886" y="1561553"/>
                    <a:pt x="1284429" y="1560717"/>
                  </a:cubicBezTo>
                  <a:cubicBezTo>
                    <a:pt x="1282238" y="1560119"/>
                    <a:pt x="1279149" y="1556882"/>
                    <a:pt x="1275315" y="1550757"/>
                  </a:cubicBezTo>
                  <a:lnTo>
                    <a:pt x="1257582" y="1523468"/>
                  </a:lnTo>
                  <a:cubicBezTo>
                    <a:pt x="1258380" y="1523020"/>
                    <a:pt x="1259127" y="1522572"/>
                    <a:pt x="1259774" y="1522122"/>
                  </a:cubicBezTo>
                  <a:cubicBezTo>
                    <a:pt x="1260457" y="1521739"/>
                    <a:pt x="1261123" y="1521327"/>
                    <a:pt x="1261766" y="1520877"/>
                  </a:cubicBezTo>
                  <a:cubicBezTo>
                    <a:pt x="1263260" y="1519931"/>
                    <a:pt x="1265104" y="1518636"/>
                    <a:pt x="1267444" y="1517044"/>
                  </a:cubicBezTo>
                  <a:lnTo>
                    <a:pt x="1327811" y="1540349"/>
                  </a:lnTo>
                  <a:lnTo>
                    <a:pt x="1352716" y="1524016"/>
                  </a:lnTo>
                  <a:close/>
                  <a:moveTo>
                    <a:pt x="1123252" y="1527102"/>
                  </a:moveTo>
                  <a:lnTo>
                    <a:pt x="1139888" y="1568187"/>
                  </a:lnTo>
                  <a:lnTo>
                    <a:pt x="1162750" y="1558974"/>
                  </a:lnTo>
                  <a:cubicBezTo>
                    <a:pt x="1167082" y="1557753"/>
                    <a:pt x="1170888" y="1555129"/>
                    <a:pt x="1173557" y="1551504"/>
                  </a:cubicBezTo>
                  <a:cubicBezTo>
                    <a:pt x="1175241" y="1546864"/>
                    <a:pt x="1175022" y="1541749"/>
                    <a:pt x="1172959" y="1537261"/>
                  </a:cubicBezTo>
                  <a:lnTo>
                    <a:pt x="1175799" y="1536117"/>
                  </a:lnTo>
                  <a:lnTo>
                    <a:pt x="1190392" y="1572320"/>
                  </a:lnTo>
                  <a:lnTo>
                    <a:pt x="1187602" y="1573465"/>
                  </a:lnTo>
                  <a:cubicBezTo>
                    <a:pt x="1185970" y="1570258"/>
                    <a:pt x="1183927" y="1567280"/>
                    <a:pt x="1181527" y="1564601"/>
                  </a:cubicBezTo>
                  <a:cubicBezTo>
                    <a:pt x="1179774" y="1563143"/>
                    <a:pt x="1177582" y="1562300"/>
                    <a:pt x="1175301" y="1562211"/>
                  </a:cubicBezTo>
                  <a:cubicBezTo>
                    <a:pt x="1171734" y="1562235"/>
                    <a:pt x="1168217" y="1563033"/>
                    <a:pt x="1164990" y="1564551"/>
                  </a:cubicBezTo>
                  <a:lnTo>
                    <a:pt x="1142129" y="1573814"/>
                  </a:lnTo>
                  <a:lnTo>
                    <a:pt x="1155976" y="1608076"/>
                  </a:lnTo>
                  <a:cubicBezTo>
                    <a:pt x="1156966" y="1610959"/>
                    <a:pt x="1158326" y="1613702"/>
                    <a:pt x="1160011" y="1616243"/>
                  </a:cubicBezTo>
                  <a:cubicBezTo>
                    <a:pt x="1160832" y="1617088"/>
                    <a:pt x="1161923" y="1617622"/>
                    <a:pt x="1163098" y="1617737"/>
                  </a:cubicBezTo>
                  <a:cubicBezTo>
                    <a:pt x="1165241" y="1617747"/>
                    <a:pt x="1167355" y="1617249"/>
                    <a:pt x="1169274" y="1616293"/>
                  </a:cubicBezTo>
                  <a:lnTo>
                    <a:pt x="1186906" y="1609122"/>
                  </a:lnTo>
                  <a:cubicBezTo>
                    <a:pt x="1191294" y="1607568"/>
                    <a:pt x="1195447" y="1605425"/>
                    <a:pt x="1199257" y="1602746"/>
                  </a:cubicBezTo>
                  <a:cubicBezTo>
                    <a:pt x="1201778" y="1600620"/>
                    <a:pt x="1203726" y="1597897"/>
                    <a:pt x="1204935" y="1594829"/>
                  </a:cubicBezTo>
                  <a:cubicBezTo>
                    <a:pt x="1207187" y="1588977"/>
                    <a:pt x="1208512" y="1582812"/>
                    <a:pt x="1208872" y="1576553"/>
                  </a:cubicBezTo>
                  <a:lnTo>
                    <a:pt x="1211959" y="1575308"/>
                  </a:lnTo>
                  <a:lnTo>
                    <a:pt x="1213553" y="1605186"/>
                  </a:lnTo>
                  <a:lnTo>
                    <a:pt x="1133413" y="1637556"/>
                  </a:lnTo>
                  <a:lnTo>
                    <a:pt x="1132266" y="1634767"/>
                  </a:lnTo>
                  <a:lnTo>
                    <a:pt x="1135953" y="1633273"/>
                  </a:lnTo>
                  <a:cubicBezTo>
                    <a:pt x="1138388" y="1632287"/>
                    <a:pt x="1140535" y="1630695"/>
                    <a:pt x="1142178" y="1628643"/>
                  </a:cubicBezTo>
                  <a:cubicBezTo>
                    <a:pt x="1143439" y="1627297"/>
                    <a:pt x="1144122" y="1625504"/>
                    <a:pt x="1144072" y="1623663"/>
                  </a:cubicBezTo>
                  <a:cubicBezTo>
                    <a:pt x="1143489" y="1620062"/>
                    <a:pt x="1142419" y="1616562"/>
                    <a:pt x="1140884" y="1613255"/>
                  </a:cubicBezTo>
                  <a:lnTo>
                    <a:pt x="1113539" y="1545677"/>
                  </a:lnTo>
                  <a:cubicBezTo>
                    <a:pt x="1112328" y="1541271"/>
                    <a:pt x="1109918" y="1537287"/>
                    <a:pt x="1106566" y="1534175"/>
                  </a:cubicBezTo>
                  <a:cubicBezTo>
                    <a:pt x="1103134" y="1532940"/>
                    <a:pt x="1099344" y="1533193"/>
                    <a:pt x="1096106" y="1534872"/>
                  </a:cubicBezTo>
                  <a:lnTo>
                    <a:pt x="1092421" y="1536365"/>
                  </a:lnTo>
                  <a:lnTo>
                    <a:pt x="1091276" y="1533478"/>
                  </a:lnTo>
                  <a:lnTo>
                    <a:pt x="1171417" y="1501108"/>
                  </a:lnTo>
                  <a:lnTo>
                    <a:pt x="1181776" y="1523417"/>
                  </a:lnTo>
                  <a:lnTo>
                    <a:pt x="1178787" y="1524612"/>
                  </a:lnTo>
                  <a:cubicBezTo>
                    <a:pt x="1176665" y="1520859"/>
                    <a:pt x="1173921" y="1517488"/>
                    <a:pt x="1170669" y="1514654"/>
                  </a:cubicBezTo>
                  <a:cubicBezTo>
                    <a:pt x="1168408" y="1513110"/>
                    <a:pt x="1165733" y="1512293"/>
                    <a:pt x="1162999" y="1512313"/>
                  </a:cubicBezTo>
                  <a:cubicBezTo>
                    <a:pt x="1159083" y="1512791"/>
                    <a:pt x="1155269" y="1513881"/>
                    <a:pt x="1151692" y="1515550"/>
                  </a:cubicBezTo>
                  <a:lnTo>
                    <a:pt x="1123152" y="1527054"/>
                  </a:lnTo>
                  <a:close/>
                  <a:moveTo>
                    <a:pt x="1074738" y="1537809"/>
                  </a:moveTo>
                  <a:lnTo>
                    <a:pt x="1075287" y="1540847"/>
                  </a:lnTo>
                  <a:cubicBezTo>
                    <a:pt x="1072119" y="1541858"/>
                    <a:pt x="1069269" y="1543675"/>
                    <a:pt x="1067020" y="1546127"/>
                  </a:cubicBezTo>
                  <a:cubicBezTo>
                    <a:pt x="1064264" y="1550245"/>
                    <a:pt x="1062403" y="1554890"/>
                    <a:pt x="1061541" y="1559772"/>
                  </a:cubicBezTo>
                  <a:lnTo>
                    <a:pt x="1039575" y="1660513"/>
                  </a:lnTo>
                  <a:lnTo>
                    <a:pt x="1036586" y="1661061"/>
                  </a:lnTo>
                  <a:lnTo>
                    <a:pt x="978412" y="1573117"/>
                  </a:lnTo>
                  <a:cubicBezTo>
                    <a:pt x="976648" y="1570208"/>
                    <a:pt x="974616" y="1567475"/>
                    <a:pt x="972334" y="1564950"/>
                  </a:cubicBezTo>
                  <a:cubicBezTo>
                    <a:pt x="970701" y="1563515"/>
                    <a:pt x="968759" y="1562480"/>
                    <a:pt x="966656" y="1561912"/>
                  </a:cubicBezTo>
                  <a:cubicBezTo>
                    <a:pt x="963913" y="1561276"/>
                    <a:pt x="961079" y="1561141"/>
                    <a:pt x="958289" y="1561515"/>
                  </a:cubicBezTo>
                  <a:lnTo>
                    <a:pt x="957791" y="1558426"/>
                  </a:lnTo>
                  <a:lnTo>
                    <a:pt x="1002917" y="1550458"/>
                  </a:lnTo>
                  <a:lnTo>
                    <a:pt x="1003415" y="1553547"/>
                  </a:lnTo>
                  <a:cubicBezTo>
                    <a:pt x="999938" y="1554149"/>
                    <a:pt x="996681" y="1555643"/>
                    <a:pt x="993951" y="1557878"/>
                  </a:cubicBezTo>
                  <a:cubicBezTo>
                    <a:pt x="992676" y="1559298"/>
                    <a:pt x="992139" y="1561235"/>
                    <a:pt x="992507" y="1563107"/>
                  </a:cubicBezTo>
                  <a:cubicBezTo>
                    <a:pt x="993772" y="1567430"/>
                    <a:pt x="995799" y="1571493"/>
                    <a:pt x="998484" y="1575109"/>
                  </a:cubicBezTo>
                  <a:lnTo>
                    <a:pt x="1038030" y="1634868"/>
                  </a:lnTo>
                  <a:lnTo>
                    <a:pt x="1052973" y="1566344"/>
                  </a:lnTo>
                  <a:cubicBezTo>
                    <a:pt x="1054248" y="1561862"/>
                    <a:pt x="1054771" y="1557201"/>
                    <a:pt x="1054517" y="1552551"/>
                  </a:cubicBezTo>
                  <a:cubicBezTo>
                    <a:pt x="1054130" y="1550777"/>
                    <a:pt x="1052983" y="1549267"/>
                    <a:pt x="1051380" y="1548416"/>
                  </a:cubicBezTo>
                  <a:cubicBezTo>
                    <a:pt x="1048739" y="1547123"/>
                    <a:pt x="1045791" y="1546568"/>
                    <a:pt x="1042863" y="1546824"/>
                  </a:cubicBezTo>
                  <a:lnTo>
                    <a:pt x="1041418" y="1546824"/>
                  </a:lnTo>
                  <a:lnTo>
                    <a:pt x="1040870" y="1543785"/>
                  </a:lnTo>
                  <a:lnTo>
                    <a:pt x="1074939" y="1537759"/>
                  </a:lnTo>
                  <a:close/>
                  <a:moveTo>
                    <a:pt x="937769" y="1665991"/>
                  </a:moveTo>
                  <a:lnTo>
                    <a:pt x="937769" y="1669029"/>
                  </a:lnTo>
                  <a:lnTo>
                    <a:pt x="889705" y="1670722"/>
                  </a:lnTo>
                  <a:lnTo>
                    <a:pt x="889705" y="1667684"/>
                  </a:lnTo>
                  <a:lnTo>
                    <a:pt x="893690" y="1667684"/>
                  </a:lnTo>
                  <a:cubicBezTo>
                    <a:pt x="897530" y="1667969"/>
                    <a:pt x="901266" y="1666324"/>
                    <a:pt x="903650" y="1663302"/>
                  </a:cubicBezTo>
                  <a:cubicBezTo>
                    <a:pt x="905319" y="1659258"/>
                    <a:pt x="905871" y="1654836"/>
                    <a:pt x="905244" y="1650504"/>
                  </a:cubicBezTo>
                  <a:lnTo>
                    <a:pt x="902704" y="1578097"/>
                  </a:lnTo>
                  <a:cubicBezTo>
                    <a:pt x="902774" y="1574312"/>
                    <a:pt x="902290" y="1570537"/>
                    <a:pt x="901260" y="1566892"/>
                  </a:cubicBezTo>
                  <a:cubicBezTo>
                    <a:pt x="900478" y="1565398"/>
                    <a:pt x="899237" y="1564193"/>
                    <a:pt x="897723" y="1563456"/>
                  </a:cubicBezTo>
                  <a:cubicBezTo>
                    <a:pt x="895353" y="1562246"/>
                    <a:pt x="892712" y="1561663"/>
                    <a:pt x="890053" y="1561764"/>
                  </a:cubicBezTo>
                  <a:lnTo>
                    <a:pt x="886068" y="1561764"/>
                  </a:lnTo>
                  <a:lnTo>
                    <a:pt x="886068" y="1558675"/>
                  </a:lnTo>
                  <a:lnTo>
                    <a:pt x="934132" y="1557033"/>
                  </a:lnTo>
                  <a:lnTo>
                    <a:pt x="934132" y="1560069"/>
                  </a:lnTo>
                  <a:lnTo>
                    <a:pt x="930049" y="1560069"/>
                  </a:lnTo>
                  <a:cubicBezTo>
                    <a:pt x="926213" y="1559840"/>
                    <a:pt x="922507" y="1561468"/>
                    <a:pt x="920087" y="1564452"/>
                  </a:cubicBezTo>
                  <a:cubicBezTo>
                    <a:pt x="918418" y="1568495"/>
                    <a:pt x="917865" y="1572916"/>
                    <a:pt x="918494" y="1577250"/>
                  </a:cubicBezTo>
                  <a:lnTo>
                    <a:pt x="920983" y="1649657"/>
                  </a:lnTo>
                  <a:cubicBezTo>
                    <a:pt x="920894" y="1653446"/>
                    <a:pt x="921396" y="1657225"/>
                    <a:pt x="922477" y="1660862"/>
                  </a:cubicBezTo>
                  <a:cubicBezTo>
                    <a:pt x="923250" y="1662380"/>
                    <a:pt x="924515" y="1663591"/>
                    <a:pt x="926064" y="1664298"/>
                  </a:cubicBezTo>
                  <a:cubicBezTo>
                    <a:pt x="928390" y="1665537"/>
                    <a:pt x="931001" y="1666135"/>
                    <a:pt x="933634" y="1666041"/>
                  </a:cubicBezTo>
                  <a:lnTo>
                    <a:pt x="937719" y="1666041"/>
                  </a:lnTo>
                  <a:close/>
                  <a:moveTo>
                    <a:pt x="744616" y="1542641"/>
                  </a:moveTo>
                  <a:lnTo>
                    <a:pt x="774499" y="1546874"/>
                  </a:lnTo>
                  <a:lnTo>
                    <a:pt x="830732" y="1639697"/>
                  </a:lnTo>
                  <a:lnTo>
                    <a:pt x="839697" y="1575657"/>
                  </a:lnTo>
                  <a:cubicBezTo>
                    <a:pt x="840858" y="1571358"/>
                    <a:pt x="840699" y="1566818"/>
                    <a:pt x="839249" y="1562609"/>
                  </a:cubicBezTo>
                  <a:cubicBezTo>
                    <a:pt x="837092" y="1559661"/>
                    <a:pt x="833730" y="1557834"/>
                    <a:pt x="830085" y="1557629"/>
                  </a:cubicBezTo>
                  <a:lnTo>
                    <a:pt x="826249" y="1557081"/>
                  </a:lnTo>
                  <a:lnTo>
                    <a:pt x="826699" y="1554045"/>
                  </a:lnTo>
                  <a:lnTo>
                    <a:pt x="865349" y="1559472"/>
                  </a:lnTo>
                  <a:lnTo>
                    <a:pt x="864901" y="1562511"/>
                  </a:lnTo>
                  <a:lnTo>
                    <a:pt x="860966" y="1561962"/>
                  </a:lnTo>
                  <a:cubicBezTo>
                    <a:pt x="857201" y="1561037"/>
                    <a:pt x="853226" y="1562087"/>
                    <a:pt x="850406" y="1564750"/>
                  </a:cubicBezTo>
                  <a:cubicBezTo>
                    <a:pt x="848315" y="1568332"/>
                    <a:pt x="847118" y="1572360"/>
                    <a:pt x="846919" y="1576503"/>
                  </a:cubicBezTo>
                  <a:lnTo>
                    <a:pt x="833770" y="1670075"/>
                  </a:lnTo>
                  <a:lnTo>
                    <a:pt x="830782" y="1669676"/>
                  </a:lnTo>
                  <a:lnTo>
                    <a:pt x="770167" y="1570079"/>
                  </a:lnTo>
                  <a:lnTo>
                    <a:pt x="760553" y="1638502"/>
                  </a:lnTo>
                  <a:cubicBezTo>
                    <a:pt x="759418" y="1642816"/>
                    <a:pt x="759557" y="1647366"/>
                    <a:pt x="760952" y="1651599"/>
                  </a:cubicBezTo>
                  <a:cubicBezTo>
                    <a:pt x="763120" y="1654507"/>
                    <a:pt x="766445" y="1656326"/>
                    <a:pt x="770067" y="1656579"/>
                  </a:cubicBezTo>
                  <a:lnTo>
                    <a:pt x="773951" y="1657127"/>
                  </a:lnTo>
                  <a:lnTo>
                    <a:pt x="773553" y="1660115"/>
                  </a:lnTo>
                  <a:lnTo>
                    <a:pt x="734903" y="1654687"/>
                  </a:lnTo>
                  <a:lnTo>
                    <a:pt x="735351" y="1651699"/>
                  </a:lnTo>
                  <a:lnTo>
                    <a:pt x="739187" y="1652247"/>
                  </a:lnTo>
                  <a:cubicBezTo>
                    <a:pt x="743001" y="1653163"/>
                    <a:pt x="747016" y="1652073"/>
                    <a:pt x="749846" y="1649358"/>
                  </a:cubicBezTo>
                  <a:cubicBezTo>
                    <a:pt x="751977" y="1645832"/>
                    <a:pt x="753172" y="1641824"/>
                    <a:pt x="753332" y="1637705"/>
                  </a:cubicBezTo>
                  <a:lnTo>
                    <a:pt x="764190" y="1560468"/>
                  </a:lnTo>
                  <a:cubicBezTo>
                    <a:pt x="762396" y="1557420"/>
                    <a:pt x="760290" y="1554567"/>
                    <a:pt x="757914" y="1551952"/>
                  </a:cubicBezTo>
                  <a:cubicBezTo>
                    <a:pt x="755831" y="1550185"/>
                    <a:pt x="753521" y="1548711"/>
                    <a:pt x="751041" y="1547571"/>
                  </a:cubicBezTo>
                  <a:cubicBezTo>
                    <a:pt x="748773" y="1546669"/>
                    <a:pt x="746393" y="1546081"/>
                    <a:pt x="743967" y="1545828"/>
                  </a:cubicBezTo>
                  <a:lnTo>
                    <a:pt x="744367" y="1542789"/>
                  </a:lnTo>
                  <a:close/>
                  <a:moveTo>
                    <a:pt x="693812" y="1529693"/>
                  </a:moveTo>
                  <a:lnTo>
                    <a:pt x="694809" y="1526755"/>
                  </a:lnTo>
                  <a:lnTo>
                    <a:pt x="732413" y="1539703"/>
                  </a:lnTo>
                  <a:lnTo>
                    <a:pt x="731366" y="1542591"/>
                  </a:lnTo>
                  <a:lnTo>
                    <a:pt x="727381" y="1541195"/>
                  </a:lnTo>
                  <a:cubicBezTo>
                    <a:pt x="723507" y="1539721"/>
                    <a:pt x="719143" y="1540468"/>
                    <a:pt x="715976" y="1543139"/>
                  </a:cubicBezTo>
                  <a:cubicBezTo>
                    <a:pt x="713300" y="1546211"/>
                    <a:pt x="711404" y="1549886"/>
                    <a:pt x="710446" y="1553844"/>
                  </a:cubicBezTo>
                  <a:lnTo>
                    <a:pt x="695505" y="1596821"/>
                  </a:lnTo>
                  <a:cubicBezTo>
                    <a:pt x="692945" y="1605301"/>
                    <a:pt x="688990" y="1613295"/>
                    <a:pt x="683800" y="1620476"/>
                  </a:cubicBezTo>
                  <a:cubicBezTo>
                    <a:pt x="679247" y="1625894"/>
                    <a:pt x="673061" y="1629683"/>
                    <a:pt x="666168" y="1631281"/>
                  </a:cubicBezTo>
                  <a:cubicBezTo>
                    <a:pt x="657008" y="1633259"/>
                    <a:pt x="647466" y="1632446"/>
                    <a:pt x="638775" y="1628942"/>
                  </a:cubicBezTo>
                  <a:cubicBezTo>
                    <a:pt x="629400" y="1626446"/>
                    <a:pt x="620962" y="1621253"/>
                    <a:pt x="614517" y="1614002"/>
                  </a:cubicBezTo>
                  <a:cubicBezTo>
                    <a:pt x="609950" y="1608106"/>
                    <a:pt x="607416" y="1600889"/>
                    <a:pt x="607295" y="1593435"/>
                  </a:cubicBezTo>
                  <a:cubicBezTo>
                    <a:pt x="608143" y="1584188"/>
                    <a:pt x="610324" y="1575113"/>
                    <a:pt x="613770" y="1566493"/>
                  </a:cubicBezTo>
                  <a:lnTo>
                    <a:pt x="628414" y="1524713"/>
                  </a:lnTo>
                  <a:cubicBezTo>
                    <a:pt x="630476" y="1520439"/>
                    <a:pt x="631069" y="1515610"/>
                    <a:pt x="630107" y="1510967"/>
                  </a:cubicBezTo>
                  <a:cubicBezTo>
                    <a:pt x="628568" y="1507941"/>
                    <a:pt x="625785" y="1505740"/>
                    <a:pt x="622487" y="1504943"/>
                  </a:cubicBezTo>
                  <a:lnTo>
                    <a:pt x="618502" y="1503548"/>
                  </a:lnTo>
                  <a:lnTo>
                    <a:pt x="619498" y="1500660"/>
                  </a:lnTo>
                  <a:lnTo>
                    <a:pt x="665321" y="1516445"/>
                  </a:lnTo>
                  <a:lnTo>
                    <a:pt x="664325" y="1519335"/>
                  </a:lnTo>
                  <a:lnTo>
                    <a:pt x="660241" y="1517939"/>
                  </a:lnTo>
                  <a:cubicBezTo>
                    <a:pt x="656731" y="1516341"/>
                    <a:pt x="652635" y="1516680"/>
                    <a:pt x="649434" y="1518837"/>
                  </a:cubicBezTo>
                  <a:cubicBezTo>
                    <a:pt x="646530" y="1521950"/>
                    <a:pt x="644473" y="1525759"/>
                    <a:pt x="643457" y="1529891"/>
                  </a:cubicBezTo>
                  <a:lnTo>
                    <a:pt x="627518" y="1576105"/>
                  </a:lnTo>
                  <a:cubicBezTo>
                    <a:pt x="625959" y="1580866"/>
                    <a:pt x="624708" y="1585720"/>
                    <a:pt x="623782" y="1590646"/>
                  </a:cubicBezTo>
                  <a:cubicBezTo>
                    <a:pt x="622816" y="1595208"/>
                    <a:pt x="622816" y="1599929"/>
                    <a:pt x="623782" y="1604489"/>
                  </a:cubicBezTo>
                  <a:cubicBezTo>
                    <a:pt x="624897" y="1608383"/>
                    <a:pt x="626990" y="1611935"/>
                    <a:pt x="629858" y="1614799"/>
                  </a:cubicBezTo>
                  <a:cubicBezTo>
                    <a:pt x="633401" y="1618343"/>
                    <a:pt x="637763" y="1620958"/>
                    <a:pt x="642559" y="1622418"/>
                  </a:cubicBezTo>
                  <a:cubicBezTo>
                    <a:pt x="649014" y="1624749"/>
                    <a:pt x="655957" y="1625399"/>
                    <a:pt x="662732" y="1624309"/>
                  </a:cubicBezTo>
                  <a:cubicBezTo>
                    <a:pt x="668548" y="1623532"/>
                    <a:pt x="673929" y="1620793"/>
                    <a:pt x="677972" y="1616542"/>
                  </a:cubicBezTo>
                  <a:cubicBezTo>
                    <a:pt x="683093" y="1609658"/>
                    <a:pt x="686907" y="1601895"/>
                    <a:pt x="689229" y="1593634"/>
                  </a:cubicBezTo>
                  <a:lnTo>
                    <a:pt x="704172" y="1550707"/>
                  </a:lnTo>
                  <a:cubicBezTo>
                    <a:pt x="706154" y="1546609"/>
                    <a:pt x="706885" y="1542018"/>
                    <a:pt x="706263" y="1537510"/>
                  </a:cubicBezTo>
                  <a:cubicBezTo>
                    <a:pt x="704730" y="1534273"/>
                    <a:pt x="701850" y="1531873"/>
                    <a:pt x="698394" y="1530938"/>
                  </a:cubicBezTo>
                  <a:lnTo>
                    <a:pt x="694359" y="1529592"/>
                  </a:lnTo>
                  <a:close/>
                  <a:moveTo>
                    <a:pt x="478245" y="1413114"/>
                  </a:moveTo>
                  <a:lnTo>
                    <a:pt x="476600" y="1415654"/>
                  </a:lnTo>
                  <a:cubicBezTo>
                    <a:pt x="478691" y="1416919"/>
                    <a:pt x="480601" y="1418457"/>
                    <a:pt x="482280" y="1420235"/>
                  </a:cubicBezTo>
                  <a:cubicBezTo>
                    <a:pt x="484081" y="1422293"/>
                    <a:pt x="485560" y="1424608"/>
                    <a:pt x="486662" y="1427108"/>
                  </a:cubicBezTo>
                  <a:cubicBezTo>
                    <a:pt x="487717" y="1430480"/>
                    <a:pt x="488418" y="1433950"/>
                    <a:pt x="488753" y="1437466"/>
                  </a:cubicBezTo>
                  <a:lnTo>
                    <a:pt x="446269" y="1502901"/>
                  </a:lnTo>
                  <a:cubicBezTo>
                    <a:pt x="444365" y="1506552"/>
                    <a:pt x="441595" y="1509684"/>
                    <a:pt x="438199" y="1512014"/>
                  </a:cubicBezTo>
                  <a:cubicBezTo>
                    <a:pt x="434469" y="1513265"/>
                    <a:pt x="430360" y="1512532"/>
                    <a:pt x="427291" y="1510072"/>
                  </a:cubicBezTo>
                  <a:lnTo>
                    <a:pt x="424053" y="1507979"/>
                  </a:lnTo>
                  <a:lnTo>
                    <a:pt x="422360" y="1510520"/>
                  </a:lnTo>
                  <a:lnTo>
                    <a:pt x="455084" y="1531783"/>
                  </a:lnTo>
                  <a:lnTo>
                    <a:pt x="456777" y="1529195"/>
                  </a:lnTo>
                  <a:lnTo>
                    <a:pt x="453441" y="1527054"/>
                  </a:lnTo>
                  <a:cubicBezTo>
                    <a:pt x="450281" y="1525359"/>
                    <a:pt x="448012" y="1522381"/>
                    <a:pt x="447215" y="1518885"/>
                  </a:cubicBezTo>
                  <a:cubicBezTo>
                    <a:pt x="447681" y="1514473"/>
                    <a:pt x="449410" y="1510291"/>
                    <a:pt x="452196" y="1506835"/>
                  </a:cubicBezTo>
                  <a:lnTo>
                    <a:pt x="489850" y="1448920"/>
                  </a:lnTo>
                  <a:lnTo>
                    <a:pt x="502700" y="1564900"/>
                  </a:lnTo>
                  <a:lnTo>
                    <a:pt x="505190" y="1566543"/>
                  </a:lnTo>
                  <a:lnTo>
                    <a:pt x="556692" y="1487264"/>
                  </a:lnTo>
                  <a:cubicBezTo>
                    <a:pt x="558594" y="1483613"/>
                    <a:pt x="561364" y="1480481"/>
                    <a:pt x="564760" y="1478151"/>
                  </a:cubicBezTo>
                  <a:cubicBezTo>
                    <a:pt x="568452" y="1476886"/>
                    <a:pt x="572531" y="1477597"/>
                    <a:pt x="575568" y="1480043"/>
                  </a:cubicBezTo>
                  <a:lnTo>
                    <a:pt x="578906" y="1482184"/>
                  </a:lnTo>
                  <a:lnTo>
                    <a:pt x="580599" y="1479595"/>
                  </a:lnTo>
                  <a:lnTo>
                    <a:pt x="547825" y="1458380"/>
                  </a:lnTo>
                  <a:lnTo>
                    <a:pt x="546182" y="1460920"/>
                  </a:lnTo>
                  <a:lnTo>
                    <a:pt x="549420" y="1463012"/>
                  </a:lnTo>
                  <a:cubicBezTo>
                    <a:pt x="552567" y="1464746"/>
                    <a:pt x="554833" y="1467727"/>
                    <a:pt x="555646" y="1471229"/>
                  </a:cubicBezTo>
                  <a:cubicBezTo>
                    <a:pt x="555212" y="1475665"/>
                    <a:pt x="553479" y="1479874"/>
                    <a:pt x="550665" y="1483330"/>
                  </a:cubicBezTo>
                  <a:lnTo>
                    <a:pt x="515401" y="1537560"/>
                  </a:lnTo>
                  <a:lnTo>
                    <a:pt x="503895" y="1429646"/>
                  </a:lnTo>
                  <a:lnTo>
                    <a:pt x="478343" y="1413114"/>
                  </a:lnTo>
                  <a:close/>
                  <a:moveTo>
                    <a:pt x="389737" y="1420783"/>
                  </a:moveTo>
                  <a:lnTo>
                    <a:pt x="407518" y="1374969"/>
                  </a:lnTo>
                  <a:lnTo>
                    <a:pt x="361995" y="1393991"/>
                  </a:lnTo>
                  <a:lnTo>
                    <a:pt x="389737" y="1420783"/>
                  </a:lnTo>
                  <a:close/>
                  <a:moveTo>
                    <a:pt x="387146" y="1426809"/>
                  </a:moveTo>
                  <a:lnTo>
                    <a:pt x="380822" y="1443092"/>
                  </a:lnTo>
                  <a:cubicBezTo>
                    <a:pt x="379566" y="1446898"/>
                    <a:pt x="377681" y="1450468"/>
                    <a:pt x="375242" y="1453651"/>
                  </a:cubicBezTo>
                  <a:cubicBezTo>
                    <a:pt x="373959" y="1454994"/>
                    <a:pt x="372099" y="1455627"/>
                    <a:pt x="370261" y="1455344"/>
                  </a:cubicBezTo>
                  <a:cubicBezTo>
                    <a:pt x="367170" y="1454611"/>
                    <a:pt x="364363" y="1452982"/>
                    <a:pt x="362193" y="1450663"/>
                  </a:cubicBezTo>
                  <a:lnTo>
                    <a:pt x="360050" y="1452854"/>
                  </a:lnTo>
                  <a:lnTo>
                    <a:pt x="391878" y="1483629"/>
                  </a:lnTo>
                  <a:lnTo>
                    <a:pt x="393971" y="1481437"/>
                  </a:lnTo>
                  <a:cubicBezTo>
                    <a:pt x="391294" y="1478728"/>
                    <a:pt x="389550" y="1475244"/>
                    <a:pt x="388990" y="1471479"/>
                  </a:cubicBezTo>
                  <a:cubicBezTo>
                    <a:pt x="389175" y="1465776"/>
                    <a:pt x="390512" y="1460169"/>
                    <a:pt x="392925" y="1454994"/>
                  </a:cubicBezTo>
                  <a:lnTo>
                    <a:pt x="429683" y="1360378"/>
                  </a:lnTo>
                  <a:lnTo>
                    <a:pt x="427590" y="1358386"/>
                  </a:lnTo>
                  <a:lnTo>
                    <a:pt x="335098" y="1397379"/>
                  </a:lnTo>
                  <a:cubicBezTo>
                    <a:pt x="329474" y="1400118"/>
                    <a:pt x="323399" y="1401804"/>
                    <a:pt x="317166" y="1402357"/>
                  </a:cubicBezTo>
                  <a:cubicBezTo>
                    <a:pt x="313945" y="1401774"/>
                    <a:pt x="310918" y="1400405"/>
                    <a:pt x="308351" y="1398375"/>
                  </a:cubicBezTo>
                  <a:lnTo>
                    <a:pt x="306259" y="1400515"/>
                  </a:lnTo>
                  <a:lnTo>
                    <a:pt x="331661" y="1425066"/>
                  </a:lnTo>
                  <a:lnTo>
                    <a:pt x="333802" y="1422875"/>
                  </a:lnTo>
                  <a:cubicBezTo>
                    <a:pt x="331093" y="1420379"/>
                    <a:pt x="329084" y="1417222"/>
                    <a:pt x="327976" y="1413712"/>
                  </a:cubicBezTo>
                  <a:cubicBezTo>
                    <a:pt x="327608" y="1411933"/>
                    <a:pt x="328108" y="1410086"/>
                    <a:pt x="329319" y="1408732"/>
                  </a:cubicBezTo>
                  <a:cubicBezTo>
                    <a:pt x="331924" y="1406541"/>
                    <a:pt x="334915" y="1404853"/>
                    <a:pt x="338136" y="1403752"/>
                  </a:cubicBezTo>
                  <a:lnTo>
                    <a:pt x="355917" y="1396282"/>
                  </a:lnTo>
                  <a:lnTo>
                    <a:pt x="387146" y="1426460"/>
                  </a:lnTo>
                  <a:close/>
                  <a:moveTo>
                    <a:pt x="312435" y="1208242"/>
                  </a:moveTo>
                  <a:lnTo>
                    <a:pt x="309795" y="1209836"/>
                  </a:lnTo>
                  <a:cubicBezTo>
                    <a:pt x="311141" y="1211889"/>
                    <a:pt x="312228" y="1214094"/>
                    <a:pt x="313033" y="1216409"/>
                  </a:cubicBezTo>
                  <a:cubicBezTo>
                    <a:pt x="313794" y="1219029"/>
                    <a:pt x="314148" y="1221748"/>
                    <a:pt x="314079" y="1224477"/>
                  </a:cubicBezTo>
                  <a:cubicBezTo>
                    <a:pt x="313621" y="1227973"/>
                    <a:pt x="312804" y="1231409"/>
                    <a:pt x="311639" y="1234737"/>
                  </a:cubicBezTo>
                  <a:lnTo>
                    <a:pt x="245445" y="1276119"/>
                  </a:lnTo>
                  <a:cubicBezTo>
                    <a:pt x="242187" y="1278663"/>
                    <a:pt x="238357" y="1280376"/>
                    <a:pt x="234288" y="1281097"/>
                  </a:cubicBezTo>
                  <a:cubicBezTo>
                    <a:pt x="230374" y="1280665"/>
                    <a:pt x="226953" y="1278260"/>
                    <a:pt x="225222" y="1274723"/>
                  </a:cubicBezTo>
                  <a:lnTo>
                    <a:pt x="223180" y="1271436"/>
                  </a:lnTo>
                  <a:lnTo>
                    <a:pt x="220591" y="1273081"/>
                  </a:lnTo>
                  <a:lnTo>
                    <a:pt x="241260" y="1306146"/>
                  </a:lnTo>
                  <a:lnTo>
                    <a:pt x="243850" y="1304553"/>
                  </a:lnTo>
                  <a:lnTo>
                    <a:pt x="241758" y="1301216"/>
                  </a:lnTo>
                  <a:cubicBezTo>
                    <a:pt x="239633" y="1298362"/>
                    <a:pt x="238835" y="1294738"/>
                    <a:pt x="239566" y="1291258"/>
                  </a:cubicBezTo>
                  <a:cubicBezTo>
                    <a:pt x="240215" y="1289065"/>
                    <a:pt x="243501" y="1286278"/>
                    <a:pt x="249528" y="1282543"/>
                  </a:cubicBezTo>
                  <a:lnTo>
                    <a:pt x="308102" y="1245841"/>
                  </a:lnTo>
                  <a:lnTo>
                    <a:pt x="270697" y="1356394"/>
                  </a:lnTo>
                  <a:lnTo>
                    <a:pt x="272290" y="1358934"/>
                  </a:lnTo>
                  <a:lnTo>
                    <a:pt x="352430" y="1308885"/>
                  </a:lnTo>
                  <a:cubicBezTo>
                    <a:pt x="355692" y="1306316"/>
                    <a:pt x="359546" y="1304608"/>
                    <a:pt x="363638" y="1303907"/>
                  </a:cubicBezTo>
                  <a:cubicBezTo>
                    <a:pt x="367510" y="1304304"/>
                    <a:pt x="370900" y="1306680"/>
                    <a:pt x="372603" y="1310180"/>
                  </a:cubicBezTo>
                  <a:lnTo>
                    <a:pt x="374744" y="1313517"/>
                  </a:lnTo>
                  <a:lnTo>
                    <a:pt x="377385" y="1311923"/>
                  </a:lnTo>
                  <a:lnTo>
                    <a:pt x="356664" y="1278808"/>
                  </a:lnTo>
                  <a:lnTo>
                    <a:pt x="354075" y="1280450"/>
                  </a:lnTo>
                  <a:lnTo>
                    <a:pt x="356116" y="1283738"/>
                  </a:lnTo>
                  <a:cubicBezTo>
                    <a:pt x="358267" y="1286575"/>
                    <a:pt x="359066" y="1290216"/>
                    <a:pt x="358307" y="1293698"/>
                  </a:cubicBezTo>
                  <a:cubicBezTo>
                    <a:pt x="357677" y="1295888"/>
                    <a:pt x="354357" y="1298826"/>
                    <a:pt x="348347" y="1302511"/>
                  </a:cubicBezTo>
                  <a:lnTo>
                    <a:pt x="293559" y="1336773"/>
                  </a:lnTo>
                  <a:lnTo>
                    <a:pt x="328424" y="1234038"/>
                  </a:lnTo>
                  <a:lnTo>
                    <a:pt x="312336" y="1208242"/>
                  </a:lnTo>
                  <a:close/>
                  <a:moveTo>
                    <a:pt x="203157" y="1234785"/>
                  </a:moveTo>
                  <a:lnTo>
                    <a:pt x="200369" y="1236030"/>
                  </a:lnTo>
                  <a:lnTo>
                    <a:pt x="180844" y="1192107"/>
                  </a:lnTo>
                  <a:lnTo>
                    <a:pt x="183633" y="1190862"/>
                  </a:lnTo>
                  <a:lnTo>
                    <a:pt x="185227" y="1194499"/>
                  </a:lnTo>
                  <a:cubicBezTo>
                    <a:pt x="186467" y="1198129"/>
                    <a:pt x="189376" y="1200947"/>
                    <a:pt x="193047" y="1202067"/>
                  </a:cubicBezTo>
                  <a:cubicBezTo>
                    <a:pt x="197415" y="1202037"/>
                    <a:pt x="201703" y="1200892"/>
                    <a:pt x="205499" y="1198732"/>
                  </a:cubicBezTo>
                  <a:lnTo>
                    <a:pt x="271693" y="1169251"/>
                  </a:lnTo>
                  <a:cubicBezTo>
                    <a:pt x="275280" y="1167912"/>
                    <a:pt x="278641" y="1166034"/>
                    <a:pt x="281655" y="1163673"/>
                  </a:cubicBezTo>
                  <a:cubicBezTo>
                    <a:pt x="282782" y="1162424"/>
                    <a:pt x="283449" y="1160825"/>
                    <a:pt x="283547" y="1159141"/>
                  </a:cubicBezTo>
                  <a:cubicBezTo>
                    <a:pt x="283806" y="1156482"/>
                    <a:pt x="283358" y="1153803"/>
                    <a:pt x="282252" y="1151373"/>
                  </a:cubicBezTo>
                  <a:lnTo>
                    <a:pt x="280659" y="1147737"/>
                  </a:lnTo>
                  <a:lnTo>
                    <a:pt x="283447" y="1146492"/>
                  </a:lnTo>
                  <a:lnTo>
                    <a:pt x="303021" y="1190414"/>
                  </a:lnTo>
                  <a:lnTo>
                    <a:pt x="300183" y="1191659"/>
                  </a:lnTo>
                  <a:lnTo>
                    <a:pt x="298540" y="1187924"/>
                  </a:lnTo>
                  <a:cubicBezTo>
                    <a:pt x="297319" y="1184320"/>
                    <a:pt x="294421" y="1181537"/>
                    <a:pt x="290769" y="1180454"/>
                  </a:cubicBezTo>
                  <a:cubicBezTo>
                    <a:pt x="286397" y="1180406"/>
                    <a:pt x="282095" y="1181541"/>
                    <a:pt x="278317" y="1183742"/>
                  </a:cubicBezTo>
                  <a:lnTo>
                    <a:pt x="212073" y="1213174"/>
                  </a:lnTo>
                  <a:cubicBezTo>
                    <a:pt x="208498" y="1214537"/>
                    <a:pt x="205142" y="1216415"/>
                    <a:pt x="202111" y="1218750"/>
                  </a:cubicBezTo>
                  <a:cubicBezTo>
                    <a:pt x="200974" y="1220025"/>
                    <a:pt x="200337" y="1221674"/>
                    <a:pt x="200319" y="1223381"/>
                  </a:cubicBezTo>
                  <a:cubicBezTo>
                    <a:pt x="200007" y="1226001"/>
                    <a:pt x="200421" y="1228650"/>
                    <a:pt x="201514" y="1231050"/>
                  </a:cubicBezTo>
                  <a:lnTo>
                    <a:pt x="203157" y="1234785"/>
                  </a:lnTo>
                  <a:close/>
                  <a:moveTo>
                    <a:pt x="256353" y="1077472"/>
                  </a:moveTo>
                  <a:lnTo>
                    <a:pt x="259291" y="1076476"/>
                  </a:lnTo>
                  <a:lnTo>
                    <a:pt x="274234" y="1122190"/>
                  </a:lnTo>
                  <a:lnTo>
                    <a:pt x="271294" y="1123138"/>
                  </a:lnTo>
                  <a:lnTo>
                    <a:pt x="270048" y="1119302"/>
                  </a:lnTo>
                  <a:cubicBezTo>
                    <a:pt x="269191" y="1115587"/>
                    <a:pt x="266596" y="1112509"/>
                    <a:pt x="263077" y="1111035"/>
                  </a:cubicBezTo>
                  <a:cubicBezTo>
                    <a:pt x="258737" y="1110573"/>
                    <a:pt x="254351" y="1111280"/>
                    <a:pt x="250376" y="1113077"/>
                  </a:cubicBezTo>
                  <a:lnTo>
                    <a:pt x="198177" y="1130010"/>
                  </a:lnTo>
                  <a:cubicBezTo>
                    <a:pt x="191653" y="1132349"/>
                    <a:pt x="184786" y="1133594"/>
                    <a:pt x="177856" y="1133694"/>
                  </a:cubicBezTo>
                  <a:cubicBezTo>
                    <a:pt x="172174" y="1133510"/>
                    <a:pt x="166649" y="1131787"/>
                    <a:pt x="161867" y="1128714"/>
                  </a:cubicBezTo>
                  <a:cubicBezTo>
                    <a:pt x="156746" y="1125612"/>
                    <a:pt x="152964" y="1120712"/>
                    <a:pt x="151258" y="1114971"/>
                  </a:cubicBezTo>
                  <a:cubicBezTo>
                    <a:pt x="149712" y="1110826"/>
                    <a:pt x="149712" y="1106266"/>
                    <a:pt x="151258" y="1102121"/>
                  </a:cubicBezTo>
                  <a:cubicBezTo>
                    <a:pt x="152399" y="1098856"/>
                    <a:pt x="154966" y="1096290"/>
                    <a:pt x="158231" y="1095151"/>
                  </a:cubicBezTo>
                  <a:cubicBezTo>
                    <a:pt x="160300" y="1094270"/>
                    <a:pt x="162638" y="1094270"/>
                    <a:pt x="164706" y="1095151"/>
                  </a:cubicBezTo>
                  <a:cubicBezTo>
                    <a:pt x="166822" y="1096256"/>
                    <a:pt x="168415" y="1098153"/>
                    <a:pt x="169139" y="1100429"/>
                  </a:cubicBezTo>
                  <a:cubicBezTo>
                    <a:pt x="169748" y="1102033"/>
                    <a:pt x="169748" y="1103806"/>
                    <a:pt x="169139" y="1105409"/>
                  </a:cubicBezTo>
                  <a:cubicBezTo>
                    <a:pt x="167301" y="1108517"/>
                    <a:pt x="164863" y="1111226"/>
                    <a:pt x="161967" y="1113377"/>
                  </a:cubicBezTo>
                  <a:cubicBezTo>
                    <a:pt x="159576" y="1115469"/>
                    <a:pt x="158630" y="1117509"/>
                    <a:pt x="159277" y="1119403"/>
                  </a:cubicBezTo>
                  <a:cubicBezTo>
                    <a:pt x="159931" y="1121051"/>
                    <a:pt x="161410" y="1122226"/>
                    <a:pt x="163162" y="1122489"/>
                  </a:cubicBezTo>
                  <a:cubicBezTo>
                    <a:pt x="166517" y="1123138"/>
                    <a:pt x="169990" y="1122754"/>
                    <a:pt x="173124" y="1121395"/>
                  </a:cubicBezTo>
                  <a:lnTo>
                    <a:pt x="245395" y="1097939"/>
                  </a:lnTo>
                  <a:cubicBezTo>
                    <a:pt x="249060" y="1096999"/>
                    <a:pt x="252557" y="1095485"/>
                    <a:pt x="255754" y="1093457"/>
                  </a:cubicBezTo>
                  <a:cubicBezTo>
                    <a:pt x="256998" y="1092292"/>
                    <a:pt x="257819" y="1090754"/>
                    <a:pt x="258096" y="1089075"/>
                  </a:cubicBezTo>
                  <a:cubicBezTo>
                    <a:pt x="258608" y="1086484"/>
                    <a:pt x="258436" y="1083806"/>
                    <a:pt x="257598" y="1081306"/>
                  </a:cubicBezTo>
                  <a:lnTo>
                    <a:pt x="256353" y="1077472"/>
                  </a:lnTo>
                  <a:close/>
                  <a:moveTo>
                    <a:pt x="1605837" y="865928"/>
                  </a:moveTo>
                  <a:cubicBezTo>
                    <a:pt x="1620744" y="865958"/>
                    <a:pt x="1632813" y="878064"/>
                    <a:pt x="1632782" y="892968"/>
                  </a:cubicBezTo>
                  <a:cubicBezTo>
                    <a:pt x="1632752" y="907872"/>
                    <a:pt x="1620645" y="919939"/>
                    <a:pt x="1605737" y="919909"/>
                  </a:cubicBezTo>
                  <a:cubicBezTo>
                    <a:pt x="1590850" y="919878"/>
                    <a:pt x="1578792" y="907804"/>
                    <a:pt x="1578792" y="892918"/>
                  </a:cubicBezTo>
                  <a:cubicBezTo>
                    <a:pt x="1578822" y="878004"/>
                    <a:pt x="1590919" y="865928"/>
                    <a:pt x="1605837" y="865928"/>
                  </a:cubicBezTo>
                  <a:close/>
                  <a:moveTo>
                    <a:pt x="192399" y="865928"/>
                  </a:moveTo>
                  <a:cubicBezTo>
                    <a:pt x="207309" y="866038"/>
                    <a:pt x="219305" y="878213"/>
                    <a:pt x="219195" y="893117"/>
                  </a:cubicBezTo>
                  <a:cubicBezTo>
                    <a:pt x="219084" y="908023"/>
                    <a:pt x="206909" y="920019"/>
                    <a:pt x="192001" y="919909"/>
                  </a:cubicBezTo>
                  <a:cubicBezTo>
                    <a:pt x="177170" y="919800"/>
                    <a:pt x="165205" y="907748"/>
                    <a:pt x="165204" y="892918"/>
                  </a:cubicBezTo>
                  <a:cubicBezTo>
                    <a:pt x="165204" y="878014"/>
                    <a:pt x="177291" y="865928"/>
                    <a:pt x="192200" y="865928"/>
                  </a:cubicBezTo>
                  <a:close/>
                  <a:moveTo>
                    <a:pt x="899069" y="663447"/>
                  </a:moveTo>
                  <a:cubicBezTo>
                    <a:pt x="893081" y="663447"/>
                    <a:pt x="887094" y="663745"/>
                    <a:pt x="881137" y="664343"/>
                  </a:cubicBezTo>
                  <a:lnTo>
                    <a:pt x="881137" y="727288"/>
                  </a:lnTo>
                  <a:lnTo>
                    <a:pt x="814296" y="727288"/>
                  </a:lnTo>
                  <a:cubicBezTo>
                    <a:pt x="827968" y="717189"/>
                    <a:pt x="843334" y="709615"/>
                    <a:pt x="859671" y="704928"/>
                  </a:cubicBezTo>
                  <a:lnTo>
                    <a:pt x="859671" y="704928"/>
                  </a:lnTo>
                  <a:cubicBezTo>
                    <a:pt x="862011" y="704282"/>
                    <a:pt x="864303" y="703683"/>
                    <a:pt x="866644" y="703137"/>
                  </a:cubicBezTo>
                  <a:lnTo>
                    <a:pt x="866644" y="666733"/>
                  </a:lnTo>
                  <a:cubicBezTo>
                    <a:pt x="864303" y="667132"/>
                    <a:pt x="862011" y="667630"/>
                    <a:pt x="859671" y="668128"/>
                  </a:cubicBezTo>
                  <a:lnTo>
                    <a:pt x="859671" y="668128"/>
                  </a:lnTo>
                  <a:cubicBezTo>
                    <a:pt x="809336" y="679566"/>
                    <a:pt x="766371" y="712145"/>
                    <a:pt x="741776" y="757516"/>
                  </a:cubicBezTo>
                  <a:lnTo>
                    <a:pt x="881238" y="757516"/>
                  </a:lnTo>
                  <a:lnTo>
                    <a:pt x="881238" y="828728"/>
                  </a:lnTo>
                  <a:lnTo>
                    <a:pt x="859769" y="828728"/>
                  </a:lnTo>
                  <a:lnTo>
                    <a:pt x="859769" y="778233"/>
                  </a:lnTo>
                  <a:lnTo>
                    <a:pt x="732113" y="778233"/>
                  </a:lnTo>
                  <a:cubicBezTo>
                    <a:pt x="728388" y="787924"/>
                    <a:pt x="725524" y="797922"/>
                    <a:pt x="723547" y="808111"/>
                  </a:cubicBezTo>
                  <a:lnTo>
                    <a:pt x="829786" y="808111"/>
                  </a:lnTo>
                  <a:lnTo>
                    <a:pt x="829786" y="828429"/>
                  </a:lnTo>
                  <a:lnTo>
                    <a:pt x="720808" y="828429"/>
                  </a:lnTo>
                  <a:cubicBezTo>
                    <a:pt x="720458" y="833011"/>
                    <a:pt x="720310" y="837592"/>
                    <a:pt x="720310" y="842272"/>
                  </a:cubicBezTo>
                  <a:cubicBezTo>
                    <a:pt x="720374" y="914057"/>
                    <a:pt x="763363" y="978842"/>
                    <a:pt x="829486" y="1006808"/>
                  </a:cubicBezTo>
                  <a:lnTo>
                    <a:pt x="829486" y="1006808"/>
                  </a:lnTo>
                  <a:cubicBezTo>
                    <a:pt x="834817" y="1008999"/>
                    <a:pt x="840296" y="1011041"/>
                    <a:pt x="845873" y="1012784"/>
                  </a:cubicBezTo>
                  <a:lnTo>
                    <a:pt x="845873" y="1012784"/>
                  </a:lnTo>
                  <a:lnTo>
                    <a:pt x="849759" y="1013929"/>
                  </a:lnTo>
                  <a:lnTo>
                    <a:pt x="850157" y="1013929"/>
                  </a:lnTo>
                  <a:cubicBezTo>
                    <a:pt x="851418" y="1014326"/>
                    <a:pt x="852662" y="1014676"/>
                    <a:pt x="853893" y="1014975"/>
                  </a:cubicBezTo>
                  <a:lnTo>
                    <a:pt x="854391" y="1014975"/>
                  </a:lnTo>
                  <a:lnTo>
                    <a:pt x="859372" y="1016220"/>
                  </a:lnTo>
                  <a:lnTo>
                    <a:pt x="859372" y="1016220"/>
                  </a:lnTo>
                  <a:cubicBezTo>
                    <a:pt x="861712" y="1016768"/>
                    <a:pt x="864003" y="1017216"/>
                    <a:pt x="866345" y="1017664"/>
                  </a:cubicBezTo>
                  <a:lnTo>
                    <a:pt x="866345" y="981908"/>
                  </a:lnTo>
                  <a:cubicBezTo>
                    <a:pt x="864003" y="981360"/>
                    <a:pt x="861712" y="980763"/>
                    <a:pt x="859372" y="980115"/>
                  </a:cubicBezTo>
                  <a:lnTo>
                    <a:pt x="859372" y="979866"/>
                  </a:lnTo>
                  <a:cubicBezTo>
                    <a:pt x="803861" y="963847"/>
                    <a:pt x="763413" y="916045"/>
                    <a:pt x="756817" y="858656"/>
                  </a:cubicBezTo>
                  <a:lnTo>
                    <a:pt x="829486" y="858656"/>
                  </a:lnTo>
                  <a:lnTo>
                    <a:pt x="829486" y="878078"/>
                  </a:lnTo>
                  <a:lnTo>
                    <a:pt x="783316" y="878078"/>
                  </a:lnTo>
                  <a:cubicBezTo>
                    <a:pt x="786891" y="889034"/>
                    <a:pt x="792061" y="899402"/>
                    <a:pt x="798657" y="908854"/>
                  </a:cubicBezTo>
                  <a:lnTo>
                    <a:pt x="880838" y="908854"/>
                  </a:lnTo>
                  <a:lnTo>
                    <a:pt x="880838" y="925487"/>
                  </a:lnTo>
                  <a:lnTo>
                    <a:pt x="812702" y="925487"/>
                  </a:lnTo>
                  <a:cubicBezTo>
                    <a:pt x="831141" y="943987"/>
                    <a:pt x="855118" y="955964"/>
                    <a:pt x="880989" y="959598"/>
                  </a:cubicBezTo>
                  <a:lnTo>
                    <a:pt x="880989" y="1020453"/>
                  </a:lnTo>
                  <a:lnTo>
                    <a:pt x="880989" y="1020453"/>
                  </a:lnTo>
                  <a:cubicBezTo>
                    <a:pt x="892961" y="1021648"/>
                    <a:pt x="905026" y="1021648"/>
                    <a:pt x="917000" y="1020453"/>
                  </a:cubicBezTo>
                  <a:lnTo>
                    <a:pt x="917000" y="1020453"/>
                  </a:lnTo>
                  <a:lnTo>
                    <a:pt x="917000" y="959002"/>
                  </a:lnTo>
                  <a:cubicBezTo>
                    <a:pt x="942071" y="955012"/>
                    <a:pt x="965228" y="943170"/>
                    <a:pt x="983144" y="925188"/>
                  </a:cubicBezTo>
                  <a:lnTo>
                    <a:pt x="917297" y="925188"/>
                  </a:lnTo>
                  <a:lnTo>
                    <a:pt x="917297" y="908555"/>
                  </a:lnTo>
                  <a:lnTo>
                    <a:pt x="999530" y="908555"/>
                  </a:lnTo>
                  <a:cubicBezTo>
                    <a:pt x="1006130" y="899113"/>
                    <a:pt x="1011284" y="888741"/>
                    <a:pt x="1014821" y="877779"/>
                  </a:cubicBezTo>
                  <a:lnTo>
                    <a:pt x="968699" y="877779"/>
                  </a:lnTo>
                  <a:lnTo>
                    <a:pt x="968699" y="858407"/>
                  </a:lnTo>
                  <a:lnTo>
                    <a:pt x="1041318" y="858407"/>
                  </a:lnTo>
                  <a:cubicBezTo>
                    <a:pt x="1034748" y="915780"/>
                    <a:pt x="994315" y="963578"/>
                    <a:pt x="938815" y="979568"/>
                  </a:cubicBezTo>
                  <a:lnTo>
                    <a:pt x="938815" y="979568"/>
                  </a:lnTo>
                  <a:cubicBezTo>
                    <a:pt x="936474" y="980265"/>
                    <a:pt x="934182" y="980862"/>
                    <a:pt x="931792" y="981410"/>
                  </a:cubicBezTo>
                  <a:lnTo>
                    <a:pt x="931792" y="1017812"/>
                  </a:lnTo>
                  <a:cubicBezTo>
                    <a:pt x="934132" y="1017364"/>
                    <a:pt x="936474" y="1016917"/>
                    <a:pt x="938815" y="1016368"/>
                  </a:cubicBezTo>
                  <a:lnTo>
                    <a:pt x="938815" y="1016368"/>
                  </a:lnTo>
                  <a:lnTo>
                    <a:pt x="939263" y="1016368"/>
                  </a:lnTo>
                  <a:lnTo>
                    <a:pt x="940856" y="1015971"/>
                  </a:lnTo>
                  <a:lnTo>
                    <a:pt x="943148" y="1015473"/>
                  </a:lnTo>
                  <a:lnTo>
                    <a:pt x="945140" y="1014925"/>
                  </a:lnTo>
                  <a:lnTo>
                    <a:pt x="947082" y="1014376"/>
                  </a:lnTo>
                  <a:lnTo>
                    <a:pt x="949225" y="1013780"/>
                  </a:lnTo>
                  <a:lnTo>
                    <a:pt x="950868" y="1013282"/>
                  </a:lnTo>
                  <a:lnTo>
                    <a:pt x="953160" y="1012585"/>
                  </a:lnTo>
                  <a:lnTo>
                    <a:pt x="954654" y="1012135"/>
                  </a:lnTo>
                  <a:cubicBezTo>
                    <a:pt x="957741" y="1011091"/>
                    <a:pt x="960830" y="1009995"/>
                    <a:pt x="963869" y="1008850"/>
                  </a:cubicBezTo>
                  <a:lnTo>
                    <a:pt x="964216" y="1008850"/>
                  </a:lnTo>
                  <a:lnTo>
                    <a:pt x="966807" y="1007804"/>
                  </a:lnTo>
                  <a:lnTo>
                    <a:pt x="967952" y="1007356"/>
                  </a:lnTo>
                  <a:lnTo>
                    <a:pt x="970591" y="1006210"/>
                  </a:lnTo>
                  <a:lnTo>
                    <a:pt x="971489" y="1005812"/>
                  </a:lnTo>
                  <a:lnTo>
                    <a:pt x="974078" y="1004665"/>
                  </a:lnTo>
                  <a:lnTo>
                    <a:pt x="975124" y="1004167"/>
                  </a:lnTo>
                  <a:lnTo>
                    <a:pt x="977765" y="1002874"/>
                  </a:lnTo>
                  <a:lnTo>
                    <a:pt x="978362" y="1002575"/>
                  </a:lnTo>
                  <a:lnTo>
                    <a:pt x="981202" y="1001181"/>
                  </a:lnTo>
                  <a:lnTo>
                    <a:pt x="981700" y="1000932"/>
                  </a:lnTo>
                  <a:cubicBezTo>
                    <a:pt x="984588" y="999388"/>
                    <a:pt x="987476" y="997794"/>
                    <a:pt x="990316" y="995952"/>
                  </a:cubicBezTo>
                  <a:lnTo>
                    <a:pt x="991212" y="995404"/>
                  </a:lnTo>
                  <a:lnTo>
                    <a:pt x="993304" y="994159"/>
                  </a:lnTo>
                  <a:lnTo>
                    <a:pt x="994748" y="993262"/>
                  </a:lnTo>
                  <a:lnTo>
                    <a:pt x="996691" y="991968"/>
                  </a:lnTo>
                  <a:lnTo>
                    <a:pt x="997886" y="991221"/>
                  </a:lnTo>
                  <a:lnTo>
                    <a:pt x="1000079" y="989727"/>
                  </a:lnTo>
                  <a:lnTo>
                    <a:pt x="1001123" y="989031"/>
                  </a:lnTo>
                  <a:lnTo>
                    <a:pt x="1003266" y="987486"/>
                  </a:lnTo>
                  <a:lnTo>
                    <a:pt x="1004112" y="986888"/>
                  </a:lnTo>
                  <a:cubicBezTo>
                    <a:pt x="1006703" y="984996"/>
                    <a:pt x="1009243" y="983055"/>
                    <a:pt x="1011734" y="981063"/>
                  </a:cubicBezTo>
                  <a:lnTo>
                    <a:pt x="1012330" y="980564"/>
                  </a:lnTo>
                  <a:lnTo>
                    <a:pt x="1014471" y="978771"/>
                  </a:lnTo>
                  <a:lnTo>
                    <a:pt x="1015419" y="977974"/>
                  </a:lnTo>
                  <a:cubicBezTo>
                    <a:pt x="1016066" y="977476"/>
                    <a:pt x="1016614" y="976928"/>
                    <a:pt x="1017261" y="976382"/>
                  </a:cubicBezTo>
                  <a:lnTo>
                    <a:pt x="1018456" y="975335"/>
                  </a:lnTo>
                  <a:lnTo>
                    <a:pt x="1020300" y="973643"/>
                  </a:lnTo>
                  <a:lnTo>
                    <a:pt x="1021246" y="972795"/>
                  </a:lnTo>
                  <a:lnTo>
                    <a:pt x="1023188" y="970952"/>
                  </a:lnTo>
                  <a:lnTo>
                    <a:pt x="1023786" y="970355"/>
                  </a:lnTo>
                  <a:cubicBezTo>
                    <a:pt x="1026078" y="968114"/>
                    <a:pt x="1028319" y="965873"/>
                    <a:pt x="1030460" y="963484"/>
                  </a:cubicBezTo>
                  <a:lnTo>
                    <a:pt x="1031157" y="962785"/>
                  </a:lnTo>
                  <a:lnTo>
                    <a:pt x="1032702" y="961042"/>
                  </a:lnTo>
                  <a:cubicBezTo>
                    <a:pt x="1033099" y="960594"/>
                    <a:pt x="1033549" y="960146"/>
                    <a:pt x="1033947" y="959648"/>
                  </a:cubicBezTo>
                  <a:lnTo>
                    <a:pt x="1035192" y="958205"/>
                  </a:lnTo>
                  <a:lnTo>
                    <a:pt x="1036538" y="956610"/>
                  </a:lnTo>
                  <a:lnTo>
                    <a:pt x="1037683" y="955166"/>
                  </a:lnTo>
                  <a:cubicBezTo>
                    <a:pt x="1038231" y="954568"/>
                    <a:pt x="1038777" y="953871"/>
                    <a:pt x="1039275" y="953225"/>
                  </a:cubicBezTo>
                  <a:lnTo>
                    <a:pt x="1040223" y="952030"/>
                  </a:lnTo>
                  <a:cubicBezTo>
                    <a:pt x="1040770" y="951381"/>
                    <a:pt x="1041268" y="950684"/>
                    <a:pt x="1041816" y="949988"/>
                  </a:cubicBezTo>
                  <a:cubicBezTo>
                    <a:pt x="1042364" y="949291"/>
                    <a:pt x="1042415" y="949241"/>
                    <a:pt x="1042664" y="948843"/>
                  </a:cubicBezTo>
                  <a:lnTo>
                    <a:pt x="1044754" y="946004"/>
                  </a:lnTo>
                  <a:lnTo>
                    <a:pt x="1045502" y="944957"/>
                  </a:lnTo>
                  <a:lnTo>
                    <a:pt x="1047295" y="942319"/>
                  </a:lnTo>
                  <a:lnTo>
                    <a:pt x="1048143" y="941074"/>
                  </a:lnTo>
                  <a:lnTo>
                    <a:pt x="1049587" y="938883"/>
                  </a:lnTo>
                  <a:lnTo>
                    <a:pt x="1050334" y="937688"/>
                  </a:lnTo>
                  <a:lnTo>
                    <a:pt x="1051778" y="935397"/>
                  </a:lnTo>
                  <a:lnTo>
                    <a:pt x="1052575" y="934152"/>
                  </a:lnTo>
                  <a:cubicBezTo>
                    <a:pt x="1053023" y="933304"/>
                    <a:pt x="1053521" y="932507"/>
                    <a:pt x="1054019" y="931662"/>
                  </a:cubicBezTo>
                  <a:lnTo>
                    <a:pt x="1054517" y="930764"/>
                  </a:lnTo>
                  <a:cubicBezTo>
                    <a:pt x="1055066" y="929869"/>
                    <a:pt x="1055564" y="928923"/>
                    <a:pt x="1056112" y="927977"/>
                  </a:cubicBezTo>
                  <a:lnTo>
                    <a:pt x="1056560" y="927079"/>
                  </a:lnTo>
                  <a:cubicBezTo>
                    <a:pt x="1057904" y="924690"/>
                    <a:pt x="1059149" y="922099"/>
                    <a:pt x="1060346" y="919760"/>
                  </a:cubicBezTo>
                  <a:lnTo>
                    <a:pt x="1060643" y="919063"/>
                  </a:lnTo>
                  <a:cubicBezTo>
                    <a:pt x="1061191" y="918017"/>
                    <a:pt x="1061690" y="916921"/>
                    <a:pt x="1062137" y="915876"/>
                  </a:cubicBezTo>
                  <a:lnTo>
                    <a:pt x="1062487" y="915178"/>
                  </a:lnTo>
                  <a:cubicBezTo>
                    <a:pt x="1062935" y="914182"/>
                    <a:pt x="1063333" y="913186"/>
                    <a:pt x="1063732" y="912240"/>
                  </a:cubicBezTo>
                  <a:lnTo>
                    <a:pt x="1064230" y="911095"/>
                  </a:lnTo>
                  <a:lnTo>
                    <a:pt x="1065475" y="908107"/>
                  </a:lnTo>
                  <a:lnTo>
                    <a:pt x="1065775" y="907360"/>
                  </a:lnTo>
                  <a:lnTo>
                    <a:pt x="1067118" y="903824"/>
                  </a:lnTo>
                  <a:lnTo>
                    <a:pt x="1067118" y="903476"/>
                  </a:lnTo>
                  <a:cubicBezTo>
                    <a:pt x="1069061" y="898097"/>
                    <a:pt x="1070804" y="892619"/>
                    <a:pt x="1072099" y="886992"/>
                  </a:cubicBezTo>
                  <a:lnTo>
                    <a:pt x="1072099" y="886494"/>
                  </a:lnTo>
                  <a:lnTo>
                    <a:pt x="1072995" y="882759"/>
                  </a:lnTo>
                  <a:lnTo>
                    <a:pt x="1072995" y="882261"/>
                  </a:lnTo>
                  <a:cubicBezTo>
                    <a:pt x="1073345" y="880918"/>
                    <a:pt x="1073594" y="879623"/>
                    <a:pt x="1073843" y="878277"/>
                  </a:cubicBezTo>
                  <a:lnTo>
                    <a:pt x="1073843" y="878277"/>
                  </a:lnTo>
                  <a:cubicBezTo>
                    <a:pt x="1075038" y="872502"/>
                    <a:pt x="1075935" y="866574"/>
                    <a:pt x="1076582" y="860600"/>
                  </a:cubicBezTo>
                  <a:lnTo>
                    <a:pt x="1076582" y="860600"/>
                  </a:lnTo>
                  <a:cubicBezTo>
                    <a:pt x="1077181" y="854574"/>
                    <a:pt x="1077478" y="848449"/>
                    <a:pt x="1077478" y="842323"/>
                  </a:cubicBezTo>
                  <a:cubicBezTo>
                    <a:pt x="1077478" y="837642"/>
                    <a:pt x="1077478" y="833061"/>
                    <a:pt x="1076980" y="828479"/>
                  </a:cubicBezTo>
                  <a:lnTo>
                    <a:pt x="968550" y="828479"/>
                  </a:lnTo>
                  <a:lnTo>
                    <a:pt x="968550" y="808111"/>
                  </a:lnTo>
                  <a:lnTo>
                    <a:pt x="1074640" y="808111"/>
                  </a:lnTo>
                  <a:cubicBezTo>
                    <a:pt x="1072652" y="797928"/>
                    <a:pt x="1069804" y="787934"/>
                    <a:pt x="1066122" y="778233"/>
                  </a:cubicBezTo>
                  <a:lnTo>
                    <a:pt x="938665" y="778233"/>
                  </a:lnTo>
                  <a:lnTo>
                    <a:pt x="938665" y="828429"/>
                  </a:lnTo>
                  <a:lnTo>
                    <a:pt x="917297" y="828429"/>
                  </a:lnTo>
                  <a:lnTo>
                    <a:pt x="917297" y="757216"/>
                  </a:lnTo>
                  <a:lnTo>
                    <a:pt x="1056759" y="757216"/>
                  </a:lnTo>
                  <a:cubicBezTo>
                    <a:pt x="1032194" y="711876"/>
                    <a:pt x="989296" y="679307"/>
                    <a:pt x="939014" y="667829"/>
                  </a:cubicBezTo>
                  <a:lnTo>
                    <a:pt x="939014" y="667829"/>
                  </a:lnTo>
                  <a:cubicBezTo>
                    <a:pt x="936672" y="667281"/>
                    <a:pt x="934333" y="666833"/>
                    <a:pt x="931991" y="666385"/>
                  </a:cubicBezTo>
                  <a:lnTo>
                    <a:pt x="931991" y="703037"/>
                  </a:lnTo>
                  <a:cubicBezTo>
                    <a:pt x="934317" y="703599"/>
                    <a:pt x="936658" y="704197"/>
                    <a:pt x="939014" y="704830"/>
                  </a:cubicBezTo>
                  <a:lnTo>
                    <a:pt x="939014" y="704830"/>
                  </a:lnTo>
                  <a:cubicBezTo>
                    <a:pt x="955335" y="709515"/>
                    <a:pt x="970687" y="717089"/>
                    <a:pt x="984339" y="727190"/>
                  </a:cubicBezTo>
                  <a:lnTo>
                    <a:pt x="917297" y="727190"/>
                  </a:lnTo>
                  <a:lnTo>
                    <a:pt x="917297" y="664343"/>
                  </a:lnTo>
                  <a:cubicBezTo>
                    <a:pt x="911292" y="663740"/>
                    <a:pt x="905255" y="663441"/>
                    <a:pt x="899217" y="663447"/>
                  </a:cubicBezTo>
                  <a:close/>
                  <a:moveTo>
                    <a:pt x="893391" y="858407"/>
                  </a:moveTo>
                  <a:lnTo>
                    <a:pt x="859671" y="858407"/>
                  </a:lnTo>
                  <a:lnTo>
                    <a:pt x="859671" y="877829"/>
                  </a:lnTo>
                  <a:lnTo>
                    <a:pt x="938665" y="877829"/>
                  </a:lnTo>
                  <a:lnTo>
                    <a:pt x="938665" y="858458"/>
                  </a:lnTo>
                  <a:lnTo>
                    <a:pt x="893391" y="858458"/>
                  </a:lnTo>
                  <a:close/>
                  <a:moveTo>
                    <a:pt x="1042166" y="466393"/>
                  </a:moveTo>
                  <a:lnTo>
                    <a:pt x="637827" y="650947"/>
                  </a:lnTo>
                  <a:cubicBezTo>
                    <a:pt x="663359" y="697424"/>
                    <a:pt x="676688" y="749608"/>
                    <a:pt x="676578" y="802633"/>
                  </a:cubicBezTo>
                  <a:cubicBezTo>
                    <a:pt x="676578" y="854174"/>
                    <a:pt x="674784" y="910198"/>
                    <a:pt x="642212" y="945855"/>
                  </a:cubicBezTo>
                  <a:lnTo>
                    <a:pt x="635686" y="953026"/>
                  </a:lnTo>
                  <a:cubicBezTo>
                    <a:pt x="592240" y="1005728"/>
                    <a:pt x="516323" y="1017792"/>
                    <a:pt x="458671" y="981161"/>
                  </a:cubicBezTo>
                  <a:lnTo>
                    <a:pt x="458671" y="981161"/>
                  </a:lnTo>
                  <a:lnTo>
                    <a:pt x="422959" y="981161"/>
                  </a:lnTo>
                  <a:cubicBezTo>
                    <a:pt x="423507" y="1025184"/>
                    <a:pt x="494881" y="1089274"/>
                    <a:pt x="528102" y="1089274"/>
                  </a:cubicBezTo>
                  <a:lnTo>
                    <a:pt x="1067219" y="1089274"/>
                  </a:lnTo>
                  <a:cubicBezTo>
                    <a:pt x="1157406" y="889277"/>
                    <a:pt x="1148181" y="658507"/>
                    <a:pt x="1042314" y="466345"/>
                  </a:cubicBezTo>
                  <a:close/>
                  <a:moveTo>
                    <a:pt x="1196918" y="1089324"/>
                  </a:moveTo>
                  <a:lnTo>
                    <a:pt x="1242640" y="960295"/>
                  </a:lnTo>
                  <a:cubicBezTo>
                    <a:pt x="1226239" y="964046"/>
                    <a:pt x="1209633" y="967367"/>
                    <a:pt x="1192832" y="970255"/>
                  </a:cubicBezTo>
                  <a:lnTo>
                    <a:pt x="1177892" y="1011838"/>
                  </a:lnTo>
                  <a:lnTo>
                    <a:pt x="1170270" y="973643"/>
                  </a:lnTo>
                  <a:cubicBezTo>
                    <a:pt x="1156026" y="975534"/>
                    <a:pt x="1141631" y="977129"/>
                    <a:pt x="1127137" y="978323"/>
                  </a:cubicBezTo>
                  <a:cubicBezTo>
                    <a:pt x="1117245" y="1016459"/>
                    <a:pt x="1104116" y="1053673"/>
                    <a:pt x="1087888" y="1089573"/>
                  </a:cubicBezTo>
                  <a:lnTo>
                    <a:pt x="1135554" y="1089573"/>
                  </a:lnTo>
                  <a:lnTo>
                    <a:pt x="1147906" y="1055510"/>
                  </a:lnTo>
                  <a:lnTo>
                    <a:pt x="1154481" y="1089573"/>
                  </a:lnTo>
                  <a:close/>
                  <a:moveTo>
                    <a:pt x="1388627" y="911792"/>
                  </a:moveTo>
                  <a:cubicBezTo>
                    <a:pt x="1369750" y="920107"/>
                    <a:pt x="1350424" y="927778"/>
                    <a:pt x="1330800" y="934748"/>
                  </a:cubicBezTo>
                  <a:lnTo>
                    <a:pt x="1306195" y="1004467"/>
                  </a:lnTo>
                  <a:cubicBezTo>
                    <a:pt x="1305184" y="1006505"/>
                    <a:pt x="1303092" y="1007784"/>
                    <a:pt x="1300816" y="1007754"/>
                  </a:cubicBezTo>
                  <a:lnTo>
                    <a:pt x="1296632" y="1007754"/>
                  </a:lnTo>
                  <a:cubicBezTo>
                    <a:pt x="1291999" y="1007754"/>
                    <a:pt x="1289211" y="1004965"/>
                    <a:pt x="1290505" y="1001428"/>
                  </a:cubicBezTo>
                  <a:lnTo>
                    <a:pt x="1311774" y="941124"/>
                  </a:lnTo>
                  <a:cubicBezTo>
                    <a:pt x="1294674" y="946666"/>
                    <a:pt x="1277372" y="951646"/>
                    <a:pt x="1259874" y="956062"/>
                  </a:cubicBezTo>
                  <a:lnTo>
                    <a:pt x="1212706" y="1089274"/>
                  </a:lnTo>
                  <a:lnTo>
                    <a:pt x="1293395" y="1089274"/>
                  </a:lnTo>
                  <a:cubicBezTo>
                    <a:pt x="1306393" y="1088517"/>
                    <a:pt x="1318536" y="1082537"/>
                    <a:pt x="1327064" y="1072691"/>
                  </a:cubicBezTo>
                  <a:cubicBezTo>
                    <a:pt x="1362577" y="1027873"/>
                    <a:pt x="1382650" y="971550"/>
                    <a:pt x="1388627" y="911742"/>
                  </a:cubicBezTo>
                  <a:close/>
                  <a:moveTo>
                    <a:pt x="1012730" y="1238919"/>
                  </a:moveTo>
                  <a:cubicBezTo>
                    <a:pt x="1012730" y="1256647"/>
                    <a:pt x="1020898" y="1265561"/>
                    <a:pt x="1037283" y="1265561"/>
                  </a:cubicBezTo>
                  <a:cubicBezTo>
                    <a:pt x="1053670" y="1265561"/>
                    <a:pt x="1061043" y="1256647"/>
                    <a:pt x="1061043" y="1238919"/>
                  </a:cubicBezTo>
                  <a:cubicBezTo>
                    <a:pt x="1061515" y="1231658"/>
                    <a:pt x="1059378" y="1224471"/>
                    <a:pt x="1055016" y="1218650"/>
                  </a:cubicBezTo>
                  <a:cubicBezTo>
                    <a:pt x="1050462" y="1213756"/>
                    <a:pt x="1043953" y="1211162"/>
                    <a:pt x="1037283" y="1211579"/>
                  </a:cubicBezTo>
                  <a:cubicBezTo>
                    <a:pt x="1020912" y="1211579"/>
                    <a:pt x="1012730" y="1220692"/>
                    <a:pt x="1012730" y="1238919"/>
                  </a:cubicBezTo>
                  <a:close/>
                  <a:moveTo>
                    <a:pt x="1040870" y="1202017"/>
                  </a:moveTo>
                  <a:cubicBezTo>
                    <a:pt x="1032991" y="1201336"/>
                    <a:pt x="1025096" y="1203204"/>
                    <a:pt x="1018358" y="1207346"/>
                  </a:cubicBezTo>
                  <a:cubicBezTo>
                    <a:pt x="1014951" y="1209648"/>
                    <a:pt x="1012135" y="1212714"/>
                    <a:pt x="1010139" y="1216311"/>
                  </a:cubicBezTo>
                  <a:cubicBezTo>
                    <a:pt x="1009994" y="1207033"/>
                    <a:pt x="1011882" y="1197840"/>
                    <a:pt x="1015668" y="1189370"/>
                  </a:cubicBezTo>
                  <a:cubicBezTo>
                    <a:pt x="1019404" y="1181342"/>
                    <a:pt x="1027701" y="1176452"/>
                    <a:pt x="1036538" y="1177069"/>
                  </a:cubicBezTo>
                  <a:cubicBezTo>
                    <a:pt x="1041029" y="1176890"/>
                    <a:pt x="1045508" y="1177651"/>
                    <a:pt x="1049685" y="1179310"/>
                  </a:cubicBezTo>
                  <a:cubicBezTo>
                    <a:pt x="1052485" y="1180474"/>
                    <a:pt x="1054925" y="1182368"/>
                    <a:pt x="1056759" y="1184788"/>
                  </a:cubicBezTo>
                  <a:cubicBezTo>
                    <a:pt x="1058105" y="1186611"/>
                    <a:pt x="1059040" y="1188697"/>
                    <a:pt x="1059498" y="1190912"/>
                  </a:cubicBezTo>
                  <a:cubicBezTo>
                    <a:pt x="1059757" y="1191999"/>
                    <a:pt x="1059956" y="1193093"/>
                    <a:pt x="1060097" y="1194200"/>
                  </a:cubicBezTo>
                  <a:lnTo>
                    <a:pt x="1072897" y="1194200"/>
                  </a:lnTo>
                  <a:cubicBezTo>
                    <a:pt x="1072756" y="1190784"/>
                    <a:pt x="1072035" y="1187412"/>
                    <a:pt x="1070756" y="1184240"/>
                  </a:cubicBezTo>
                  <a:cubicBezTo>
                    <a:pt x="1068563" y="1179468"/>
                    <a:pt x="1064923" y="1175510"/>
                    <a:pt x="1060346" y="1172936"/>
                  </a:cubicBezTo>
                  <a:cubicBezTo>
                    <a:pt x="1053019" y="1168842"/>
                    <a:pt x="1044666" y="1166954"/>
                    <a:pt x="1036287" y="1167508"/>
                  </a:cubicBezTo>
                  <a:cubicBezTo>
                    <a:pt x="1027755" y="1167338"/>
                    <a:pt x="1019418" y="1170057"/>
                    <a:pt x="1012630" y="1175227"/>
                  </a:cubicBezTo>
                  <a:cubicBezTo>
                    <a:pt x="1006707" y="1180171"/>
                    <a:pt x="1002344" y="1186725"/>
                    <a:pt x="1000079" y="1194099"/>
                  </a:cubicBezTo>
                  <a:cubicBezTo>
                    <a:pt x="997498" y="1202376"/>
                    <a:pt x="996138" y="1210981"/>
                    <a:pt x="996044" y="1219646"/>
                  </a:cubicBezTo>
                  <a:cubicBezTo>
                    <a:pt x="995913" y="1229074"/>
                    <a:pt x="996899" y="1238486"/>
                    <a:pt x="998982" y="1247683"/>
                  </a:cubicBezTo>
                  <a:cubicBezTo>
                    <a:pt x="1000645" y="1255428"/>
                    <a:pt x="1004791" y="1262424"/>
                    <a:pt x="1010786" y="1267603"/>
                  </a:cubicBezTo>
                  <a:cubicBezTo>
                    <a:pt x="1018133" y="1273259"/>
                    <a:pt x="1027287" y="1276039"/>
                    <a:pt x="1036538" y="1275420"/>
                  </a:cubicBezTo>
                  <a:cubicBezTo>
                    <a:pt x="1042997" y="1275476"/>
                    <a:pt x="1049412" y="1274276"/>
                    <a:pt x="1055413" y="1271886"/>
                  </a:cubicBezTo>
                  <a:cubicBezTo>
                    <a:pt x="1060997" y="1269551"/>
                    <a:pt x="1065739" y="1265571"/>
                    <a:pt x="1069012" y="1260482"/>
                  </a:cubicBezTo>
                  <a:cubicBezTo>
                    <a:pt x="1072688" y="1254281"/>
                    <a:pt x="1074550" y="1247171"/>
                    <a:pt x="1074391" y="1239964"/>
                  </a:cubicBezTo>
                  <a:cubicBezTo>
                    <a:pt x="1075068" y="1229891"/>
                    <a:pt x="1072001" y="1219925"/>
                    <a:pt x="1065775" y="1211977"/>
                  </a:cubicBezTo>
                  <a:cubicBezTo>
                    <a:pt x="1059320" y="1205190"/>
                    <a:pt x="1050223" y="1201555"/>
                    <a:pt x="1040870" y="1202017"/>
                  </a:cubicBezTo>
                  <a:close/>
                  <a:moveTo>
                    <a:pt x="932887" y="1178213"/>
                  </a:moveTo>
                  <a:cubicBezTo>
                    <a:pt x="922477" y="1178213"/>
                    <a:pt x="915405" y="1182197"/>
                    <a:pt x="911770" y="1190266"/>
                  </a:cubicBezTo>
                  <a:cubicBezTo>
                    <a:pt x="907825" y="1199997"/>
                    <a:pt x="905972" y="1210449"/>
                    <a:pt x="906341" y="1220941"/>
                  </a:cubicBezTo>
                  <a:cubicBezTo>
                    <a:pt x="905986" y="1231604"/>
                    <a:pt x="907869" y="1242225"/>
                    <a:pt x="911868" y="1252115"/>
                  </a:cubicBezTo>
                  <a:cubicBezTo>
                    <a:pt x="915475" y="1260342"/>
                    <a:pt x="923943" y="1265338"/>
                    <a:pt x="932887" y="1264514"/>
                  </a:cubicBezTo>
                  <a:cubicBezTo>
                    <a:pt x="950653" y="1264514"/>
                    <a:pt x="959535" y="1249988"/>
                    <a:pt x="959535" y="1220941"/>
                  </a:cubicBezTo>
                  <a:cubicBezTo>
                    <a:pt x="959888" y="1210499"/>
                    <a:pt x="957986" y="1200105"/>
                    <a:pt x="953957" y="1190465"/>
                  </a:cubicBezTo>
                  <a:cubicBezTo>
                    <a:pt x="950246" y="1182338"/>
                    <a:pt x="941778" y="1177472"/>
                    <a:pt x="932887" y="1178364"/>
                  </a:cubicBezTo>
                  <a:close/>
                  <a:moveTo>
                    <a:pt x="974327" y="1220793"/>
                  </a:moveTo>
                  <a:cubicBezTo>
                    <a:pt x="974421" y="1211822"/>
                    <a:pt x="973232" y="1202884"/>
                    <a:pt x="970792" y="1194250"/>
                  </a:cubicBezTo>
                  <a:cubicBezTo>
                    <a:pt x="962547" y="1172755"/>
                    <a:pt x="938436" y="1162010"/>
                    <a:pt x="916940" y="1170251"/>
                  </a:cubicBezTo>
                  <a:cubicBezTo>
                    <a:pt x="913736" y="1171482"/>
                    <a:pt x="910693" y="1173101"/>
                    <a:pt x="907884" y="1175077"/>
                  </a:cubicBezTo>
                  <a:cubicBezTo>
                    <a:pt x="901744" y="1180161"/>
                    <a:pt x="897251" y="1186954"/>
                    <a:pt x="894983" y="1194597"/>
                  </a:cubicBezTo>
                  <a:cubicBezTo>
                    <a:pt x="892439" y="1203248"/>
                    <a:pt x="891193" y="1212226"/>
                    <a:pt x="891298" y="1221240"/>
                  </a:cubicBezTo>
                  <a:cubicBezTo>
                    <a:pt x="891298" y="1257131"/>
                    <a:pt x="905180" y="1275073"/>
                    <a:pt x="932937" y="1275073"/>
                  </a:cubicBezTo>
                  <a:cubicBezTo>
                    <a:pt x="941888" y="1275545"/>
                    <a:pt x="950713" y="1272832"/>
                    <a:pt x="957841" y="1267404"/>
                  </a:cubicBezTo>
                  <a:cubicBezTo>
                    <a:pt x="964098" y="1262255"/>
                    <a:pt x="968605" y="1255297"/>
                    <a:pt x="970742" y="1247484"/>
                  </a:cubicBezTo>
                  <a:cubicBezTo>
                    <a:pt x="973272" y="1238729"/>
                    <a:pt x="974497" y="1229652"/>
                    <a:pt x="974377" y="1220543"/>
                  </a:cubicBezTo>
                  <a:close/>
                  <a:moveTo>
                    <a:pt x="853095" y="1203611"/>
                  </a:moveTo>
                  <a:cubicBezTo>
                    <a:pt x="853095" y="1185932"/>
                    <a:pt x="844927" y="1177018"/>
                    <a:pt x="828641" y="1177018"/>
                  </a:cubicBezTo>
                  <a:cubicBezTo>
                    <a:pt x="812354" y="1177018"/>
                    <a:pt x="804584" y="1185932"/>
                    <a:pt x="804584" y="1203611"/>
                  </a:cubicBezTo>
                  <a:cubicBezTo>
                    <a:pt x="804096" y="1210897"/>
                    <a:pt x="806291" y="1218104"/>
                    <a:pt x="810760" y="1223879"/>
                  </a:cubicBezTo>
                  <a:cubicBezTo>
                    <a:pt x="815361" y="1228785"/>
                    <a:pt x="821927" y="1231365"/>
                    <a:pt x="828641" y="1230901"/>
                  </a:cubicBezTo>
                  <a:cubicBezTo>
                    <a:pt x="835443" y="1231335"/>
                    <a:pt x="842099" y="1228751"/>
                    <a:pt x="846821" y="1223831"/>
                  </a:cubicBezTo>
                  <a:cubicBezTo>
                    <a:pt x="851332" y="1218058"/>
                    <a:pt x="853569" y="1210826"/>
                    <a:pt x="853095" y="1203511"/>
                  </a:cubicBezTo>
                  <a:close/>
                  <a:moveTo>
                    <a:pt x="824805" y="1240562"/>
                  </a:moveTo>
                  <a:cubicBezTo>
                    <a:pt x="832696" y="1241245"/>
                    <a:pt x="840589" y="1239357"/>
                    <a:pt x="847319" y="1235184"/>
                  </a:cubicBezTo>
                  <a:cubicBezTo>
                    <a:pt x="850719" y="1232913"/>
                    <a:pt x="853525" y="1229855"/>
                    <a:pt x="855487" y="1226270"/>
                  </a:cubicBezTo>
                  <a:cubicBezTo>
                    <a:pt x="855919" y="1227724"/>
                    <a:pt x="856090" y="1229238"/>
                    <a:pt x="855986" y="1230753"/>
                  </a:cubicBezTo>
                  <a:cubicBezTo>
                    <a:pt x="855925" y="1238853"/>
                    <a:pt x="853893" y="1246821"/>
                    <a:pt x="850059" y="1253958"/>
                  </a:cubicBezTo>
                  <a:cubicBezTo>
                    <a:pt x="845939" y="1261587"/>
                    <a:pt x="837741" y="1266105"/>
                    <a:pt x="829089" y="1265510"/>
                  </a:cubicBezTo>
                  <a:cubicBezTo>
                    <a:pt x="824706" y="1265695"/>
                    <a:pt x="820338" y="1264914"/>
                    <a:pt x="816289" y="1263221"/>
                  </a:cubicBezTo>
                  <a:cubicBezTo>
                    <a:pt x="813509" y="1262115"/>
                    <a:pt x="811069" y="1260291"/>
                    <a:pt x="809215" y="1257942"/>
                  </a:cubicBezTo>
                  <a:cubicBezTo>
                    <a:pt x="807865" y="1256139"/>
                    <a:pt x="806913" y="1254068"/>
                    <a:pt x="806425" y="1251865"/>
                  </a:cubicBezTo>
                  <a:cubicBezTo>
                    <a:pt x="805978" y="1249873"/>
                    <a:pt x="805779" y="1248679"/>
                    <a:pt x="805728" y="1248379"/>
                  </a:cubicBezTo>
                  <a:lnTo>
                    <a:pt x="792778" y="1248379"/>
                  </a:lnTo>
                  <a:cubicBezTo>
                    <a:pt x="793138" y="1254805"/>
                    <a:pt x="795608" y="1260930"/>
                    <a:pt x="799802" y="1265809"/>
                  </a:cubicBezTo>
                  <a:cubicBezTo>
                    <a:pt x="804483" y="1271984"/>
                    <a:pt x="814246" y="1275073"/>
                    <a:pt x="829237" y="1275073"/>
                  </a:cubicBezTo>
                  <a:cubicBezTo>
                    <a:pt x="844230" y="1275073"/>
                    <a:pt x="853843" y="1269693"/>
                    <a:pt x="859920" y="1259834"/>
                  </a:cubicBezTo>
                  <a:cubicBezTo>
                    <a:pt x="866349" y="1248614"/>
                    <a:pt x="869637" y="1235865"/>
                    <a:pt x="869432" y="1222933"/>
                  </a:cubicBezTo>
                  <a:cubicBezTo>
                    <a:pt x="869603" y="1213228"/>
                    <a:pt x="868530" y="1203537"/>
                    <a:pt x="866245" y="1194099"/>
                  </a:cubicBezTo>
                  <a:cubicBezTo>
                    <a:pt x="864407" y="1186481"/>
                    <a:pt x="860163" y="1179653"/>
                    <a:pt x="854142" y="1174629"/>
                  </a:cubicBezTo>
                  <a:cubicBezTo>
                    <a:pt x="846869" y="1169320"/>
                    <a:pt x="837974" y="1166715"/>
                    <a:pt x="828988" y="1167259"/>
                  </a:cubicBezTo>
                  <a:cubicBezTo>
                    <a:pt x="822539" y="1167165"/>
                    <a:pt x="816138" y="1168370"/>
                    <a:pt x="810161" y="1170793"/>
                  </a:cubicBezTo>
                  <a:cubicBezTo>
                    <a:pt x="804564" y="1173105"/>
                    <a:pt x="799812" y="1177089"/>
                    <a:pt x="796564" y="1182197"/>
                  </a:cubicBezTo>
                  <a:cubicBezTo>
                    <a:pt x="792848" y="1188388"/>
                    <a:pt x="790950" y="1195499"/>
                    <a:pt x="791085" y="1202716"/>
                  </a:cubicBezTo>
                  <a:cubicBezTo>
                    <a:pt x="790902" y="1209658"/>
                    <a:pt x="792176" y="1216559"/>
                    <a:pt x="794821" y="1222983"/>
                  </a:cubicBezTo>
                  <a:cubicBezTo>
                    <a:pt x="797167" y="1228391"/>
                    <a:pt x="801137" y="1232933"/>
                    <a:pt x="806176" y="1235980"/>
                  </a:cubicBezTo>
                  <a:cubicBezTo>
                    <a:pt x="811830" y="1239138"/>
                    <a:pt x="818231" y="1240721"/>
                    <a:pt x="824706" y="1240562"/>
                  </a:cubicBezTo>
                  <a:close/>
                  <a:moveTo>
                    <a:pt x="737393" y="1274575"/>
                  </a:moveTo>
                  <a:lnTo>
                    <a:pt x="737393" y="1168006"/>
                  </a:lnTo>
                  <a:lnTo>
                    <a:pt x="724991" y="1168006"/>
                  </a:lnTo>
                  <a:lnTo>
                    <a:pt x="701483" y="1186083"/>
                  </a:lnTo>
                  <a:lnTo>
                    <a:pt x="701483" y="1200374"/>
                  </a:lnTo>
                  <a:lnTo>
                    <a:pt x="724793" y="1181302"/>
                  </a:lnTo>
                  <a:lnTo>
                    <a:pt x="724793" y="1274376"/>
                  </a:lnTo>
                  <a:close/>
                  <a:moveTo>
                    <a:pt x="896877" y="877"/>
                  </a:moveTo>
                  <a:cubicBezTo>
                    <a:pt x="402089" y="877"/>
                    <a:pt x="840" y="400610"/>
                    <a:pt x="840" y="893466"/>
                  </a:cubicBezTo>
                  <a:cubicBezTo>
                    <a:pt x="840" y="1386322"/>
                    <a:pt x="402089" y="1786056"/>
                    <a:pt x="896877" y="1786056"/>
                  </a:cubicBezTo>
                  <a:cubicBezTo>
                    <a:pt x="1391664" y="1786056"/>
                    <a:pt x="1792815" y="1386372"/>
                    <a:pt x="1792815" y="893466"/>
                  </a:cubicBezTo>
                  <a:cubicBezTo>
                    <a:pt x="1792815" y="400560"/>
                    <a:pt x="1391615" y="877"/>
                    <a:pt x="896877" y="877"/>
                  </a:cubicBezTo>
                  <a:close/>
                </a:path>
              </a:pathLst>
            </a:custGeom>
            <a:solidFill>
              <a:srgbClr val="006479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image" Target="../media/image6.png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image" Target="../media/image8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microsoft.com/office/2007/relationships/hdphoto" Target="../media/hdphoto1.wdp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microsoft.com/office/2007/relationships/hdphoto" Target="../media/hdphoto5.wdp"/><Relationship Id="rId3" Type="http://schemas.openxmlformats.org/officeDocument/2006/relationships/image" Target="../media/image10.png"/><Relationship Id="rId7" Type="http://schemas.microsoft.com/office/2007/relationships/hdphoto" Target="../media/hdphoto2.wdp"/><Relationship Id="rId12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microsoft.com/office/2007/relationships/hdphoto" Target="../media/hdphoto4.wdp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image" Target="../media/image11.GIF"/><Relationship Id="rId9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任意多边形: 形状 56" descr="e7d195523061f1c0c30ee18c1b05f65d12b38e2533cb2ccdAE0CC34CB5CBEBFAEC353FED4DECE97C3E379FD1D933F5E4DC18EF8EA6B7A1130D5F6DE9DD2BE4B0A8C9126ACE5083D1F5A9E323B29CCFC7C52C04BBD97F0AF9BC40A80F89BD9C5CD31B9CACAC27CCDF600F0AA1C428D47F82E590EC3E545229DF1C21E0B5076558941E107049E198A6"/>
          <p:cNvSpPr/>
          <p:nvPr/>
        </p:nvSpPr>
        <p:spPr>
          <a:xfrm>
            <a:off x="5668504" y="2588994"/>
            <a:ext cx="6523496" cy="4269005"/>
          </a:xfrm>
          <a:custGeom>
            <a:avLst/>
            <a:gdLst>
              <a:gd name="connsiteX0" fmla="*/ 10203742 w 17486265"/>
              <a:gd name="connsiteY0" fmla="*/ 15789485 h 15947979"/>
              <a:gd name="connsiteX1" fmla="*/ 10258704 w 17486265"/>
              <a:gd name="connsiteY1" fmla="*/ 15815206 h 15947979"/>
              <a:gd name="connsiteX2" fmla="*/ 10253660 w 17486265"/>
              <a:gd name="connsiteY2" fmla="*/ 15927222 h 15947979"/>
              <a:gd name="connsiteX3" fmla="*/ 10141644 w 17486265"/>
              <a:gd name="connsiteY3" fmla="*/ 15922178 h 15947979"/>
              <a:gd name="connsiteX4" fmla="*/ 10146690 w 17486265"/>
              <a:gd name="connsiteY4" fmla="*/ 15810162 h 15947979"/>
              <a:gd name="connsiteX5" fmla="*/ 10203742 w 17486265"/>
              <a:gd name="connsiteY5" fmla="*/ 15789485 h 15947979"/>
              <a:gd name="connsiteX6" fmla="*/ 9501298 w 17486265"/>
              <a:gd name="connsiteY6" fmla="*/ 15762340 h 15947979"/>
              <a:gd name="connsiteX7" fmla="*/ 9553152 w 17486265"/>
              <a:gd name="connsiteY7" fmla="*/ 15786607 h 15947979"/>
              <a:gd name="connsiteX8" fmla="*/ 9548392 w 17486265"/>
              <a:gd name="connsiteY8" fmla="*/ 15892286 h 15947979"/>
              <a:gd name="connsiteX9" fmla="*/ 9442714 w 17486265"/>
              <a:gd name="connsiteY9" fmla="*/ 15887526 h 15947979"/>
              <a:gd name="connsiteX10" fmla="*/ 9447472 w 17486265"/>
              <a:gd name="connsiteY10" fmla="*/ 15781847 h 15947979"/>
              <a:gd name="connsiteX11" fmla="*/ 9501298 w 17486265"/>
              <a:gd name="connsiteY11" fmla="*/ 15762340 h 15947979"/>
              <a:gd name="connsiteX12" fmla="*/ 568 w 17486265"/>
              <a:gd name="connsiteY12" fmla="*/ 15759937 h 15947979"/>
              <a:gd name="connsiteX13" fmla="*/ 3034 w 17486265"/>
              <a:gd name="connsiteY13" fmla="*/ 15760048 h 15947979"/>
              <a:gd name="connsiteX14" fmla="*/ 2922 w 17486265"/>
              <a:gd name="connsiteY14" fmla="*/ 15762514 h 15947979"/>
              <a:gd name="connsiteX15" fmla="*/ 456 w 17486265"/>
              <a:gd name="connsiteY15" fmla="*/ 15762404 h 15947979"/>
              <a:gd name="connsiteX16" fmla="*/ 568 w 17486265"/>
              <a:gd name="connsiteY16" fmla="*/ 15759937 h 15947979"/>
              <a:gd name="connsiteX17" fmla="*/ 8798760 w 17486265"/>
              <a:gd name="connsiteY17" fmla="*/ 15736700 h 15947979"/>
              <a:gd name="connsiteX18" fmla="*/ 8846442 w 17486265"/>
              <a:gd name="connsiteY18" fmla="*/ 15759014 h 15947979"/>
              <a:gd name="connsiteX19" fmla="*/ 8842066 w 17486265"/>
              <a:gd name="connsiteY19" fmla="*/ 15856191 h 15947979"/>
              <a:gd name="connsiteX20" fmla="*/ 8744888 w 17486265"/>
              <a:gd name="connsiteY20" fmla="*/ 15851815 h 15947979"/>
              <a:gd name="connsiteX21" fmla="*/ 8749266 w 17486265"/>
              <a:gd name="connsiteY21" fmla="*/ 15754638 h 15947979"/>
              <a:gd name="connsiteX22" fmla="*/ 8798760 w 17486265"/>
              <a:gd name="connsiteY22" fmla="*/ 15736700 h 15947979"/>
              <a:gd name="connsiteX23" fmla="*/ 16892086 w 17486265"/>
              <a:gd name="connsiteY23" fmla="*/ 15712640 h 15947979"/>
              <a:gd name="connsiteX24" fmla="*/ 16965210 w 17486265"/>
              <a:gd name="connsiteY24" fmla="*/ 15746860 h 15947979"/>
              <a:gd name="connsiteX25" fmla="*/ 16958498 w 17486265"/>
              <a:gd name="connsiteY25" fmla="*/ 15895891 h 15947979"/>
              <a:gd name="connsiteX26" fmla="*/ 16809466 w 17486265"/>
              <a:gd name="connsiteY26" fmla="*/ 15889179 h 15947979"/>
              <a:gd name="connsiteX27" fmla="*/ 16816178 w 17486265"/>
              <a:gd name="connsiteY27" fmla="*/ 15740149 h 15947979"/>
              <a:gd name="connsiteX28" fmla="*/ 16892086 w 17486265"/>
              <a:gd name="connsiteY28" fmla="*/ 15712640 h 15947979"/>
              <a:gd name="connsiteX29" fmla="*/ 8096250 w 17486265"/>
              <a:gd name="connsiteY29" fmla="*/ 15710475 h 15947979"/>
              <a:gd name="connsiteX30" fmla="*/ 8140200 w 17486265"/>
              <a:gd name="connsiteY30" fmla="*/ 15731042 h 15947979"/>
              <a:gd name="connsiteX31" fmla="*/ 8136166 w 17486265"/>
              <a:gd name="connsiteY31" fmla="*/ 15820613 h 15947979"/>
              <a:gd name="connsiteX32" fmla="*/ 8046596 w 17486265"/>
              <a:gd name="connsiteY32" fmla="*/ 15816579 h 15947979"/>
              <a:gd name="connsiteX33" fmla="*/ 8050630 w 17486265"/>
              <a:gd name="connsiteY33" fmla="*/ 15727009 h 15947979"/>
              <a:gd name="connsiteX34" fmla="*/ 8096250 w 17486265"/>
              <a:gd name="connsiteY34" fmla="*/ 15710475 h 15947979"/>
              <a:gd name="connsiteX35" fmla="*/ 7393766 w 17486265"/>
              <a:gd name="connsiteY35" fmla="*/ 15684229 h 15947979"/>
              <a:gd name="connsiteX36" fmla="*/ 7433982 w 17486265"/>
              <a:gd name="connsiteY36" fmla="*/ 15703050 h 15947979"/>
              <a:gd name="connsiteX37" fmla="*/ 7430292 w 17486265"/>
              <a:gd name="connsiteY37" fmla="*/ 15785011 h 15947979"/>
              <a:gd name="connsiteX38" fmla="*/ 7348328 w 17486265"/>
              <a:gd name="connsiteY38" fmla="*/ 15781322 h 15947979"/>
              <a:gd name="connsiteX39" fmla="*/ 7352020 w 17486265"/>
              <a:gd name="connsiteY39" fmla="*/ 15699358 h 15947979"/>
              <a:gd name="connsiteX40" fmla="*/ 7393766 w 17486265"/>
              <a:gd name="connsiteY40" fmla="*/ 15684229 h 15947979"/>
              <a:gd name="connsiteX41" fmla="*/ 16189842 w 17486265"/>
              <a:gd name="connsiteY41" fmla="*/ 15681013 h 15947979"/>
              <a:gd name="connsiteX42" fmla="*/ 16262966 w 17486265"/>
              <a:gd name="connsiteY42" fmla="*/ 15715234 h 15947979"/>
              <a:gd name="connsiteX43" fmla="*/ 16256254 w 17486265"/>
              <a:gd name="connsiteY43" fmla="*/ 15864264 h 15947979"/>
              <a:gd name="connsiteX44" fmla="*/ 16107226 w 17486265"/>
              <a:gd name="connsiteY44" fmla="*/ 15857553 h 15947979"/>
              <a:gd name="connsiteX45" fmla="*/ 16113938 w 17486265"/>
              <a:gd name="connsiteY45" fmla="*/ 15708522 h 15947979"/>
              <a:gd name="connsiteX46" fmla="*/ 16189842 w 17486265"/>
              <a:gd name="connsiteY46" fmla="*/ 15681013 h 15947979"/>
              <a:gd name="connsiteX47" fmla="*/ 6691274 w 17486265"/>
              <a:gd name="connsiteY47" fmla="*/ 15658157 h 15947979"/>
              <a:gd name="connsiteX48" fmla="*/ 6727638 w 17486265"/>
              <a:gd name="connsiteY48" fmla="*/ 15675174 h 15947979"/>
              <a:gd name="connsiteX49" fmla="*/ 6724300 w 17486265"/>
              <a:gd name="connsiteY49" fmla="*/ 15749283 h 15947979"/>
              <a:gd name="connsiteX50" fmla="*/ 6650190 w 17486265"/>
              <a:gd name="connsiteY50" fmla="*/ 15745945 h 15947979"/>
              <a:gd name="connsiteX51" fmla="*/ 6653528 w 17486265"/>
              <a:gd name="connsiteY51" fmla="*/ 15671836 h 15947979"/>
              <a:gd name="connsiteX52" fmla="*/ 6691274 w 17486265"/>
              <a:gd name="connsiteY52" fmla="*/ 15658157 h 15947979"/>
              <a:gd name="connsiteX53" fmla="*/ 15487602 w 17486265"/>
              <a:gd name="connsiteY53" fmla="*/ 15649390 h 15947979"/>
              <a:gd name="connsiteX54" fmla="*/ 15560726 w 17486265"/>
              <a:gd name="connsiteY54" fmla="*/ 15683610 h 15947979"/>
              <a:gd name="connsiteX55" fmla="*/ 15554014 w 17486265"/>
              <a:gd name="connsiteY55" fmla="*/ 15832640 h 15947979"/>
              <a:gd name="connsiteX56" fmla="*/ 15404982 w 17486265"/>
              <a:gd name="connsiteY56" fmla="*/ 15825928 h 15947979"/>
              <a:gd name="connsiteX57" fmla="*/ 15411694 w 17486265"/>
              <a:gd name="connsiteY57" fmla="*/ 15676898 h 15947979"/>
              <a:gd name="connsiteX58" fmla="*/ 15487602 w 17486265"/>
              <a:gd name="connsiteY58" fmla="*/ 15649390 h 15947979"/>
              <a:gd name="connsiteX59" fmla="*/ 5988790 w 17486265"/>
              <a:gd name="connsiteY59" fmla="*/ 15631910 h 15947979"/>
              <a:gd name="connsiteX60" fmla="*/ 6021420 w 17486265"/>
              <a:gd name="connsiteY60" fmla="*/ 15647180 h 15947979"/>
              <a:gd name="connsiteX61" fmla="*/ 6018424 w 17486265"/>
              <a:gd name="connsiteY61" fmla="*/ 15713681 h 15947979"/>
              <a:gd name="connsiteX62" fmla="*/ 5951924 w 17486265"/>
              <a:gd name="connsiteY62" fmla="*/ 15710687 h 15947979"/>
              <a:gd name="connsiteX63" fmla="*/ 5954918 w 17486265"/>
              <a:gd name="connsiteY63" fmla="*/ 15644185 h 15947979"/>
              <a:gd name="connsiteX64" fmla="*/ 5988790 w 17486265"/>
              <a:gd name="connsiteY64" fmla="*/ 15631910 h 15947979"/>
              <a:gd name="connsiteX65" fmla="*/ 14785334 w 17486265"/>
              <a:gd name="connsiteY65" fmla="*/ 15617735 h 15947979"/>
              <a:gd name="connsiteX66" fmla="*/ 14858460 w 17486265"/>
              <a:gd name="connsiteY66" fmla="*/ 15651956 h 15947979"/>
              <a:gd name="connsiteX67" fmla="*/ 14851748 w 17486265"/>
              <a:gd name="connsiteY67" fmla="*/ 15800986 h 15947979"/>
              <a:gd name="connsiteX68" fmla="*/ 14702718 w 17486265"/>
              <a:gd name="connsiteY68" fmla="*/ 15794275 h 15947979"/>
              <a:gd name="connsiteX69" fmla="*/ 14709430 w 17486265"/>
              <a:gd name="connsiteY69" fmla="*/ 15645244 h 15947979"/>
              <a:gd name="connsiteX70" fmla="*/ 14785334 w 17486265"/>
              <a:gd name="connsiteY70" fmla="*/ 15617735 h 15947979"/>
              <a:gd name="connsiteX71" fmla="*/ 5286276 w 17486265"/>
              <a:gd name="connsiteY71" fmla="*/ 15606296 h 15947979"/>
              <a:gd name="connsiteX72" fmla="*/ 5314736 w 17486265"/>
              <a:gd name="connsiteY72" fmla="*/ 15619615 h 15947979"/>
              <a:gd name="connsiteX73" fmla="*/ 5312124 w 17486265"/>
              <a:gd name="connsiteY73" fmla="*/ 15677613 h 15947979"/>
              <a:gd name="connsiteX74" fmla="*/ 5254124 w 17486265"/>
              <a:gd name="connsiteY74" fmla="*/ 15675002 h 15947979"/>
              <a:gd name="connsiteX75" fmla="*/ 5256736 w 17486265"/>
              <a:gd name="connsiteY75" fmla="*/ 15617002 h 15947979"/>
              <a:gd name="connsiteX76" fmla="*/ 5286276 w 17486265"/>
              <a:gd name="connsiteY76" fmla="*/ 15606296 h 15947979"/>
              <a:gd name="connsiteX77" fmla="*/ 14083092 w 17486265"/>
              <a:gd name="connsiteY77" fmla="*/ 15586110 h 15947979"/>
              <a:gd name="connsiteX78" fmla="*/ 14156216 w 17486265"/>
              <a:gd name="connsiteY78" fmla="*/ 15620331 h 15947979"/>
              <a:gd name="connsiteX79" fmla="*/ 14149506 w 17486265"/>
              <a:gd name="connsiteY79" fmla="*/ 15769361 h 15947979"/>
              <a:gd name="connsiteX80" fmla="*/ 14000476 w 17486265"/>
              <a:gd name="connsiteY80" fmla="*/ 15762649 h 15947979"/>
              <a:gd name="connsiteX81" fmla="*/ 14007186 w 17486265"/>
              <a:gd name="connsiteY81" fmla="*/ 15613619 h 15947979"/>
              <a:gd name="connsiteX82" fmla="*/ 14083092 w 17486265"/>
              <a:gd name="connsiteY82" fmla="*/ 15586110 h 15947979"/>
              <a:gd name="connsiteX83" fmla="*/ 4583786 w 17486265"/>
              <a:gd name="connsiteY83" fmla="*/ 15580223 h 15947979"/>
              <a:gd name="connsiteX84" fmla="*/ 4608390 w 17486265"/>
              <a:gd name="connsiteY84" fmla="*/ 15591738 h 15947979"/>
              <a:gd name="connsiteX85" fmla="*/ 4606132 w 17486265"/>
              <a:gd name="connsiteY85" fmla="*/ 15641885 h 15947979"/>
              <a:gd name="connsiteX86" fmla="*/ 4555986 w 17486265"/>
              <a:gd name="connsiteY86" fmla="*/ 15639625 h 15947979"/>
              <a:gd name="connsiteX87" fmla="*/ 4558244 w 17486265"/>
              <a:gd name="connsiteY87" fmla="*/ 15589479 h 15947979"/>
              <a:gd name="connsiteX88" fmla="*/ 4583786 w 17486265"/>
              <a:gd name="connsiteY88" fmla="*/ 15580223 h 15947979"/>
              <a:gd name="connsiteX89" fmla="*/ 13380674 w 17486265"/>
              <a:gd name="connsiteY89" fmla="*/ 15558334 h 15947979"/>
              <a:gd name="connsiteX90" fmla="*/ 13451128 w 17486265"/>
              <a:gd name="connsiteY90" fmla="*/ 15591305 h 15947979"/>
              <a:gd name="connsiteX91" fmla="*/ 13444662 w 17486265"/>
              <a:gd name="connsiteY91" fmla="*/ 15734891 h 15947979"/>
              <a:gd name="connsiteX92" fmla="*/ 13301074 w 17486265"/>
              <a:gd name="connsiteY92" fmla="*/ 15728425 h 15947979"/>
              <a:gd name="connsiteX93" fmla="*/ 13307542 w 17486265"/>
              <a:gd name="connsiteY93" fmla="*/ 15584838 h 15947979"/>
              <a:gd name="connsiteX94" fmla="*/ 13380674 w 17486265"/>
              <a:gd name="connsiteY94" fmla="*/ 15558334 h 15947979"/>
              <a:gd name="connsiteX95" fmla="*/ 3881276 w 17486265"/>
              <a:gd name="connsiteY95" fmla="*/ 15553951 h 15947979"/>
              <a:gd name="connsiteX96" fmla="*/ 3902148 w 17486265"/>
              <a:gd name="connsiteY96" fmla="*/ 15563718 h 15947979"/>
              <a:gd name="connsiteX97" fmla="*/ 3900232 w 17486265"/>
              <a:gd name="connsiteY97" fmla="*/ 15606257 h 15947979"/>
              <a:gd name="connsiteX98" fmla="*/ 3857694 w 17486265"/>
              <a:gd name="connsiteY98" fmla="*/ 15604341 h 15947979"/>
              <a:gd name="connsiteX99" fmla="*/ 3859610 w 17486265"/>
              <a:gd name="connsiteY99" fmla="*/ 15561803 h 15947979"/>
              <a:gd name="connsiteX100" fmla="*/ 3881276 w 17486265"/>
              <a:gd name="connsiteY100" fmla="*/ 15553951 h 15947979"/>
              <a:gd name="connsiteX101" fmla="*/ 12678206 w 17486265"/>
              <a:gd name="connsiteY101" fmla="*/ 15531213 h 15947979"/>
              <a:gd name="connsiteX102" fmla="*/ 12745550 w 17486265"/>
              <a:gd name="connsiteY102" fmla="*/ 15562729 h 15947979"/>
              <a:gd name="connsiteX103" fmla="*/ 12739368 w 17486265"/>
              <a:gd name="connsiteY103" fmla="*/ 15699978 h 15947979"/>
              <a:gd name="connsiteX104" fmla="*/ 12602118 w 17486265"/>
              <a:gd name="connsiteY104" fmla="*/ 15693797 h 15947979"/>
              <a:gd name="connsiteX105" fmla="*/ 12608300 w 17486265"/>
              <a:gd name="connsiteY105" fmla="*/ 15556548 h 15947979"/>
              <a:gd name="connsiteX106" fmla="*/ 12678206 w 17486265"/>
              <a:gd name="connsiteY106" fmla="*/ 15531213 h 15947979"/>
              <a:gd name="connsiteX107" fmla="*/ 3178832 w 17486265"/>
              <a:gd name="connsiteY107" fmla="*/ 15526805 h 15947979"/>
              <a:gd name="connsiteX108" fmla="*/ 3196596 w 17486265"/>
              <a:gd name="connsiteY108" fmla="*/ 15535118 h 15947979"/>
              <a:gd name="connsiteX109" fmla="*/ 3194964 w 17486265"/>
              <a:gd name="connsiteY109" fmla="*/ 15571318 h 15947979"/>
              <a:gd name="connsiteX110" fmla="*/ 3158764 w 17486265"/>
              <a:gd name="connsiteY110" fmla="*/ 15569690 h 15947979"/>
              <a:gd name="connsiteX111" fmla="*/ 3160394 w 17486265"/>
              <a:gd name="connsiteY111" fmla="*/ 15533487 h 15947979"/>
              <a:gd name="connsiteX112" fmla="*/ 3178832 w 17486265"/>
              <a:gd name="connsiteY112" fmla="*/ 15526805 h 15947979"/>
              <a:gd name="connsiteX113" fmla="*/ 11975646 w 17486265"/>
              <a:gd name="connsiteY113" fmla="*/ 15506671 h 15947979"/>
              <a:gd name="connsiteX114" fmla="*/ 12038072 w 17486265"/>
              <a:gd name="connsiteY114" fmla="*/ 15535885 h 15947979"/>
              <a:gd name="connsiteX115" fmla="*/ 12032344 w 17486265"/>
              <a:gd name="connsiteY115" fmla="*/ 15663117 h 15947979"/>
              <a:gd name="connsiteX116" fmla="*/ 11905114 w 17486265"/>
              <a:gd name="connsiteY116" fmla="*/ 15657386 h 15947979"/>
              <a:gd name="connsiteX117" fmla="*/ 11910842 w 17486265"/>
              <a:gd name="connsiteY117" fmla="*/ 15530156 h 15947979"/>
              <a:gd name="connsiteX118" fmla="*/ 11975646 w 17486265"/>
              <a:gd name="connsiteY118" fmla="*/ 15506671 h 15947979"/>
              <a:gd name="connsiteX119" fmla="*/ 2476300 w 17486265"/>
              <a:gd name="connsiteY119" fmla="*/ 15501219 h 15947979"/>
              <a:gd name="connsiteX120" fmla="*/ 2489890 w 17486265"/>
              <a:gd name="connsiteY120" fmla="*/ 15507580 h 15947979"/>
              <a:gd name="connsiteX121" fmla="*/ 2488642 w 17486265"/>
              <a:gd name="connsiteY121" fmla="*/ 15535280 h 15947979"/>
              <a:gd name="connsiteX122" fmla="*/ 2460942 w 17486265"/>
              <a:gd name="connsiteY122" fmla="*/ 15534032 h 15947979"/>
              <a:gd name="connsiteX123" fmla="*/ 2462190 w 17486265"/>
              <a:gd name="connsiteY123" fmla="*/ 15506333 h 15947979"/>
              <a:gd name="connsiteX124" fmla="*/ 2476300 w 17486265"/>
              <a:gd name="connsiteY124" fmla="*/ 15501219 h 15947979"/>
              <a:gd name="connsiteX125" fmla="*/ 11273160 w 17486265"/>
              <a:gd name="connsiteY125" fmla="*/ 15480422 h 15947979"/>
              <a:gd name="connsiteX126" fmla="*/ 11331856 w 17486265"/>
              <a:gd name="connsiteY126" fmla="*/ 15507891 h 15947979"/>
              <a:gd name="connsiteX127" fmla="*/ 11326470 w 17486265"/>
              <a:gd name="connsiteY127" fmla="*/ 15627514 h 15947979"/>
              <a:gd name="connsiteX128" fmla="*/ 11206846 w 17486265"/>
              <a:gd name="connsiteY128" fmla="*/ 15622126 h 15947979"/>
              <a:gd name="connsiteX129" fmla="*/ 11212234 w 17486265"/>
              <a:gd name="connsiteY129" fmla="*/ 15502503 h 15947979"/>
              <a:gd name="connsiteX130" fmla="*/ 11273160 w 17486265"/>
              <a:gd name="connsiteY130" fmla="*/ 15480422 h 15947979"/>
              <a:gd name="connsiteX131" fmla="*/ 1773810 w 17486265"/>
              <a:gd name="connsiteY131" fmla="*/ 15474971 h 15947979"/>
              <a:gd name="connsiteX132" fmla="*/ 1783668 w 17486265"/>
              <a:gd name="connsiteY132" fmla="*/ 15479584 h 15947979"/>
              <a:gd name="connsiteX133" fmla="*/ 1782764 w 17486265"/>
              <a:gd name="connsiteY133" fmla="*/ 15499677 h 15947979"/>
              <a:gd name="connsiteX134" fmla="*/ 1762672 w 17486265"/>
              <a:gd name="connsiteY134" fmla="*/ 15498772 h 15947979"/>
              <a:gd name="connsiteX135" fmla="*/ 1763576 w 17486265"/>
              <a:gd name="connsiteY135" fmla="*/ 15478680 h 15947979"/>
              <a:gd name="connsiteX136" fmla="*/ 1773810 w 17486265"/>
              <a:gd name="connsiteY136" fmla="*/ 15474971 h 15947979"/>
              <a:gd name="connsiteX137" fmla="*/ 10570676 w 17486265"/>
              <a:gd name="connsiteY137" fmla="*/ 15454176 h 15947979"/>
              <a:gd name="connsiteX138" fmla="*/ 10625638 w 17486265"/>
              <a:gd name="connsiteY138" fmla="*/ 15479896 h 15947979"/>
              <a:gd name="connsiteX139" fmla="*/ 10620594 w 17486265"/>
              <a:gd name="connsiteY139" fmla="*/ 15591912 h 15947979"/>
              <a:gd name="connsiteX140" fmla="*/ 10508578 w 17486265"/>
              <a:gd name="connsiteY140" fmla="*/ 15586869 h 15947979"/>
              <a:gd name="connsiteX141" fmla="*/ 10513624 w 17486265"/>
              <a:gd name="connsiteY141" fmla="*/ 15474853 h 15947979"/>
              <a:gd name="connsiteX142" fmla="*/ 10570676 w 17486265"/>
              <a:gd name="connsiteY142" fmla="*/ 15454176 h 15947979"/>
              <a:gd name="connsiteX143" fmla="*/ 1065080 w 17486265"/>
              <a:gd name="connsiteY143" fmla="*/ 15451152 h 15947979"/>
              <a:gd name="connsiteX144" fmla="*/ 1077318 w 17486265"/>
              <a:gd name="connsiteY144" fmla="*/ 15451703 h 15947979"/>
              <a:gd name="connsiteX145" fmla="*/ 1076766 w 17486265"/>
              <a:gd name="connsiteY145" fmla="*/ 15463941 h 15947979"/>
              <a:gd name="connsiteX146" fmla="*/ 1064528 w 17486265"/>
              <a:gd name="connsiteY146" fmla="*/ 15463390 h 15947979"/>
              <a:gd name="connsiteX147" fmla="*/ 1065080 w 17486265"/>
              <a:gd name="connsiteY147" fmla="*/ 15451152 h 15947979"/>
              <a:gd name="connsiteX148" fmla="*/ 9868212 w 17486265"/>
              <a:gd name="connsiteY148" fmla="*/ 15427489 h 15947979"/>
              <a:gd name="connsiteX149" fmla="*/ 9919748 w 17486265"/>
              <a:gd name="connsiteY149" fmla="*/ 15451606 h 15947979"/>
              <a:gd name="connsiteX150" fmla="*/ 9915016 w 17486265"/>
              <a:gd name="connsiteY150" fmla="*/ 15556638 h 15947979"/>
              <a:gd name="connsiteX151" fmla="*/ 9809986 w 17486265"/>
              <a:gd name="connsiteY151" fmla="*/ 15551908 h 15947979"/>
              <a:gd name="connsiteX152" fmla="*/ 9814716 w 17486265"/>
              <a:gd name="connsiteY152" fmla="*/ 15446877 h 15947979"/>
              <a:gd name="connsiteX153" fmla="*/ 9868212 w 17486265"/>
              <a:gd name="connsiteY153" fmla="*/ 15427489 h 15947979"/>
              <a:gd name="connsiteX154" fmla="*/ 367502 w 17486265"/>
              <a:gd name="connsiteY154" fmla="*/ 15424629 h 15947979"/>
              <a:gd name="connsiteX155" fmla="*/ 369968 w 17486265"/>
              <a:gd name="connsiteY155" fmla="*/ 15424740 h 15947979"/>
              <a:gd name="connsiteX156" fmla="*/ 369856 w 17486265"/>
              <a:gd name="connsiteY156" fmla="*/ 15427206 h 15947979"/>
              <a:gd name="connsiteX157" fmla="*/ 367390 w 17486265"/>
              <a:gd name="connsiteY157" fmla="*/ 15427096 h 15947979"/>
              <a:gd name="connsiteX158" fmla="*/ 367502 w 17486265"/>
              <a:gd name="connsiteY158" fmla="*/ 15424629 h 15947979"/>
              <a:gd name="connsiteX159" fmla="*/ 9165696 w 17486265"/>
              <a:gd name="connsiteY159" fmla="*/ 15401390 h 15947979"/>
              <a:gd name="connsiteX160" fmla="*/ 9213378 w 17486265"/>
              <a:gd name="connsiteY160" fmla="*/ 15423704 h 15947979"/>
              <a:gd name="connsiteX161" fmla="*/ 9209000 w 17486265"/>
              <a:gd name="connsiteY161" fmla="*/ 15520882 h 15947979"/>
              <a:gd name="connsiteX162" fmla="*/ 9111824 w 17486265"/>
              <a:gd name="connsiteY162" fmla="*/ 15516505 h 15947979"/>
              <a:gd name="connsiteX163" fmla="*/ 9116200 w 17486265"/>
              <a:gd name="connsiteY163" fmla="*/ 15419328 h 15947979"/>
              <a:gd name="connsiteX164" fmla="*/ 9165696 w 17486265"/>
              <a:gd name="connsiteY164" fmla="*/ 15401390 h 15947979"/>
              <a:gd name="connsiteX165" fmla="*/ 17259018 w 17486265"/>
              <a:gd name="connsiteY165" fmla="*/ 15377330 h 15947979"/>
              <a:gd name="connsiteX166" fmla="*/ 17332142 w 17486265"/>
              <a:gd name="connsiteY166" fmla="*/ 15411552 h 15947979"/>
              <a:gd name="connsiteX167" fmla="*/ 17325430 w 17486265"/>
              <a:gd name="connsiteY167" fmla="*/ 15560582 h 15947979"/>
              <a:gd name="connsiteX168" fmla="*/ 17176402 w 17486265"/>
              <a:gd name="connsiteY168" fmla="*/ 15553871 h 15947979"/>
              <a:gd name="connsiteX169" fmla="*/ 17183114 w 17486265"/>
              <a:gd name="connsiteY169" fmla="*/ 15404840 h 15947979"/>
              <a:gd name="connsiteX170" fmla="*/ 17259018 w 17486265"/>
              <a:gd name="connsiteY170" fmla="*/ 15377330 h 15947979"/>
              <a:gd name="connsiteX171" fmla="*/ 8463210 w 17486265"/>
              <a:gd name="connsiteY171" fmla="*/ 15375144 h 15947979"/>
              <a:gd name="connsiteX172" fmla="*/ 8507160 w 17486265"/>
              <a:gd name="connsiteY172" fmla="*/ 15395712 h 15947979"/>
              <a:gd name="connsiteX173" fmla="*/ 8503126 w 17486265"/>
              <a:gd name="connsiteY173" fmla="*/ 15485281 h 15947979"/>
              <a:gd name="connsiteX174" fmla="*/ 8413556 w 17486265"/>
              <a:gd name="connsiteY174" fmla="*/ 15481248 h 15947979"/>
              <a:gd name="connsiteX175" fmla="*/ 8417590 w 17486265"/>
              <a:gd name="connsiteY175" fmla="*/ 15391678 h 15947979"/>
              <a:gd name="connsiteX176" fmla="*/ 8463210 w 17486265"/>
              <a:gd name="connsiteY176" fmla="*/ 15375144 h 15947979"/>
              <a:gd name="connsiteX177" fmla="*/ 7760692 w 17486265"/>
              <a:gd name="connsiteY177" fmla="*/ 15349095 h 15947979"/>
              <a:gd name="connsiteX178" fmla="*/ 7800788 w 17486265"/>
              <a:gd name="connsiteY178" fmla="*/ 15367859 h 15947979"/>
              <a:gd name="connsiteX179" fmla="*/ 7797108 w 17486265"/>
              <a:gd name="connsiteY179" fmla="*/ 15449575 h 15947979"/>
              <a:gd name="connsiteX180" fmla="*/ 7715392 w 17486265"/>
              <a:gd name="connsiteY180" fmla="*/ 15445895 h 15947979"/>
              <a:gd name="connsiteX181" fmla="*/ 7719072 w 17486265"/>
              <a:gd name="connsiteY181" fmla="*/ 15364178 h 15947979"/>
              <a:gd name="connsiteX182" fmla="*/ 7760692 w 17486265"/>
              <a:gd name="connsiteY182" fmla="*/ 15349095 h 15947979"/>
              <a:gd name="connsiteX183" fmla="*/ 16556778 w 17486265"/>
              <a:gd name="connsiteY183" fmla="*/ 15345706 h 15947979"/>
              <a:gd name="connsiteX184" fmla="*/ 16629902 w 17486265"/>
              <a:gd name="connsiteY184" fmla="*/ 15379927 h 15947979"/>
              <a:gd name="connsiteX185" fmla="*/ 16623190 w 17486265"/>
              <a:gd name="connsiteY185" fmla="*/ 15528957 h 15947979"/>
              <a:gd name="connsiteX186" fmla="*/ 16474158 w 17486265"/>
              <a:gd name="connsiteY186" fmla="*/ 15522245 h 15947979"/>
              <a:gd name="connsiteX187" fmla="*/ 16480870 w 17486265"/>
              <a:gd name="connsiteY187" fmla="*/ 15373216 h 15947979"/>
              <a:gd name="connsiteX188" fmla="*/ 16556778 w 17486265"/>
              <a:gd name="connsiteY188" fmla="*/ 15345706 h 15947979"/>
              <a:gd name="connsiteX189" fmla="*/ 7058208 w 17486265"/>
              <a:gd name="connsiteY189" fmla="*/ 15322849 h 15947979"/>
              <a:gd name="connsiteX190" fmla="*/ 7094572 w 17486265"/>
              <a:gd name="connsiteY190" fmla="*/ 15339866 h 15947979"/>
              <a:gd name="connsiteX191" fmla="*/ 7091234 w 17486265"/>
              <a:gd name="connsiteY191" fmla="*/ 15413974 h 15947979"/>
              <a:gd name="connsiteX192" fmla="*/ 7017124 w 17486265"/>
              <a:gd name="connsiteY192" fmla="*/ 15410636 h 15947979"/>
              <a:gd name="connsiteX193" fmla="*/ 7020462 w 17486265"/>
              <a:gd name="connsiteY193" fmla="*/ 15336528 h 15947979"/>
              <a:gd name="connsiteX194" fmla="*/ 7058208 w 17486265"/>
              <a:gd name="connsiteY194" fmla="*/ 15322849 h 15947979"/>
              <a:gd name="connsiteX195" fmla="*/ 15854534 w 17486265"/>
              <a:gd name="connsiteY195" fmla="*/ 15314079 h 15947979"/>
              <a:gd name="connsiteX196" fmla="*/ 15927658 w 17486265"/>
              <a:gd name="connsiteY196" fmla="*/ 15348301 h 15947979"/>
              <a:gd name="connsiteX197" fmla="*/ 15920946 w 17486265"/>
              <a:gd name="connsiteY197" fmla="*/ 15497330 h 15947979"/>
              <a:gd name="connsiteX198" fmla="*/ 15771918 w 17486265"/>
              <a:gd name="connsiteY198" fmla="*/ 15490619 h 15947979"/>
              <a:gd name="connsiteX199" fmla="*/ 15778630 w 17486265"/>
              <a:gd name="connsiteY199" fmla="*/ 15341588 h 15947979"/>
              <a:gd name="connsiteX200" fmla="*/ 15854534 w 17486265"/>
              <a:gd name="connsiteY200" fmla="*/ 15314079 h 15947979"/>
              <a:gd name="connsiteX201" fmla="*/ 6355696 w 17486265"/>
              <a:gd name="connsiteY201" fmla="*/ 15297234 h 15947979"/>
              <a:gd name="connsiteX202" fmla="*/ 6387886 w 17486265"/>
              <a:gd name="connsiteY202" fmla="*/ 15312299 h 15947979"/>
              <a:gd name="connsiteX203" fmla="*/ 6384932 w 17486265"/>
              <a:gd name="connsiteY203" fmla="*/ 15377905 h 15947979"/>
              <a:gd name="connsiteX204" fmla="*/ 6319324 w 17486265"/>
              <a:gd name="connsiteY204" fmla="*/ 15374951 h 15947979"/>
              <a:gd name="connsiteX205" fmla="*/ 6322280 w 17486265"/>
              <a:gd name="connsiteY205" fmla="*/ 15309344 h 15947979"/>
              <a:gd name="connsiteX206" fmla="*/ 6355696 w 17486265"/>
              <a:gd name="connsiteY206" fmla="*/ 15297234 h 15947979"/>
              <a:gd name="connsiteX207" fmla="*/ 15152266 w 17486265"/>
              <a:gd name="connsiteY207" fmla="*/ 15282428 h 15947979"/>
              <a:gd name="connsiteX208" fmla="*/ 15225390 w 17486265"/>
              <a:gd name="connsiteY208" fmla="*/ 15316649 h 15947979"/>
              <a:gd name="connsiteX209" fmla="*/ 15218682 w 17486265"/>
              <a:gd name="connsiteY209" fmla="*/ 15465680 h 15947979"/>
              <a:gd name="connsiteX210" fmla="*/ 15069650 w 17486265"/>
              <a:gd name="connsiteY210" fmla="*/ 15458967 h 15947979"/>
              <a:gd name="connsiteX211" fmla="*/ 15076362 w 17486265"/>
              <a:gd name="connsiteY211" fmla="*/ 15309937 h 15947979"/>
              <a:gd name="connsiteX212" fmla="*/ 15152266 w 17486265"/>
              <a:gd name="connsiteY212" fmla="*/ 15282428 h 15947979"/>
              <a:gd name="connsiteX213" fmla="*/ 5653210 w 17486265"/>
              <a:gd name="connsiteY213" fmla="*/ 15270988 h 15947979"/>
              <a:gd name="connsiteX214" fmla="*/ 5681670 w 17486265"/>
              <a:gd name="connsiteY214" fmla="*/ 15284306 h 15947979"/>
              <a:gd name="connsiteX215" fmla="*/ 5679058 w 17486265"/>
              <a:gd name="connsiteY215" fmla="*/ 15342305 h 15947979"/>
              <a:gd name="connsiteX216" fmla="*/ 5621058 w 17486265"/>
              <a:gd name="connsiteY216" fmla="*/ 15339693 h 15947979"/>
              <a:gd name="connsiteX217" fmla="*/ 5623670 w 17486265"/>
              <a:gd name="connsiteY217" fmla="*/ 15281693 h 15947979"/>
              <a:gd name="connsiteX218" fmla="*/ 5653210 w 17486265"/>
              <a:gd name="connsiteY218" fmla="*/ 15270988 h 15947979"/>
              <a:gd name="connsiteX219" fmla="*/ 14450026 w 17486265"/>
              <a:gd name="connsiteY219" fmla="*/ 15250801 h 15947979"/>
              <a:gd name="connsiteX220" fmla="*/ 14523152 w 17486265"/>
              <a:gd name="connsiteY220" fmla="*/ 15285022 h 15947979"/>
              <a:gd name="connsiteX221" fmla="*/ 14516440 w 17486265"/>
              <a:gd name="connsiteY221" fmla="*/ 15434051 h 15947979"/>
              <a:gd name="connsiteX222" fmla="*/ 14367410 w 17486265"/>
              <a:gd name="connsiteY222" fmla="*/ 15427341 h 15947979"/>
              <a:gd name="connsiteX223" fmla="*/ 14374122 w 17486265"/>
              <a:gd name="connsiteY223" fmla="*/ 15278310 h 15947979"/>
              <a:gd name="connsiteX224" fmla="*/ 14450026 w 17486265"/>
              <a:gd name="connsiteY224" fmla="*/ 15250801 h 15947979"/>
              <a:gd name="connsiteX225" fmla="*/ 4950720 w 17486265"/>
              <a:gd name="connsiteY225" fmla="*/ 15244913 h 15947979"/>
              <a:gd name="connsiteX226" fmla="*/ 4975324 w 17486265"/>
              <a:gd name="connsiteY226" fmla="*/ 15256430 h 15947979"/>
              <a:gd name="connsiteX227" fmla="*/ 4973066 w 17486265"/>
              <a:gd name="connsiteY227" fmla="*/ 15306575 h 15947979"/>
              <a:gd name="connsiteX228" fmla="*/ 4922920 w 17486265"/>
              <a:gd name="connsiteY228" fmla="*/ 15304317 h 15947979"/>
              <a:gd name="connsiteX229" fmla="*/ 4925178 w 17486265"/>
              <a:gd name="connsiteY229" fmla="*/ 15254171 h 15947979"/>
              <a:gd name="connsiteX230" fmla="*/ 4950720 w 17486265"/>
              <a:gd name="connsiteY230" fmla="*/ 15244913 h 15947979"/>
              <a:gd name="connsiteX231" fmla="*/ 13747608 w 17486265"/>
              <a:gd name="connsiteY231" fmla="*/ 15223025 h 15947979"/>
              <a:gd name="connsiteX232" fmla="*/ 13818062 w 17486265"/>
              <a:gd name="connsiteY232" fmla="*/ 15255996 h 15947979"/>
              <a:gd name="connsiteX233" fmla="*/ 13811596 w 17486265"/>
              <a:gd name="connsiteY233" fmla="*/ 15399583 h 15947979"/>
              <a:gd name="connsiteX234" fmla="*/ 13668010 w 17486265"/>
              <a:gd name="connsiteY234" fmla="*/ 15393114 h 15947979"/>
              <a:gd name="connsiteX235" fmla="*/ 13674476 w 17486265"/>
              <a:gd name="connsiteY235" fmla="*/ 15249529 h 15947979"/>
              <a:gd name="connsiteX236" fmla="*/ 13747608 w 17486265"/>
              <a:gd name="connsiteY236" fmla="*/ 15223025 h 15947979"/>
              <a:gd name="connsiteX237" fmla="*/ 4248210 w 17486265"/>
              <a:gd name="connsiteY237" fmla="*/ 15218642 h 15947979"/>
              <a:gd name="connsiteX238" fmla="*/ 4269082 w 17486265"/>
              <a:gd name="connsiteY238" fmla="*/ 15228410 h 15947979"/>
              <a:gd name="connsiteX239" fmla="*/ 4267166 w 17486265"/>
              <a:gd name="connsiteY239" fmla="*/ 15270949 h 15947979"/>
              <a:gd name="connsiteX240" fmla="*/ 4224628 w 17486265"/>
              <a:gd name="connsiteY240" fmla="*/ 15269033 h 15947979"/>
              <a:gd name="connsiteX241" fmla="*/ 4226544 w 17486265"/>
              <a:gd name="connsiteY241" fmla="*/ 15226495 h 15947979"/>
              <a:gd name="connsiteX242" fmla="*/ 4248210 w 17486265"/>
              <a:gd name="connsiteY242" fmla="*/ 15218642 h 15947979"/>
              <a:gd name="connsiteX243" fmla="*/ 13045118 w 17486265"/>
              <a:gd name="connsiteY243" fmla="*/ 15196950 h 15947979"/>
              <a:gd name="connsiteX244" fmla="*/ 13111718 w 17486265"/>
              <a:gd name="connsiteY244" fmla="*/ 15228120 h 15947979"/>
              <a:gd name="connsiteX245" fmla="*/ 13105606 w 17486265"/>
              <a:gd name="connsiteY245" fmla="*/ 15363852 h 15947979"/>
              <a:gd name="connsiteX246" fmla="*/ 12969874 w 17486265"/>
              <a:gd name="connsiteY246" fmla="*/ 15357738 h 15947979"/>
              <a:gd name="connsiteX247" fmla="*/ 12975986 w 17486265"/>
              <a:gd name="connsiteY247" fmla="*/ 15222006 h 15947979"/>
              <a:gd name="connsiteX248" fmla="*/ 13045118 w 17486265"/>
              <a:gd name="connsiteY248" fmla="*/ 15196950 h 15947979"/>
              <a:gd name="connsiteX249" fmla="*/ 3545744 w 17486265"/>
              <a:gd name="connsiteY249" fmla="*/ 15191955 h 15947979"/>
              <a:gd name="connsiteX250" fmla="*/ 3563190 w 17486265"/>
              <a:gd name="connsiteY250" fmla="*/ 15200118 h 15947979"/>
              <a:gd name="connsiteX251" fmla="*/ 3561588 w 17486265"/>
              <a:gd name="connsiteY251" fmla="*/ 15235673 h 15947979"/>
              <a:gd name="connsiteX252" fmla="*/ 3526036 w 17486265"/>
              <a:gd name="connsiteY252" fmla="*/ 15234071 h 15947979"/>
              <a:gd name="connsiteX253" fmla="*/ 3527636 w 17486265"/>
              <a:gd name="connsiteY253" fmla="*/ 15198518 h 15947979"/>
              <a:gd name="connsiteX254" fmla="*/ 3545744 w 17486265"/>
              <a:gd name="connsiteY254" fmla="*/ 15191955 h 15947979"/>
              <a:gd name="connsiteX255" fmla="*/ 12342580 w 17486265"/>
              <a:gd name="connsiteY255" fmla="*/ 15171361 h 15947979"/>
              <a:gd name="connsiteX256" fmla="*/ 12405008 w 17486265"/>
              <a:gd name="connsiteY256" fmla="*/ 15200577 h 15947979"/>
              <a:gd name="connsiteX257" fmla="*/ 12399278 w 17486265"/>
              <a:gd name="connsiteY257" fmla="*/ 15327808 h 15947979"/>
              <a:gd name="connsiteX258" fmla="*/ 12272048 w 17486265"/>
              <a:gd name="connsiteY258" fmla="*/ 15322077 h 15947979"/>
              <a:gd name="connsiteX259" fmla="*/ 12277778 w 17486265"/>
              <a:gd name="connsiteY259" fmla="*/ 15194846 h 15947979"/>
              <a:gd name="connsiteX260" fmla="*/ 12342580 w 17486265"/>
              <a:gd name="connsiteY260" fmla="*/ 15171361 h 15947979"/>
              <a:gd name="connsiteX261" fmla="*/ 2843258 w 17486265"/>
              <a:gd name="connsiteY261" fmla="*/ 15165888 h 15947979"/>
              <a:gd name="connsiteX262" fmla="*/ 2856850 w 17486265"/>
              <a:gd name="connsiteY262" fmla="*/ 15172248 h 15947979"/>
              <a:gd name="connsiteX263" fmla="*/ 2855602 w 17486265"/>
              <a:gd name="connsiteY263" fmla="*/ 15199948 h 15947979"/>
              <a:gd name="connsiteX264" fmla="*/ 2827902 w 17486265"/>
              <a:gd name="connsiteY264" fmla="*/ 15198700 h 15947979"/>
              <a:gd name="connsiteX265" fmla="*/ 2829150 w 17486265"/>
              <a:gd name="connsiteY265" fmla="*/ 15171001 h 15947979"/>
              <a:gd name="connsiteX266" fmla="*/ 2843258 w 17486265"/>
              <a:gd name="connsiteY266" fmla="*/ 15165888 h 15947979"/>
              <a:gd name="connsiteX267" fmla="*/ 11640094 w 17486265"/>
              <a:gd name="connsiteY267" fmla="*/ 15145115 h 15947979"/>
              <a:gd name="connsiteX268" fmla="*/ 11698790 w 17486265"/>
              <a:gd name="connsiteY268" fmla="*/ 15172584 h 15947979"/>
              <a:gd name="connsiteX269" fmla="*/ 11693402 w 17486265"/>
              <a:gd name="connsiteY269" fmla="*/ 15292206 h 15947979"/>
              <a:gd name="connsiteX270" fmla="*/ 11573780 w 17486265"/>
              <a:gd name="connsiteY270" fmla="*/ 15286818 h 15947979"/>
              <a:gd name="connsiteX271" fmla="*/ 11579168 w 17486265"/>
              <a:gd name="connsiteY271" fmla="*/ 15167196 h 15947979"/>
              <a:gd name="connsiteX272" fmla="*/ 11640094 w 17486265"/>
              <a:gd name="connsiteY272" fmla="*/ 15145115 h 15947979"/>
              <a:gd name="connsiteX273" fmla="*/ 2140744 w 17486265"/>
              <a:gd name="connsiteY273" fmla="*/ 15139663 h 15947979"/>
              <a:gd name="connsiteX274" fmla="*/ 2150604 w 17486265"/>
              <a:gd name="connsiteY274" fmla="*/ 15144276 h 15947979"/>
              <a:gd name="connsiteX275" fmla="*/ 2149698 w 17486265"/>
              <a:gd name="connsiteY275" fmla="*/ 15164369 h 15947979"/>
              <a:gd name="connsiteX276" fmla="*/ 2129606 w 17486265"/>
              <a:gd name="connsiteY276" fmla="*/ 15163463 h 15947979"/>
              <a:gd name="connsiteX277" fmla="*/ 2130512 w 17486265"/>
              <a:gd name="connsiteY277" fmla="*/ 15143372 h 15947979"/>
              <a:gd name="connsiteX278" fmla="*/ 2140744 w 17486265"/>
              <a:gd name="connsiteY278" fmla="*/ 15139663 h 15947979"/>
              <a:gd name="connsiteX279" fmla="*/ 10937610 w 17486265"/>
              <a:gd name="connsiteY279" fmla="*/ 15118867 h 15947979"/>
              <a:gd name="connsiteX280" fmla="*/ 10992572 w 17486265"/>
              <a:gd name="connsiteY280" fmla="*/ 15144589 h 15947979"/>
              <a:gd name="connsiteX281" fmla="*/ 10987528 w 17486265"/>
              <a:gd name="connsiteY281" fmla="*/ 15256605 h 15947979"/>
              <a:gd name="connsiteX282" fmla="*/ 10875514 w 17486265"/>
              <a:gd name="connsiteY282" fmla="*/ 15251560 h 15947979"/>
              <a:gd name="connsiteX283" fmla="*/ 10880558 w 17486265"/>
              <a:gd name="connsiteY283" fmla="*/ 15139544 h 15947979"/>
              <a:gd name="connsiteX284" fmla="*/ 10937610 w 17486265"/>
              <a:gd name="connsiteY284" fmla="*/ 15118867 h 15947979"/>
              <a:gd name="connsiteX285" fmla="*/ 1432016 w 17486265"/>
              <a:gd name="connsiteY285" fmla="*/ 15115844 h 15947979"/>
              <a:gd name="connsiteX286" fmla="*/ 1444254 w 17486265"/>
              <a:gd name="connsiteY286" fmla="*/ 15116395 h 15947979"/>
              <a:gd name="connsiteX287" fmla="*/ 1443702 w 17486265"/>
              <a:gd name="connsiteY287" fmla="*/ 15128633 h 15947979"/>
              <a:gd name="connsiteX288" fmla="*/ 1431464 w 17486265"/>
              <a:gd name="connsiteY288" fmla="*/ 15128082 h 15947979"/>
              <a:gd name="connsiteX289" fmla="*/ 1432016 w 17486265"/>
              <a:gd name="connsiteY289" fmla="*/ 15115844 h 15947979"/>
              <a:gd name="connsiteX290" fmla="*/ 10235166 w 17486265"/>
              <a:gd name="connsiteY290" fmla="*/ 15091723 h 15947979"/>
              <a:gd name="connsiteX291" fmla="*/ 10287020 w 17486265"/>
              <a:gd name="connsiteY291" fmla="*/ 15115989 h 15947979"/>
              <a:gd name="connsiteX292" fmla="*/ 10282260 w 17486265"/>
              <a:gd name="connsiteY292" fmla="*/ 15221669 h 15947979"/>
              <a:gd name="connsiteX293" fmla="*/ 10176582 w 17486265"/>
              <a:gd name="connsiteY293" fmla="*/ 15216910 h 15947979"/>
              <a:gd name="connsiteX294" fmla="*/ 10181342 w 17486265"/>
              <a:gd name="connsiteY294" fmla="*/ 15111230 h 15947979"/>
              <a:gd name="connsiteX295" fmla="*/ 10235166 w 17486265"/>
              <a:gd name="connsiteY295" fmla="*/ 15091723 h 15947979"/>
              <a:gd name="connsiteX296" fmla="*/ 734436 w 17486265"/>
              <a:gd name="connsiteY296" fmla="*/ 15089322 h 15947979"/>
              <a:gd name="connsiteX297" fmla="*/ 736902 w 17486265"/>
              <a:gd name="connsiteY297" fmla="*/ 15089432 h 15947979"/>
              <a:gd name="connsiteX298" fmla="*/ 736790 w 17486265"/>
              <a:gd name="connsiteY298" fmla="*/ 15091899 h 15947979"/>
              <a:gd name="connsiteX299" fmla="*/ 734324 w 17486265"/>
              <a:gd name="connsiteY299" fmla="*/ 15091789 h 15947979"/>
              <a:gd name="connsiteX300" fmla="*/ 734436 w 17486265"/>
              <a:gd name="connsiteY300" fmla="*/ 15089322 h 15947979"/>
              <a:gd name="connsiteX301" fmla="*/ 9532630 w 17486265"/>
              <a:gd name="connsiteY301" fmla="*/ 15066081 h 15947979"/>
              <a:gd name="connsiteX302" fmla="*/ 9580312 w 17486265"/>
              <a:gd name="connsiteY302" fmla="*/ 15088396 h 15947979"/>
              <a:gd name="connsiteX303" fmla="*/ 9575934 w 17486265"/>
              <a:gd name="connsiteY303" fmla="*/ 15185574 h 15947979"/>
              <a:gd name="connsiteX304" fmla="*/ 9478758 w 17486265"/>
              <a:gd name="connsiteY304" fmla="*/ 15181197 h 15947979"/>
              <a:gd name="connsiteX305" fmla="*/ 9483134 w 17486265"/>
              <a:gd name="connsiteY305" fmla="*/ 15084020 h 15947979"/>
              <a:gd name="connsiteX306" fmla="*/ 9532630 w 17486265"/>
              <a:gd name="connsiteY306" fmla="*/ 15066081 h 15947979"/>
              <a:gd name="connsiteX307" fmla="*/ 8830138 w 17486265"/>
              <a:gd name="connsiteY307" fmla="*/ 15040011 h 15947979"/>
              <a:gd name="connsiteX308" fmla="*/ 8873966 w 17486265"/>
              <a:gd name="connsiteY308" fmla="*/ 15060521 h 15947979"/>
              <a:gd name="connsiteX309" fmla="*/ 8869944 w 17486265"/>
              <a:gd name="connsiteY309" fmla="*/ 15149845 h 15947979"/>
              <a:gd name="connsiteX310" fmla="*/ 8780620 w 17486265"/>
              <a:gd name="connsiteY310" fmla="*/ 15145822 h 15947979"/>
              <a:gd name="connsiteX311" fmla="*/ 8784642 w 17486265"/>
              <a:gd name="connsiteY311" fmla="*/ 15056499 h 15947979"/>
              <a:gd name="connsiteX312" fmla="*/ 8830138 w 17486265"/>
              <a:gd name="connsiteY312" fmla="*/ 15040011 h 15947979"/>
              <a:gd name="connsiteX313" fmla="*/ 8127660 w 17486265"/>
              <a:gd name="connsiteY313" fmla="*/ 15013589 h 15947979"/>
              <a:gd name="connsiteX314" fmla="*/ 8167876 w 17486265"/>
              <a:gd name="connsiteY314" fmla="*/ 15032410 h 15947979"/>
              <a:gd name="connsiteX315" fmla="*/ 8164186 w 17486265"/>
              <a:gd name="connsiteY315" fmla="*/ 15114372 h 15947979"/>
              <a:gd name="connsiteX316" fmla="*/ 8082222 w 17486265"/>
              <a:gd name="connsiteY316" fmla="*/ 15110680 h 15947979"/>
              <a:gd name="connsiteX317" fmla="*/ 8085914 w 17486265"/>
              <a:gd name="connsiteY317" fmla="*/ 15028718 h 15947979"/>
              <a:gd name="connsiteX318" fmla="*/ 8127660 w 17486265"/>
              <a:gd name="connsiteY318" fmla="*/ 15013589 h 15947979"/>
              <a:gd name="connsiteX319" fmla="*/ 16923710 w 17486265"/>
              <a:gd name="connsiteY319" fmla="*/ 15010397 h 15947979"/>
              <a:gd name="connsiteX320" fmla="*/ 16996834 w 17486265"/>
              <a:gd name="connsiteY320" fmla="*/ 15044618 h 15947979"/>
              <a:gd name="connsiteX321" fmla="*/ 16990122 w 17486265"/>
              <a:gd name="connsiteY321" fmla="*/ 15193648 h 15947979"/>
              <a:gd name="connsiteX322" fmla="*/ 16841094 w 17486265"/>
              <a:gd name="connsiteY322" fmla="*/ 15186937 h 15947979"/>
              <a:gd name="connsiteX323" fmla="*/ 16847806 w 17486265"/>
              <a:gd name="connsiteY323" fmla="*/ 15037906 h 15947979"/>
              <a:gd name="connsiteX324" fmla="*/ 16923710 w 17486265"/>
              <a:gd name="connsiteY324" fmla="*/ 15010397 h 15947979"/>
              <a:gd name="connsiteX325" fmla="*/ 7425144 w 17486265"/>
              <a:gd name="connsiteY325" fmla="*/ 14987540 h 15947979"/>
              <a:gd name="connsiteX326" fmla="*/ 7461506 w 17486265"/>
              <a:gd name="connsiteY326" fmla="*/ 15004557 h 15947979"/>
              <a:gd name="connsiteX327" fmla="*/ 7458168 w 17486265"/>
              <a:gd name="connsiteY327" fmla="*/ 15078665 h 15947979"/>
              <a:gd name="connsiteX328" fmla="*/ 7384060 w 17486265"/>
              <a:gd name="connsiteY328" fmla="*/ 15075328 h 15947979"/>
              <a:gd name="connsiteX329" fmla="*/ 7387398 w 17486265"/>
              <a:gd name="connsiteY329" fmla="*/ 15001219 h 15947979"/>
              <a:gd name="connsiteX330" fmla="*/ 7425144 w 17486265"/>
              <a:gd name="connsiteY330" fmla="*/ 14987540 h 15947979"/>
              <a:gd name="connsiteX331" fmla="*/ 16221470 w 17486265"/>
              <a:gd name="connsiteY331" fmla="*/ 14978772 h 15947979"/>
              <a:gd name="connsiteX332" fmla="*/ 16294594 w 17486265"/>
              <a:gd name="connsiteY332" fmla="*/ 15012993 h 15947979"/>
              <a:gd name="connsiteX333" fmla="*/ 16287882 w 17486265"/>
              <a:gd name="connsiteY333" fmla="*/ 15162023 h 15947979"/>
              <a:gd name="connsiteX334" fmla="*/ 16138850 w 17486265"/>
              <a:gd name="connsiteY334" fmla="*/ 15155311 h 15947979"/>
              <a:gd name="connsiteX335" fmla="*/ 16145562 w 17486265"/>
              <a:gd name="connsiteY335" fmla="*/ 15006281 h 15947979"/>
              <a:gd name="connsiteX336" fmla="*/ 16221470 w 17486265"/>
              <a:gd name="connsiteY336" fmla="*/ 14978772 h 15947979"/>
              <a:gd name="connsiteX337" fmla="*/ 6722638 w 17486265"/>
              <a:gd name="connsiteY337" fmla="*/ 14961750 h 15947979"/>
              <a:gd name="connsiteX338" fmla="*/ 6754950 w 17486265"/>
              <a:gd name="connsiteY338" fmla="*/ 14976873 h 15947979"/>
              <a:gd name="connsiteX339" fmla="*/ 6751984 w 17486265"/>
              <a:gd name="connsiteY339" fmla="*/ 15042726 h 15947979"/>
              <a:gd name="connsiteX340" fmla="*/ 6686130 w 17486265"/>
              <a:gd name="connsiteY340" fmla="*/ 15039761 h 15947979"/>
              <a:gd name="connsiteX341" fmla="*/ 6689096 w 17486265"/>
              <a:gd name="connsiteY341" fmla="*/ 14973906 h 15947979"/>
              <a:gd name="connsiteX342" fmla="*/ 6722638 w 17486265"/>
              <a:gd name="connsiteY342" fmla="*/ 14961750 h 15947979"/>
              <a:gd name="connsiteX343" fmla="*/ 15519202 w 17486265"/>
              <a:gd name="connsiteY343" fmla="*/ 14947119 h 15947979"/>
              <a:gd name="connsiteX344" fmla="*/ 15592326 w 17486265"/>
              <a:gd name="connsiteY344" fmla="*/ 14981340 h 15947979"/>
              <a:gd name="connsiteX345" fmla="*/ 15585614 w 17486265"/>
              <a:gd name="connsiteY345" fmla="*/ 15130370 h 15947979"/>
              <a:gd name="connsiteX346" fmla="*/ 15436586 w 17486265"/>
              <a:gd name="connsiteY346" fmla="*/ 15123659 h 15947979"/>
              <a:gd name="connsiteX347" fmla="*/ 15443298 w 17486265"/>
              <a:gd name="connsiteY347" fmla="*/ 14974628 h 15947979"/>
              <a:gd name="connsiteX348" fmla="*/ 15519202 w 17486265"/>
              <a:gd name="connsiteY348" fmla="*/ 14947119 h 15947979"/>
              <a:gd name="connsiteX349" fmla="*/ 6020154 w 17486265"/>
              <a:gd name="connsiteY349" fmla="*/ 14935504 h 15947979"/>
              <a:gd name="connsiteX350" fmla="*/ 6048732 w 17486265"/>
              <a:gd name="connsiteY350" fmla="*/ 14948879 h 15947979"/>
              <a:gd name="connsiteX351" fmla="*/ 6046110 w 17486265"/>
              <a:gd name="connsiteY351" fmla="*/ 15007125 h 15947979"/>
              <a:gd name="connsiteX352" fmla="*/ 5987864 w 17486265"/>
              <a:gd name="connsiteY352" fmla="*/ 15004502 h 15947979"/>
              <a:gd name="connsiteX353" fmla="*/ 5990486 w 17486265"/>
              <a:gd name="connsiteY353" fmla="*/ 14946256 h 15947979"/>
              <a:gd name="connsiteX354" fmla="*/ 6020154 w 17486265"/>
              <a:gd name="connsiteY354" fmla="*/ 14935504 h 15947979"/>
              <a:gd name="connsiteX355" fmla="*/ 14816960 w 17486265"/>
              <a:gd name="connsiteY355" fmla="*/ 14915494 h 15947979"/>
              <a:gd name="connsiteX356" fmla="*/ 14890084 w 17486265"/>
              <a:gd name="connsiteY356" fmla="*/ 14949715 h 15947979"/>
              <a:gd name="connsiteX357" fmla="*/ 14883374 w 17486265"/>
              <a:gd name="connsiteY357" fmla="*/ 15098745 h 15947979"/>
              <a:gd name="connsiteX358" fmla="*/ 14734344 w 17486265"/>
              <a:gd name="connsiteY358" fmla="*/ 15092033 h 15947979"/>
              <a:gd name="connsiteX359" fmla="*/ 14741054 w 17486265"/>
              <a:gd name="connsiteY359" fmla="*/ 14943003 h 15947979"/>
              <a:gd name="connsiteX360" fmla="*/ 14816960 w 17486265"/>
              <a:gd name="connsiteY360" fmla="*/ 14915494 h 15947979"/>
              <a:gd name="connsiteX361" fmla="*/ 5317654 w 17486265"/>
              <a:gd name="connsiteY361" fmla="*/ 14909606 h 15947979"/>
              <a:gd name="connsiteX362" fmla="*/ 5342258 w 17486265"/>
              <a:gd name="connsiteY362" fmla="*/ 14921122 h 15947979"/>
              <a:gd name="connsiteX363" fmla="*/ 5340000 w 17486265"/>
              <a:gd name="connsiteY363" fmla="*/ 14971267 h 15947979"/>
              <a:gd name="connsiteX364" fmla="*/ 5289854 w 17486265"/>
              <a:gd name="connsiteY364" fmla="*/ 14969009 h 15947979"/>
              <a:gd name="connsiteX365" fmla="*/ 5292112 w 17486265"/>
              <a:gd name="connsiteY365" fmla="*/ 14918863 h 15947979"/>
              <a:gd name="connsiteX366" fmla="*/ 5317654 w 17486265"/>
              <a:gd name="connsiteY366" fmla="*/ 14909606 h 15947979"/>
              <a:gd name="connsiteX367" fmla="*/ 14114542 w 17486265"/>
              <a:gd name="connsiteY367" fmla="*/ 14887716 h 15947979"/>
              <a:gd name="connsiteX368" fmla="*/ 14184996 w 17486265"/>
              <a:gd name="connsiteY368" fmla="*/ 14920688 h 15947979"/>
              <a:gd name="connsiteX369" fmla="*/ 14178530 w 17486265"/>
              <a:gd name="connsiteY369" fmla="*/ 15064274 h 15947979"/>
              <a:gd name="connsiteX370" fmla="*/ 14034944 w 17486265"/>
              <a:gd name="connsiteY370" fmla="*/ 15057807 h 15947979"/>
              <a:gd name="connsiteX371" fmla="*/ 14041410 w 17486265"/>
              <a:gd name="connsiteY371" fmla="*/ 14914222 h 15947979"/>
              <a:gd name="connsiteX372" fmla="*/ 14114542 w 17486265"/>
              <a:gd name="connsiteY372" fmla="*/ 14887716 h 15947979"/>
              <a:gd name="connsiteX373" fmla="*/ 4615144 w 17486265"/>
              <a:gd name="connsiteY373" fmla="*/ 14883334 h 15947979"/>
              <a:gd name="connsiteX374" fmla="*/ 4636016 w 17486265"/>
              <a:gd name="connsiteY374" fmla="*/ 14893102 h 15947979"/>
              <a:gd name="connsiteX375" fmla="*/ 4634100 w 17486265"/>
              <a:gd name="connsiteY375" fmla="*/ 14935641 h 15947979"/>
              <a:gd name="connsiteX376" fmla="*/ 4591562 w 17486265"/>
              <a:gd name="connsiteY376" fmla="*/ 14933725 h 15947979"/>
              <a:gd name="connsiteX377" fmla="*/ 4593478 w 17486265"/>
              <a:gd name="connsiteY377" fmla="*/ 14891187 h 15947979"/>
              <a:gd name="connsiteX378" fmla="*/ 4615144 w 17486265"/>
              <a:gd name="connsiteY378" fmla="*/ 14883334 h 15947979"/>
              <a:gd name="connsiteX379" fmla="*/ 13412060 w 17486265"/>
              <a:gd name="connsiteY379" fmla="*/ 14861469 h 15947979"/>
              <a:gd name="connsiteX380" fmla="*/ 13478780 w 17486265"/>
              <a:gd name="connsiteY380" fmla="*/ 14892694 h 15947979"/>
              <a:gd name="connsiteX381" fmla="*/ 13472656 w 17486265"/>
              <a:gd name="connsiteY381" fmla="*/ 15028673 h 15947979"/>
              <a:gd name="connsiteX382" fmla="*/ 13336676 w 17486265"/>
              <a:gd name="connsiteY382" fmla="*/ 15022549 h 15947979"/>
              <a:gd name="connsiteX383" fmla="*/ 13342800 w 17486265"/>
              <a:gd name="connsiteY383" fmla="*/ 14886570 h 15947979"/>
              <a:gd name="connsiteX384" fmla="*/ 13412060 w 17486265"/>
              <a:gd name="connsiteY384" fmla="*/ 14861469 h 15947979"/>
              <a:gd name="connsiteX385" fmla="*/ 3912700 w 17486265"/>
              <a:gd name="connsiteY385" fmla="*/ 14856190 h 15947979"/>
              <a:gd name="connsiteX386" fmla="*/ 3930464 w 17486265"/>
              <a:gd name="connsiteY386" fmla="*/ 14864503 h 15947979"/>
              <a:gd name="connsiteX387" fmla="*/ 3928832 w 17486265"/>
              <a:gd name="connsiteY387" fmla="*/ 14900703 h 15947979"/>
              <a:gd name="connsiteX388" fmla="*/ 3892632 w 17486265"/>
              <a:gd name="connsiteY388" fmla="*/ 14899074 h 15947979"/>
              <a:gd name="connsiteX389" fmla="*/ 3894262 w 17486265"/>
              <a:gd name="connsiteY389" fmla="*/ 14862872 h 15947979"/>
              <a:gd name="connsiteX390" fmla="*/ 3912700 w 17486265"/>
              <a:gd name="connsiteY390" fmla="*/ 14856190 h 15947979"/>
              <a:gd name="connsiteX391" fmla="*/ 12709540 w 17486265"/>
              <a:gd name="connsiteY391" fmla="*/ 14836029 h 15947979"/>
              <a:gd name="connsiteX392" fmla="*/ 12771968 w 17486265"/>
              <a:gd name="connsiteY392" fmla="*/ 14865245 h 15947979"/>
              <a:gd name="connsiteX393" fmla="*/ 12766238 w 17486265"/>
              <a:gd name="connsiteY393" fmla="*/ 14992476 h 15947979"/>
              <a:gd name="connsiteX394" fmla="*/ 12639008 w 17486265"/>
              <a:gd name="connsiteY394" fmla="*/ 14986745 h 15947979"/>
              <a:gd name="connsiteX395" fmla="*/ 12644738 w 17486265"/>
              <a:gd name="connsiteY395" fmla="*/ 14859514 h 15947979"/>
              <a:gd name="connsiteX396" fmla="*/ 12709540 w 17486265"/>
              <a:gd name="connsiteY396" fmla="*/ 14836029 h 15947979"/>
              <a:gd name="connsiteX397" fmla="*/ 3210192 w 17486265"/>
              <a:gd name="connsiteY397" fmla="*/ 14830580 h 15947979"/>
              <a:gd name="connsiteX398" fmla="*/ 3223782 w 17486265"/>
              <a:gd name="connsiteY398" fmla="*/ 14836940 h 15947979"/>
              <a:gd name="connsiteX399" fmla="*/ 3222536 w 17486265"/>
              <a:gd name="connsiteY399" fmla="*/ 14864640 h 15947979"/>
              <a:gd name="connsiteX400" fmla="*/ 3194836 w 17486265"/>
              <a:gd name="connsiteY400" fmla="*/ 14863392 h 15947979"/>
              <a:gd name="connsiteX401" fmla="*/ 3196084 w 17486265"/>
              <a:gd name="connsiteY401" fmla="*/ 14835692 h 15947979"/>
              <a:gd name="connsiteX402" fmla="*/ 3210192 w 17486265"/>
              <a:gd name="connsiteY402" fmla="*/ 14830580 h 15947979"/>
              <a:gd name="connsiteX403" fmla="*/ 12007028 w 17486265"/>
              <a:gd name="connsiteY403" fmla="*/ 14809806 h 15947979"/>
              <a:gd name="connsiteX404" fmla="*/ 12065724 w 17486265"/>
              <a:gd name="connsiteY404" fmla="*/ 14837275 h 15947979"/>
              <a:gd name="connsiteX405" fmla="*/ 12060338 w 17486265"/>
              <a:gd name="connsiteY405" fmla="*/ 14956898 h 15947979"/>
              <a:gd name="connsiteX406" fmla="*/ 11940716 w 17486265"/>
              <a:gd name="connsiteY406" fmla="*/ 14951510 h 15947979"/>
              <a:gd name="connsiteX407" fmla="*/ 11946102 w 17486265"/>
              <a:gd name="connsiteY407" fmla="*/ 14831887 h 15947979"/>
              <a:gd name="connsiteX408" fmla="*/ 12007028 w 17486265"/>
              <a:gd name="connsiteY408" fmla="*/ 14809806 h 15947979"/>
              <a:gd name="connsiteX409" fmla="*/ 2507706 w 17486265"/>
              <a:gd name="connsiteY409" fmla="*/ 14804330 h 15947979"/>
              <a:gd name="connsiteX410" fmla="*/ 2517564 w 17486265"/>
              <a:gd name="connsiteY410" fmla="*/ 14808944 h 15947979"/>
              <a:gd name="connsiteX411" fmla="*/ 2516660 w 17486265"/>
              <a:gd name="connsiteY411" fmla="*/ 14829036 h 15947979"/>
              <a:gd name="connsiteX412" fmla="*/ 2496566 w 17486265"/>
              <a:gd name="connsiteY412" fmla="*/ 14828132 h 15947979"/>
              <a:gd name="connsiteX413" fmla="*/ 2497472 w 17486265"/>
              <a:gd name="connsiteY413" fmla="*/ 14808039 h 15947979"/>
              <a:gd name="connsiteX414" fmla="*/ 2507706 w 17486265"/>
              <a:gd name="connsiteY414" fmla="*/ 14804330 h 15947979"/>
              <a:gd name="connsiteX415" fmla="*/ 11304544 w 17486265"/>
              <a:gd name="connsiteY415" fmla="*/ 14783561 h 15947979"/>
              <a:gd name="connsiteX416" fmla="*/ 11359506 w 17486265"/>
              <a:gd name="connsiteY416" fmla="*/ 14809282 h 15947979"/>
              <a:gd name="connsiteX417" fmla="*/ 11354462 w 17486265"/>
              <a:gd name="connsiteY417" fmla="*/ 14921297 h 15947979"/>
              <a:gd name="connsiteX418" fmla="*/ 11242448 w 17486265"/>
              <a:gd name="connsiteY418" fmla="*/ 14916252 h 15947979"/>
              <a:gd name="connsiteX419" fmla="*/ 11247492 w 17486265"/>
              <a:gd name="connsiteY419" fmla="*/ 14804237 h 15947979"/>
              <a:gd name="connsiteX420" fmla="*/ 11304544 w 17486265"/>
              <a:gd name="connsiteY420" fmla="*/ 14783561 h 15947979"/>
              <a:gd name="connsiteX421" fmla="*/ 1798950 w 17486265"/>
              <a:gd name="connsiteY421" fmla="*/ 14780536 h 15947979"/>
              <a:gd name="connsiteX422" fmla="*/ 1811188 w 17486265"/>
              <a:gd name="connsiteY422" fmla="*/ 14781087 h 15947979"/>
              <a:gd name="connsiteX423" fmla="*/ 1810636 w 17486265"/>
              <a:gd name="connsiteY423" fmla="*/ 14793325 h 15947979"/>
              <a:gd name="connsiteX424" fmla="*/ 1798398 w 17486265"/>
              <a:gd name="connsiteY424" fmla="*/ 14792774 h 15947979"/>
              <a:gd name="connsiteX425" fmla="*/ 1798950 w 17486265"/>
              <a:gd name="connsiteY425" fmla="*/ 14780536 h 15947979"/>
              <a:gd name="connsiteX426" fmla="*/ 10602100 w 17486265"/>
              <a:gd name="connsiteY426" fmla="*/ 14756415 h 15947979"/>
              <a:gd name="connsiteX427" fmla="*/ 10653954 w 17486265"/>
              <a:gd name="connsiteY427" fmla="*/ 14780681 h 15947979"/>
              <a:gd name="connsiteX428" fmla="*/ 10649196 w 17486265"/>
              <a:gd name="connsiteY428" fmla="*/ 14886360 h 15947979"/>
              <a:gd name="connsiteX429" fmla="*/ 10543518 w 17486265"/>
              <a:gd name="connsiteY429" fmla="*/ 14881600 h 15947979"/>
              <a:gd name="connsiteX430" fmla="*/ 10548276 w 17486265"/>
              <a:gd name="connsiteY430" fmla="*/ 14775922 h 15947979"/>
              <a:gd name="connsiteX431" fmla="*/ 10602100 w 17486265"/>
              <a:gd name="connsiteY431" fmla="*/ 14756415 h 15947979"/>
              <a:gd name="connsiteX432" fmla="*/ 1101370 w 17486265"/>
              <a:gd name="connsiteY432" fmla="*/ 14754014 h 15947979"/>
              <a:gd name="connsiteX433" fmla="*/ 1103836 w 17486265"/>
              <a:gd name="connsiteY433" fmla="*/ 14754124 h 15947979"/>
              <a:gd name="connsiteX434" fmla="*/ 1103724 w 17486265"/>
              <a:gd name="connsiteY434" fmla="*/ 14756591 h 15947979"/>
              <a:gd name="connsiteX435" fmla="*/ 1101258 w 17486265"/>
              <a:gd name="connsiteY435" fmla="*/ 14756480 h 15947979"/>
              <a:gd name="connsiteX436" fmla="*/ 1101370 w 17486265"/>
              <a:gd name="connsiteY436" fmla="*/ 14754014 h 15947979"/>
              <a:gd name="connsiteX437" fmla="*/ 9899564 w 17486265"/>
              <a:gd name="connsiteY437" fmla="*/ 14730774 h 15947979"/>
              <a:gd name="connsiteX438" fmla="*/ 9947246 w 17486265"/>
              <a:gd name="connsiteY438" fmla="*/ 14753088 h 15947979"/>
              <a:gd name="connsiteX439" fmla="*/ 9942868 w 17486265"/>
              <a:gd name="connsiteY439" fmla="*/ 14850266 h 15947979"/>
              <a:gd name="connsiteX440" fmla="*/ 9845692 w 17486265"/>
              <a:gd name="connsiteY440" fmla="*/ 14845889 h 15947979"/>
              <a:gd name="connsiteX441" fmla="*/ 9850068 w 17486265"/>
              <a:gd name="connsiteY441" fmla="*/ 14748712 h 15947979"/>
              <a:gd name="connsiteX442" fmla="*/ 9899564 w 17486265"/>
              <a:gd name="connsiteY442" fmla="*/ 14730774 h 15947979"/>
              <a:gd name="connsiteX443" fmla="*/ 9197108 w 17486265"/>
              <a:gd name="connsiteY443" fmla="*/ 14703896 h 15947979"/>
              <a:gd name="connsiteX444" fmla="*/ 9241496 w 17486265"/>
              <a:gd name="connsiteY444" fmla="*/ 14724669 h 15947979"/>
              <a:gd name="connsiteX445" fmla="*/ 9237422 w 17486265"/>
              <a:gd name="connsiteY445" fmla="*/ 14815133 h 15947979"/>
              <a:gd name="connsiteX446" fmla="*/ 9146958 w 17486265"/>
              <a:gd name="connsiteY446" fmla="*/ 14811058 h 15947979"/>
              <a:gd name="connsiteX447" fmla="*/ 9151032 w 17486265"/>
              <a:gd name="connsiteY447" fmla="*/ 14720595 h 15947979"/>
              <a:gd name="connsiteX448" fmla="*/ 9197108 w 17486265"/>
              <a:gd name="connsiteY448" fmla="*/ 14703896 h 15947979"/>
              <a:gd name="connsiteX449" fmla="*/ 8494586 w 17486265"/>
              <a:gd name="connsiteY449" fmla="*/ 14678455 h 15947979"/>
              <a:gd name="connsiteX450" fmla="*/ 8534682 w 17486265"/>
              <a:gd name="connsiteY450" fmla="*/ 14697219 h 15947979"/>
              <a:gd name="connsiteX451" fmla="*/ 8531002 w 17486265"/>
              <a:gd name="connsiteY451" fmla="*/ 14778935 h 15947979"/>
              <a:gd name="connsiteX452" fmla="*/ 8449286 w 17486265"/>
              <a:gd name="connsiteY452" fmla="*/ 14775255 h 15947979"/>
              <a:gd name="connsiteX453" fmla="*/ 8452966 w 17486265"/>
              <a:gd name="connsiteY453" fmla="*/ 14693539 h 15947979"/>
              <a:gd name="connsiteX454" fmla="*/ 8494586 w 17486265"/>
              <a:gd name="connsiteY454" fmla="*/ 14678455 h 15947979"/>
              <a:gd name="connsiteX455" fmla="*/ 17290646 w 17486265"/>
              <a:gd name="connsiteY455" fmla="*/ 14675090 h 15947979"/>
              <a:gd name="connsiteX456" fmla="*/ 17363770 w 17486265"/>
              <a:gd name="connsiteY456" fmla="*/ 14709311 h 15947979"/>
              <a:gd name="connsiteX457" fmla="*/ 17357058 w 17486265"/>
              <a:gd name="connsiteY457" fmla="*/ 14858341 h 15947979"/>
              <a:gd name="connsiteX458" fmla="*/ 17208030 w 17486265"/>
              <a:gd name="connsiteY458" fmla="*/ 14851629 h 15947979"/>
              <a:gd name="connsiteX459" fmla="*/ 17214738 w 17486265"/>
              <a:gd name="connsiteY459" fmla="*/ 14702599 h 15947979"/>
              <a:gd name="connsiteX460" fmla="*/ 17290646 w 17486265"/>
              <a:gd name="connsiteY460" fmla="*/ 14675090 h 15947979"/>
              <a:gd name="connsiteX461" fmla="*/ 7792094 w 17486265"/>
              <a:gd name="connsiteY461" fmla="*/ 14652383 h 15947979"/>
              <a:gd name="connsiteX462" fmla="*/ 7828336 w 17486265"/>
              <a:gd name="connsiteY462" fmla="*/ 14669343 h 15947979"/>
              <a:gd name="connsiteX463" fmla="*/ 7825010 w 17486265"/>
              <a:gd name="connsiteY463" fmla="*/ 14743205 h 15947979"/>
              <a:gd name="connsiteX464" fmla="*/ 7751148 w 17486265"/>
              <a:gd name="connsiteY464" fmla="*/ 14739878 h 15947979"/>
              <a:gd name="connsiteX465" fmla="*/ 7754474 w 17486265"/>
              <a:gd name="connsiteY465" fmla="*/ 14666017 h 15947979"/>
              <a:gd name="connsiteX466" fmla="*/ 7792094 w 17486265"/>
              <a:gd name="connsiteY466" fmla="*/ 14652383 h 15947979"/>
              <a:gd name="connsiteX467" fmla="*/ 16588402 w 17486265"/>
              <a:gd name="connsiteY467" fmla="*/ 14643463 h 15947979"/>
              <a:gd name="connsiteX468" fmla="*/ 16661526 w 17486265"/>
              <a:gd name="connsiteY468" fmla="*/ 14677684 h 15947979"/>
              <a:gd name="connsiteX469" fmla="*/ 16654814 w 17486265"/>
              <a:gd name="connsiteY469" fmla="*/ 14826714 h 15947979"/>
              <a:gd name="connsiteX470" fmla="*/ 16505786 w 17486265"/>
              <a:gd name="connsiteY470" fmla="*/ 14820003 h 15947979"/>
              <a:gd name="connsiteX471" fmla="*/ 16512498 w 17486265"/>
              <a:gd name="connsiteY471" fmla="*/ 14670972 h 15947979"/>
              <a:gd name="connsiteX472" fmla="*/ 16588402 w 17486265"/>
              <a:gd name="connsiteY472" fmla="*/ 14643463 h 15947979"/>
              <a:gd name="connsiteX473" fmla="*/ 7089640 w 17486265"/>
              <a:gd name="connsiteY473" fmla="*/ 14624913 h 15947979"/>
              <a:gd name="connsiteX474" fmla="*/ 7123014 w 17486265"/>
              <a:gd name="connsiteY474" fmla="*/ 14640532 h 15947979"/>
              <a:gd name="connsiteX475" fmla="*/ 7119952 w 17486265"/>
              <a:gd name="connsiteY475" fmla="*/ 14708550 h 15947979"/>
              <a:gd name="connsiteX476" fmla="*/ 7051934 w 17486265"/>
              <a:gd name="connsiteY476" fmla="*/ 14705487 h 15947979"/>
              <a:gd name="connsiteX477" fmla="*/ 7054998 w 17486265"/>
              <a:gd name="connsiteY477" fmla="*/ 14637469 h 15947979"/>
              <a:gd name="connsiteX478" fmla="*/ 7089640 w 17486265"/>
              <a:gd name="connsiteY478" fmla="*/ 14624913 h 15947979"/>
              <a:gd name="connsiteX479" fmla="*/ 15886138 w 17486265"/>
              <a:gd name="connsiteY479" fmla="*/ 14611812 h 15947979"/>
              <a:gd name="connsiteX480" fmla="*/ 15959262 w 17486265"/>
              <a:gd name="connsiteY480" fmla="*/ 14646033 h 15947979"/>
              <a:gd name="connsiteX481" fmla="*/ 15952550 w 17486265"/>
              <a:gd name="connsiteY481" fmla="*/ 14795063 h 15947979"/>
              <a:gd name="connsiteX482" fmla="*/ 15803518 w 17486265"/>
              <a:gd name="connsiteY482" fmla="*/ 14788351 h 15947979"/>
              <a:gd name="connsiteX483" fmla="*/ 15810230 w 17486265"/>
              <a:gd name="connsiteY483" fmla="*/ 14639321 h 15947979"/>
              <a:gd name="connsiteX484" fmla="*/ 15886138 w 17486265"/>
              <a:gd name="connsiteY484" fmla="*/ 14611812 h 15947979"/>
              <a:gd name="connsiteX485" fmla="*/ 6387078 w 17486265"/>
              <a:gd name="connsiteY485" fmla="*/ 14600371 h 15947979"/>
              <a:gd name="connsiteX486" fmla="*/ 6415538 w 17486265"/>
              <a:gd name="connsiteY486" fmla="*/ 14613689 h 15947979"/>
              <a:gd name="connsiteX487" fmla="*/ 6412926 w 17486265"/>
              <a:gd name="connsiteY487" fmla="*/ 14671688 h 15947979"/>
              <a:gd name="connsiteX488" fmla="*/ 6354926 w 17486265"/>
              <a:gd name="connsiteY488" fmla="*/ 14669076 h 15947979"/>
              <a:gd name="connsiteX489" fmla="*/ 6357538 w 17486265"/>
              <a:gd name="connsiteY489" fmla="*/ 14611077 h 15947979"/>
              <a:gd name="connsiteX490" fmla="*/ 6387078 w 17486265"/>
              <a:gd name="connsiteY490" fmla="*/ 14600371 h 15947979"/>
              <a:gd name="connsiteX491" fmla="*/ 15183894 w 17486265"/>
              <a:gd name="connsiteY491" fmla="*/ 14580185 h 15947979"/>
              <a:gd name="connsiteX492" fmla="*/ 15257018 w 17486265"/>
              <a:gd name="connsiteY492" fmla="*/ 14614406 h 15947979"/>
              <a:gd name="connsiteX493" fmla="*/ 15250306 w 17486265"/>
              <a:gd name="connsiteY493" fmla="*/ 14763436 h 15947979"/>
              <a:gd name="connsiteX494" fmla="*/ 15101278 w 17486265"/>
              <a:gd name="connsiteY494" fmla="*/ 14756725 h 15947979"/>
              <a:gd name="connsiteX495" fmla="*/ 15107990 w 17486265"/>
              <a:gd name="connsiteY495" fmla="*/ 14607694 h 15947979"/>
              <a:gd name="connsiteX496" fmla="*/ 15183894 w 17486265"/>
              <a:gd name="connsiteY496" fmla="*/ 14580185 h 15947979"/>
              <a:gd name="connsiteX497" fmla="*/ 5684594 w 17486265"/>
              <a:gd name="connsiteY497" fmla="*/ 14574124 h 15947979"/>
              <a:gd name="connsiteX498" fmla="*/ 5709320 w 17486265"/>
              <a:gd name="connsiteY498" fmla="*/ 14585694 h 15947979"/>
              <a:gd name="connsiteX499" fmla="*/ 5707050 w 17486265"/>
              <a:gd name="connsiteY499" fmla="*/ 14636087 h 15947979"/>
              <a:gd name="connsiteX500" fmla="*/ 5656660 w 17486265"/>
              <a:gd name="connsiteY500" fmla="*/ 14633817 h 15947979"/>
              <a:gd name="connsiteX501" fmla="*/ 5658928 w 17486265"/>
              <a:gd name="connsiteY501" fmla="*/ 14583425 h 15947979"/>
              <a:gd name="connsiteX502" fmla="*/ 5684594 w 17486265"/>
              <a:gd name="connsiteY502" fmla="*/ 14574124 h 15947979"/>
              <a:gd name="connsiteX503" fmla="*/ 14481478 w 17486265"/>
              <a:gd name="connsiteY503" fmla="*/ 14552408 h 15947979"/>
              <a:gd name="connsiteX504" fmla="*/ 14551932 w 17486265"/>
              <a:gd name="connsiteY504" fmla="*/ 14585379 h 15947979"/>
              <a:gd name="connsiteX505" fmla="*/ 14545466 w 17486265"/>
              <a:gd name="connsiteY505" fmla="*/ 14728966 h 15947979"/>
              <a:gd name="connsiteX506" fmla="*/ 14401878 w 17486265"/>
              <a:gd name="connsiteY506" fmla="*/ 14722498 h 15947979"/>
              <a:gd name="connsiteX507" fmla="*/ 14408344 w 17486265"/>
              <a:gd name="connsiteY507" fmla="*/ 14578912 h 15947979"/>
              <a:gd name="connsiteX508" fmla="*/ 14481478 w 17486265"/>
              <a:gd name="connsiteY508" fmla="*/ 14552408 h 15947979"/>
              <a:gd name="connsiteX509" fmla="*/ 4982120 w 17486265"/>
              <a:gd name="connsiteY509" fmla="*/ 14547129 h 15947979"/>
              <a:gd name="connsiteX510" fmla="*/ 5003614 w 17486265"/>
              <a:gd name="connsiteY510" fmla="*/ 14557188 h 15947979"/>
              <a:gd name="connsiteX511" fmla="*/ 5001642 w 17486265"/>
              <a:gd name="connsiteY511" fmla="*/ 14600997 h 15947979"/>
              <a:gd name="connsiteX512" fmla="*/ 4957834 w 17486265"/>
              <a:gd name="connsiteY512" fmla="*/ 14599023 h 15947979"/>
              <a:gd name="connsiteX513" fmla="*/ 4959806 w 17486265"/>
              <a:gd name="connsiteY513" fmla="*/ 14555215 h 15947979"/>
              <a:gd name="connsiteX514" fmla="*/ 4982120 w 17486265"/>
              <a:gd name="connsiteY514" fmla="*/ 14547129 h 15947979"/>
              <a:gd name="connsiteX515" fmla="*/ 13778964 w 17486265"/>
              <a:gd name="connsiteY515" fmla="*/ 14526793 h 15947979"/>
              <a:gd name="connsiteX516" fmla="*/ 13845248 w 17486265"/>
              <a:gd name="connsiteY516" fmla="*/ 14557813 h 15947979"/>
              <a:gd name="connsiteX517" fmla="*/ 13839164 w 17486265"/>
              <a:gd name="connsiteY517" fmla="*/ 14692898 h 15947979"/>
              <a:gd name="connsiteX518" fmla="*/ 13704078 w 17486265"/>
              <a:gd name="connsiteY518" fmla="*/ 14686814 h 15947979"/>
              <a:gd name="connsiteX519" fmla="*/ 13710162 w 17486265"/>
              <a:gd name="connsiteY519" fmla="*/ 14551729 h 15947979"/>
              <a:gd name="connsiteX520" fmla="*/ 13778964 w 17486265"/>
              <a:gd name="connsiteY520" fmla="*/ 14526793 h 15947979"/>
              <a:gd name="connsiteX521" fmla="*/ 4279614 w 17486265"/>
              <a:gd name="connsiteY521" fmla="*/ 14521338 h 15947979"/>
              <a:gd name="connsiteX522" fmla="*/ 4297060 w 17486265"/>
              <a:gd name="connsiteY522" fmla="*/ 14529502 h 15947979"/>
              <a:gd name="connsiteX523" fmla="*/ 4295458 w 17486265"/>
              <a:gd name="connsiteY523" fmla="*/ 14565056 h 15947979"/>
              <a:gd name="connsiteX524" fmla="*/ 4259904 w 17486265"/>
              <a:gd name="connsiteY524" fmla="*/ 14563455 h 15947979"/>
              <a:gd name="connsiteX525" fmla="*/ 4261506 w 17486265"/>
              <a:gd name="connsiteY525" fmla="*/ 14527901 h 15947979"/>
              <a:gd name="connsiteX526" fmla="*/ 4279614 w 17486265"/>
              <a:gd name="connsiteY526" fmla="*/ 14521338 h 15947979"/>
              <a:gd name="connsiteX527" fmla="*/ 13076474 w 17486265"/>
              <a:gd name="connsiteY527" fmla="*/ 14500723 h 15947979"/>
              <a:gd name="connsiteX528" fmla="*/ 13138902 w 17486265"/>
              <a:gd name="connsiteY528" fmla="*/ 14529938 h 15947979"/>
              <a:gd name="connsiteX529" fmla="*/ 13133172 w 17486265"/>
              <a:gd name="connsiteY529" fmla="*/ 14657170 h 15947979"/>
              <a:gd name="connsiteX530" fmla="*/ 13005942 w 17486265"/>
              <a:gd name="connsiteY530" fmla="*/ 14651438 h 15947979"/>
              <a:gd name="connsiteX531" fmla="*/ 13011670 w 17486265"/>
              <a:gd name="connsiteY531" fmla="*/ 14524208 h 15947979"/>
              <a:gd name="connsiteX532" fmla="*/ 13076474 w 17486265"/>
              <a:gd name="connsiteY532" fmla="*/ 14500723 h 15947979"/>
              <a:gd name="connsiteX533" fmla="*/ 3577126 w 17486265"/>
              <a:gd name="connsiteY533" fmla="*/ 14495272 h 15947979"/>
              <a:gd name="connsiteX534" fmla="*/ 3590716 w 17486265"/>
              <a:gd name="connsiteY534" fmla="*/ 14501631 h 15947979"/>
              <a:gd name="connsiteX535" fmla="*/ 3589470 w 17486265"/>
              <a:gd name="connsiteY535" fmla="*/ 14529332 h 15947979"/>
              <a:gd name="connsiteX536" fmla="*/ 3561770 w 17486265"/>
              <a:gd name="connsiteY536" fmla="*/ 14528084 h 15947979"/>
              <a:gd name="connsiteX537" fmla="*/ 3563018 w 17486265"/>
              <a:gd name="connsiteY537" fmla="*/ 14500385 h 15947979"/>
              <a:gd name="connsiteX538" fmla="*/ 3577126 w 17486265"/>
              <a:gd name="connsiteY538" fmla="*/ 14495272 h 15947979"/>
              <a:gd name="connsiteX539" fmla="*/ 12373988 w 17486265"/>
              <a:gd name="connsiteY539" fmla="*/ 14474474 h 15947979"/>
              <a:gd name="connsiteX540" fmla="*/ 12432684 w 17486265"/>
              <a:gd name="connsiteY540" fmla="*/ 14501942 h 15947979"/>
              <a:gd name="connsiteX541" fmla="*/ 12427298 w 17486265"/>
              <a:gd name="connsiteY541" fmla="*/ 14621566 h 15947979"/>
              <a:gd name="connsiteX542" fmla="*/ 12307676 w 17486265"/>
              <a:gd name="connsiteY542" fmla="*/ 14616178 h 15947979"/>
              <a:gd name="connsiteX543" fmla="*/ 12313062 w 17486265"/>
              <a:gd name="connsiteY543" fmla="*/ 14496555 h 15947979"/>
              <a:gd name="connsiteX544" fmla="*/ 12373988 w 17486265"/>
              <a:gd name="connsiteY544" fmla="*/ 14474474 h 15947979"/>
              <a:gd name="connsiteX545" fmla="*/ 2874638 w 17486265"/>
              <a:gd name="connsiteY545" fmla="*/ 14469022 h 15947979"/>
              <a:gd name="connsiteX546" fmla="*/ 2884496 w 17486265"/>
              <a:gd name="connsiteY546" fmla="*/ 14473636 h 15947979"/>
              <a:gd name="connsiteX547" fmla="*/ 2883592 w 17486265"/>
              <a:gd name="connsiteY547" fmla="*/ 14493729 h 15947979"/>
              <a:gd name="connsiteX548" fmla="*/ 2863500 w 17486265"/>
              <a:gd name="connsiteY548" fmla="*/ 14492824 h 15947979"/>
              <a:gd name="connsiteX549" fmla="*/ 2864404 w 17486265"/>
              <a:gd name="connsiteY549" fmla="*/ 14472732 h 15947979"/>
              <a:gd name="connsiteX550" fmla="*/ 2874638 w 17486265"/>
              <a:gd name="connsiteY550" fmla="*/ 14469022 h 15947979"/>
              <a:gd name="connsiteX551" fmla="*/ 11671518 w 17486265"/>
              <a:gd name="connsiteY551" fmla="*/ 14447354 h 15947979"/>
              <a:gd name="connsiteX552" fmla="*/ 11727104 w 17486265"/>
              <a:gd name="connsiteY552" fmla="*/ 14473367 h 15947979"/>
              <a:gd name="connsiteX553" fmla="*/ 11722004 w 17486265"/>
              <a:gd name="connsiteY553" fmla="*/ 14586653 h 15947979"/>
              <a:gd name="connsiteX554" fmla="*/ 11608718 w 17486265"/>
              <a:gd name="connsiteY554" fmla="*/ 14581549 h 15947979"/>
              <a:gd name="connsiteX555" fmla="*/ 11613820 w 17486265"/>
              <a:gd name="connsiteY555" fmla="*/ 14468265 h 15947979"/>
              <a:gd name="connsiteX556" fmla="*/ 11671518 w 17486265"/>
              <a:gd name="connsiteY556" fmla="*/ 14447354 h 15947979"/>
              <a:gd name="connsiteX557" fmla="*/ 2165908 w 17486265"/>
              <a:gd name="connsiteY557" fmla="*/ 14445204 h 15947979"/>
              <a:gd name="connsiteX558" fmla="*/ 2178146 w 17486265"/>
              <a:gd name="connsiteY558" fmla="*/ 14445755 h 15947979"/>
              <a:gd name="connsiteX559" fmla="*/ 2177594 w 17486265"/>
              <a:gd name="connsiteY559" fmla="*/ 14457993 h 15947979"/>
              <a:gd name="connsiteX560" fmla="*/ 2165356 w 17486265"/>
              <a:gd name="connsiteY560" fmla="*/ 14457442 h 15947979"/>
              <a:gd name="connsiteX561" fmla="*/ 2165908 w 17486265"/>
              <a:gd name="connsiteY561" fmla="*/ 14445204 h 15947979"/>
              <a:gd name="connsiteX562" fmla="*/ 10969014 w 17486265"/>
              <a:gd name="connsiteY562" fmla="*/ 14421566 h 15947979"/>
              <a:gd name="connsiteX563" fmla="*/ 11020550 w 17486265"/>
              <a:gd name="connsiteY563" fmla="*/ 14445682 h 15947979"/>
              <a:gd name="connsiteX564" fmla="*/ 11015818 w 17486265"/>
              <a:gd name="connsiteY564" fmla="*/ 14550714 h 15947979"/>
              <a:gd name="connsiteX565" fmla="*/ 10910788 w 17486265"/>
              <a:gd name="connsiteY565" fmla="*/ 14545985 h 15947979"/>
              <a:gd name="connsiteX566" fmla="*/ 10915518 w 17486265"/>
              <a:gd name="connsiteY566" fmla="*/ 14440953 h 15947979"/>
              <a:gd name="connsiteX567" fmla="*/ 10969014 w 17486265"/>
              <a:gd name="connsiteY567" fmla="*/ 14421566 h 15947979"/>
              <a:gd name="connsiteX568" fmla="*/ 1468304 w 17486265"/>
              <a:gd name="connsiteY568" fmla="*/ 14418706 h 15947979"/>
              <a:gd name="connsiteX569" fmla="*/ 1470770 w 17486265"/>
              <a:gd name="connsiteY569" fmla="*/ 14418815 h 15947979"/>
              <a:gd name="connsiteX570" fmla="*/ 1470658 w 17486265"/>
              <a:gd name="connsiteY570" fmla="*/ 14421283 h 15947979"/>
              <a:gd name="connsiteX571" fmla="*/ 1468192 w 17486265"/>
              <a:gd name="connsiteY571" fmla="*/ 14421172 h 15947979"/>
              <a:gd name="connsiteX572" fmla="*/ 1468304 w 17486265"/>
              <a:gd name="connsiteY572" fmla="*/ 14418706 h 15947979"/>
              <a:gd name="connsiteX573" fmla="*/ 10266498 w 17486265"/>
              <a:gd name="connsiteY573" fmla="*/ 14395466 h 15947979"/>
              <a:gd name="connsiteX574" fmla="*/ 10314180 w 17486265"/>
              <a:gd name="connsiteY574" fmla="*/ 14417780 h 15947979"/>
              <a:gd name="connsiteX575" fmla="*/ 10309804 w 17486265"/>
              <a:gd name="connsiteY575" fmla="*/ 14514957 h 15947979"/>
              <a:gd name="connsiteX576" fmla="*/ 10212628 w 17486265"/>
              <a:gd name="connsiteY576" fmla="*/ 14510580 h 15947979"/>
              <a:gd name="connsiteX577" fmla="*/ 10217004 w 17486265"/>
              <a:gd name="connsiteY577" fmla="*/ 14413404 h 15947979"/>
              <a:gd name="connsiteX578" fmla="*/ 10266498 w 17486265"/>
              <a:gd name="connsiteY578" fmla="*/ 14395466 h 15947979"/>
              <a:gd name="connsiteX579" fmla="*/ 9564034 w 17486265"/>
              <a:gd name="connsiteY579" fmla="*/ 14368762 h 15947979"/>
              <a:gd name="connsiteX580" fmla="*/ 9608302 w 17486265"/>
              <a:gd name="connsiteY580" fmla="*/ 14389478 h 15947979"/>
              <a:gd name="connsiteX581" fmla="*/ 9604238 w 17486265"/>
              <a:gd name="connsiteY581" fmla="*/ 14479695 h 15947979"/>
              <a:gd name="connsiteX582" fmla="*/ 9514020 w 17486265"/>
              <a:gd name="connsiteY582" fmla="*/ 14475632 h 15947979"/>
              <a:gd name="connsiteX583" fmla="*/ 9518084 w 17486265"/>
              <a:gd name="connsiteY583" fmla="*/ 14385416 h 15947979"/>
              <a:gd name="connsiteX584" fmla="*/ 9564034 w 17486265"/>
              <a:gd name="connsiteY584" fmla="*/ 14368762 h 15947979"/>
              <a:gd name="connsiteX585" fmla="*/ 8861520 w 17486265"/>
              <a:gd name="connsiteY585" fmla="*/ 14343147 h 15947979"/>
              <a:gd name="connsiteX586" fmla="*/ 8901616 w 17486265"/>
              <a:gd name="connsiteY586" fmla="*/ 14361911 h 15947979"/>
              <a:gd name="connsiteX587" fmla="*/ 8897936 w 17486265"/>
              <a:gd name="connsiteY587" fmla="*/ 14443626 h 15947979"/>
              <a:gd name="connsiteX588" fmla="*/ 8816220 w 17486265"/>
              <a:gd name="connsiteY588" fmla="*/ 14439947 h 15947979"/>
              <a:gd name="connsiteX589" fmla="*/ 8819900 w 17486265"/>
              <a:gd name="connsiteY589" fmla="*/ 14358231 h 15947979"/>
              <a:gd name="connsiteX590" fmla="*/ 8861520 w 17486265"/>
              <a:gd name="connsiteY590" fmla="*/ 14343147 h 15947979"/>
              <a:gd name="connsiteX591" fmla="*/ 8159028 w 17486265"/>
              <a:gd name="connsiteY591" fmla="*/ 14317075 h 15947979"/>
              <a:gd name="connsiteX592" fmla="*/ 8195270 w 17486265"/>
              <a:gd name="connsiteY592" fmla="*/ 14334035 h 15947979"/>
              <a:gd name="connsiteX593" fmla="*/ 8191944 w 17486265"/>
              <a:gd name="connsiteY593" fmla="*/ 14407897 h 15947979"/>
              <a:gd name="connsiteX594" fmla="*/ 8118082 w 17486265"/>
              <a:gd name="connsiteY594" fmla="*/ 14404570 h 15947979"/>
              <a:gd name="connsiteX595" fmla="*/ 8121408 w 17486265"/>
              <a:gd name="connsiteY595" fmla="*/ 14330709 h 15947979"/>
              <a:gd name="connsiteX596" fmla="*/ 8159028 w 17486265"/>
              <a:gd name="connsiteY596" fmla="*/ 14317075 h 15947979"/>
              <a:gd name="connsiteX597" fmla="*/ 16955338 w 17486265"/>
              <a:gd name="connsiteY597" fmla="*/ 14308156 h 15947979"/>
              <a:gd name="connsiteX598" fmla="*/ 17028462 w 17486265"/>
              <a:gd name="connsiteY598" fmla="*/ 14342377 h 15947979"/>
              <a:gd name="connsiteX599" fmla="*/ 17021750 w 17486265"/>
              <a:gd name="connsiteY599" fmla="*/ 14491407 h 15947979"/>
              <a:gd name="connsiteX600" fmla="*/ 16872722 w 17486265"/>
              <a:gd name="connsiteY600" fmla="*/ 14484695 h 15947979"/>
              <a:gd name="connsiteX601" fmla="*/ 16879430 w 17486265"/>
              <a:gd name="connsiteY601" fmla="*/ 14335665 h 15947979"/>
              <a:gd name="connsiteX602" fmla="*/ 16955338 w 17486265"/>
              <a:gd name="connsiteY602" fmla="*/ 14308156 h 15947979"/>
              <a:gd name="connsiteX603" fmla="*/ 7456524 w 17486265"/>
              <a:gd name="connsiteY603" fmla="*/ 14291286 h 15947979"/>
              <a:gd name="connsiteX604" fmla="*/ 7488716 w 17486265"/>
              <a:gd name="connsiteY604" fmla="*/ 14306351 h 15947979"/>
              <a:gd name="connsiteX605" fmla="*/ 7485760 w 17486265"/>
              <a:gd name="connsiteY605" fmla="*/ 14371957 h 15947979"/>
              <a:gd name="connsiteX606" fmla="*/ 7420154 w 17486265"/>
              <a:gd name="connsiteY606" fmla="*/ 14369003 h 15947979"/>
              <a:gd name="connsiteX607" fmla="*/ 7423108 w 17486265"/>
              <a:gd name="connsiteY607" fmla="*/ 14303396 h 15947979"/>
              <a:gd name="connsiteX608" fmla="*/ 7456524 w 17486265"/>
              <a:gd name="connsiteY608" fmla="*/ 14291286 h 15947979"/>
              <a:gd name="connsiteX609" fmla="*/ 16253070 w 17486265"/>
              <a:gd name="connsiteY609" fmla="*/ 14276503 h 15947979"/>
              <a:gd name="connsiteX610" fmla="*/ 16326194 w 17486265"/>
              <a:gd name="connsiteY610" fmla="*/ 14310724 h 15947979"/>
              <a:gd name="connsiteX611" fmla="*/ 16319482 w 17486265"/>
              <a:gd name="connsiteY611" fmla="*/ 14459754 h 15947979"/>
              <a:gd name="connsiteX612" fmla="*/ 16170454 w 17486265"/>
              <a:gd name="connsiteY612" fmla="*/ 14453043 h 15947979"/>
              <a:gd name="connsiteX613" fmla="*/ 16177166 w 17486265"/>
              <a:gd name="connsiteY613" fmla="*/ 14304012 h 15947979"/>
              <a:gd name="connsiteX614" fmla="*/ 16253070 w 17486265"/>
              <a:gd name="connsiteY614" fmla="*/ 14276503 h 15947979"/>
              <a:gd name="connsiteX615" fmla="*/ 6754012 w 17486265"/>
              <a:gd name="connsiteY615" fmla="*/ 14265064 h 15947979"/>
              <a:gd name="connsiteX616" fmla="*/ 6782472 w 17486265"/>
              <a:gd name="connsiteY616" fmla="*/ 14278382 h 15947979"/>
              <a:gd name="connsiteX617" fmla="*/ 6779860 w 17486265"/>
              <a:gd name="connsiteY617" fmla="*/ 14336381 h 15947979"/>
              <a:gd name="connsiteX618" fmla="*/ 6721860 w 17486265"/>
              <a:gd name="connsiteY618" fmla="*/ 14333769 h 15947979"/>
              <a:gd name="connsiteX619" fmla="*/ 6724472 w 17486265"/>
              <a:gd name="connsiteY619" fmla="*/ 14275770 h 15947979"/>
              <a:gd name="connsiteX620" fmla="*/ 6754012 w 17486265"/>
              <a:gd name="connsiteY620" fmla="*/ 14265064 h 15947979"/>
              <a:gd name="connsiteX621" fmla="*/ 15550830 w 17486265"/>
              <a:gd name="connsiteY621" fmla="*/ 14244878 h 15947979"/>
              <a:gd name="connsiteX622" fmla="*/ 15623954 w 17486265"/>
              <a:gd name="connsiteY622" fmla="*/ 14279100 h 15947979"/>
              <a:gd name="connsiteX623" fmla="*/ 15617242 w 17486265"/>
              <a:gd name="connsiteY623" fmla="*/ 14428129 h 15947979"/>
              <a:gd name="connsiteX624" fmla="*/ 15468210 w 17486265"/>
              <a:gd name="connsiteY624" fmla="*/ 14421417 h 15947979"/>
              <a:gd name="connsiteX625" fmla="*/ 15474922 w 17486265"/>
              <a:gd name="connsiteY625" fmla="*/ 14272387 h 15947979"/>
              <a:gd name="connsiteX626" fmla="*/ 15550830 w 17486265"/>
              <a:gd name="connsiteY626" fmla="*/ 14244878 h 15947979"/>
              <a:gd name="connsiteX627" fmla="*/ 6051522 w 17486265"/>
              <a:gd name="connsiteY627" fmla="*/ 14238990 h 15947979"/>
              <a:gd name="connsiteX628" fmla="*/ 6076128 w 17486265"/>
              <a:gd name="connsiteY628" fmla="*/ 14250506 h 15947979"/>
              <a:gd name="connsiteX629" fmla="*/ 6073868 w 17486265"/>
              <a:gd name="connsiteY629" fmla="*/ 14300652 h 15947979"/>
              <a:gd name="connsiteX630" fmla="*/ 6023722 w 17486265"/>
              <a:gd name="connsiteY630" fmla="*/ 14298393 h 15947979"/>
              <a:gd name="connsiteX631" fmla="*/ 6025980 w 17486265"/>
              <a:gd name="connsiteY631" fmla="*/ 14248247 h 15947979"/>
              <a:gd name="connsiteX632" fmla="*/ 6051522 w 17486265"/>
              <a:gd name="connsiteY632" fmla="*/ 14238990 h 15947979"/>
              <a:gd name="connsiteX633" fmla="*/ 14848410 w 17486265"/>
              <a:gd name="connsiteY633" fmla="*/ 14217101 h 15947979"/>
              <a:gd name="connsiteX634" fmla="*/ 14918862 w 17486265"/>
              <a:gd name="connsiteY634" fmla="*/ 14250072 h 15947979"/>
              <a:gd name="connsiteX635" fmla="*/ 14912398 w 17486265"/>
              <a:gd name="connsiteY635" fmla="*/ 14393658 h 15947979"/>
              <a:gd name="connsiteX636" fmla="*/ 14768810 w 17486265"/>
              <a:gd name="connsiteY636" fmla="*/ 14387192 h 15947979"/>
              <a:gd name="connsiteX637" fmla="*/ 14775278 w 17486265"/>
              <a:gd name="connsiteY637" fmla="*/ 14243605 h 15947979"/>
              <a:gd name="connsiteX638" fmla="*/ 14848410 w 17486265"/>
              <a:gd name="connsiteY638" fmla="*/ 14217101 h 15947979"/>
              <a:gd name="connsiteX639" fmla="*/ 5349012 w 17486265"/>
              <a:gd name="connsiteY639" fmla="*/ 14212718 h 15947979"/>
              <a:gd name="connsiteX640" fmla="*/ 5369886 w 17486265"/>
              <a:gd name="connsiteY640" fmla="*/ 14222486 h 15947979"/>
              <a:gd name="connsiteX641" fmla="*/ 5367970 w 17486265"/>
              <a:gd name="connsiteY641" fmla="*/ 14265024 h 15947979"/>
              <a:gd name="connsiteX642" fmla="*/ 5325432 w 17486265"/>
              <a:gd name="connsiteY642" fmla="*/ 14263109 h 15947979"/>
              <a:gd name="connsiteX643" fmla="*/ 5327346 w 17486265"/>
              <a:gd name="connsiteY643" fmla="*/ 14220571 h 15947979"/>
              <a:gd name="connsiteX644" fmla="*/ 5349012 w 17486265"/>
              <a:gd name="connsiteY644" fmla="*/ 14212718 h 15947979"/>
              <a:gd name="connsiteX645" fmla="*/ 14145900 w 17486265"/>
              <a:gd name="connsiteY645" fmla="*/ 14191485 h 15947979"/>
              <a:gd name="connsiteX646" fmla="*/ 14212182 w 17486265"/>
              <a:gd name="connsiteY646" fmla="*/ 14222504 h 15947979"/>
              <a:gd name="connsiteX647" fmla="*/ 14206098 w 17486265"/>
              <a:gd name="connsiteY647" fmla="*/ 14357589 h 15947979"/>
              <a:gd name="connsiteX648" fmla="*/ 14071012 w 17486265"/>
              <a:gd name="connsiteY648" fmla="*/ 14351505 h 15947979"/>
              <a:gd name="connsiteX649" fmla="*/ 14077096 w 17486265"/>
              <a:gd name="connsiteY649" fmla="*/ 14216420 h 15947979"/>
              <a:gd name="connsiteX650" fmla="*/ 14145900 w 17486265"/>
              <a:gd name="connsiteY650" fmla="*/ 14191485 h 15947979"/>
              <a:gd name="connsiteX651" fmla="*/ 4646548 w 17486265"/>
              <a:gd name="connsiteY651" fmla="*/ 14186031 h 15947979"/>
              <a:gd name="connsiteX652" fmla="*/ 4663994 w 17486265"/>
              <a:gd name="connsiteY652" fmla="*/ 14194195 h 15947979"/>
              <a:gd name="connsiteX653" fmla="*/ 4662392 w 17486265"/>
              <a:gd name="connsiteY653" fmla="*/ 14229749 h 15947979"/>
              <a:gd name="connsiteX654" fmla="*/ 4626838 w 17486265"/>
              <a:gd name="connsiteY654" fmla="*/ 14228148 h 15947979"/>
              <a:gd name="connsiteX655" fmla="*/ 4628440 w 17486265"/>
              <a:gd name="connsiteY655" fmla="*/ 14192594 h 15947979"/>
              <a:gd name="connsiteX656" fmla="*/ 4646548 w 17486265"/>
              <a:gd name="connsiteY656" fmla="*/ 14186031 h 15947979"/>
              <a:gd name="connsiteX657" fmla="*/ 13443414 w 17486265"/>
              <a:gd name="connsiteY657" fmla="*/ 14165240 h 15947979"/>
              <a:gd name="connsiteX658" fmla="*/ 13505964 w 17486265"/>
              <a:gd name="connsiteY658" fmla="*/ 14194512 h 15947979"/>
              <a:gd name="connsiteX659" fmla="*/ 13500224 w 17486265"/>
              <a:gd name="connsiteY659" fmla="*/ 14321990 h 15947979"/>
              <a:gd name="connsiteX660" fmla="*/ 13372744 w 17486265"/>
              <a:gd name="connsiteY660" fmla="*/ 14316249 h 15947979"/>
              <a:gd name="connsiteX661" fmla="*/ 13378486 w 17486265"/>
              <a:gd name="connsiteY661" fmla="*/ 14188770 h 15947979"/>
              <a:gd name="connsiteX662" fmla="*/ 13443414 w 17486265"/>
              <a:gd name="connsiteY662" fmla="*/ 14165240 h 15947979"/>
              <a:gd name="connsiteX663" fmla="*/ 3944060 w 17486265"/>
              <a:gd name="connsiteY663" fmla="*/ 14159964 h 15947979"/>
              <a:gd name="connsiteX664" fmla="*/ 3957652 w 17486265"/>
              <a:gd name="connsiteY664" fmla="*/ 14166325 h 15947979"/>
              <a:gd name="connsiteX665" fmla="*/ 3956404 w 17486265"/>
              <a:gd name="connsiteY665" fmla="*/ 14194024 h 15947979"/>
              <a:gd name="connsiteX666" fmla="*/ 3928704 w 17486265"/>
              <a:gd name="connsiteY666" fmla="*/ 14192776 h 15947979"/>
              <a:gd name="connsiteX667" fmla="*/ 3929952 w 17486265"/>
              <a:gd name="connsiteY667" fmla="*/ 14165077 h 15947979"/>
              <a:gd name="connsiteX668" fmla="*/ 3944060 w 17486265"/>
              <a:gd name="connsiteY668" fmla="*/ 14159964 h 15947979"/>
              <a:gd name="connsiteX669" fmla="*/ 12740922 w 17486265"/>
              <a:gd name="connsiteY669" fmla="*/ 14139166 h 15947979"/>
              <a:gd name="connsiteX670" fmla="*/ 12799618 w 17486265"/>
              <a:gd name="connsiteY670" fmla="*/ 14166636 h 15947979"/>
              <a:gd name="connsiteX671" fmla="*/ 12794230 w 17486265"/>
              <a:gd name="connsiteY671" fmla="*/ 14286258 h 15947979"/>
              <a:gd name="connsiteX672" fmla="*/ 12674608 w 17486265"/>
              <a:gd name="connsiteY672" fmla="*/ 14280870 h 15947979"/>
              <a:gd name="connsiteX673" fmla="*/ 12679996 w 17486265"/>
              <a:gd name="connsiteY673" fmla="*/ 14161247 h 15947979"/>
              <a:gd name="connsiteX674" fmla="*/ 12740922 w 17486265"/>
              <a:gd name="connsiteY674" fmla="*/ 14139166 h 15947979"/>
              <a:gd name="connsiteX675" fmla="*/ 3241574 w 17486265"/>
              <a:gd name="connsiteY675" fmla="*/ 14133714 h 15947979"/>
              <a:gd name="connsiteX676" fmla="*/ 3251432 w 17486265"/>
              <a:gd name="connsiteY676" fmla="*/ 14138327 h 15947979"/>
              <a:gd name="connsiteX677" fmla="*/ 3250526 w 17486265"/>
              <a:gd name="connsiteY677" fmla="*/ 14158420 h 15947979"/>
              <a:gd name="connsiteX678" fmla="*/ 3230434 w 17486265"/>
              <a:gd name="connsiteY678" fmla="*/ 14157515 h 15947979"/>
              <a:gd name="connsiteX679" fmla="*/ 3231340 w 17486265"/>
              <a:gd name="connsiteY679" fmla="*/ 14137423 h 15947979"/>
              <a:gd name="connsiteX680" fmla="*/ 3241574 w 17486265"/>
              <a:gd name="connsiteY680" fmla="*/ 14133714 h 15947979"/>
              <a:gd name="connsiteX681" fmla="*/ 12038440 w 17486265"/>
              <a:gd name="connsiteY681" fmla="*/ 14112919 h 15947979"/>
              <a:gd name="connsiteX682" fmla="*/ 12093402 w 17486265"/>
              <a:gd name="connsiteY682" fmla="*/ 14138641 h 15947979"/>
              <a:gd name="connsiteX683" fmla="*/ 12088358 w 17486265"/>
              <a:gd name="connsiteY683" fmla="*/ 14250657 h 15947979"/>
              <a:gd name="connsiteX684" fmla="*/ 11976342 w 17486265"/>
              <a:gd name="connsiteY684" fmla="*/ 14245611 h 15947979"/>
              <a:gd name="connsiteX685" fmla="*/ 11981386 w 17486265"/>
              <a:gd name="connsiteY685" fmla="*/ 14133596 h 15947979"/>
              <a:gd name="connsiteX686" fmla="*/ 12038440 w 17486265"/>
              <a:gd name="connsiteY686" fmla="*/ 14112919 h 15947979"/>
              <a:gd name="connsiteX687" fmla="*/ 2532842 w 17486265"/>
              <a:gd name="connsiteY687" fmla="*/ 14109896 h 15947979"/>
              <a:gd name="connsiteX688" fmla="*/ 2545080 w 17486265"/>
              <a:gd name="connsiteY688" fmla="*/ 14110447 h 15947979"/>
              <a:gd name="connsiteX689" fmla="*/ 2544528 w 17486265"/>
              <a:gd name="connsiteY689" fmla="*/ 14122685 h 15947979"/>
              <a:gd name="connsiteX690" fmla="*/ 2532290 w 17486265"/>
              <a:gd name="connsiteY690" fmla="*/ 14122134 h 15947979"/>
              <a:gd name="connsiteX691" fmla="*/ 2532842 w 17486265"/>
              <a:gd name="connsiteY691" fmla="*/ 14109896 h 15947979"/>
              <a:gd name="connsiteX692" fmla="*/ 11335968 w 17486265"/>
              <a:gd name="connsiteY692" fmla="*/ 14085799 h 15947979"/>
              <a:gd name="connsiteX693" fmla="*/ 11387822 w 17486265"/>
              <a:gd name="connsiteY693" fmla="*/ 14110065 h 15947979"/>
              <a:gd name="connsiteX694" fmla="*/ 11383064 w 17486265"/>
              <a:gd name="connsiteY694" fmla="*/ 14215744 h 15947979"/>
              <a:gd name="connsiteX695" fmla="*/ 11277384 w 17486265"/>
              <a:gd name="connsiteY695" fmla="*/ 14210984 h 15947979"/>
              <a:gd name="connsiteX696" fmla="*/ 11282144 w 17486265"/>
              <a:gd name="connsiteY696" fmla="*/ 14105307 h 15947979"/>
              <a:gd name="connsiteX697" fmla="*/ 11335968 w 17486265"/>
              <a:gd name="connsiteY697" fmla="*/ 14085799 h 15947979"/>
              <a:gd name="connsiteX698" fmla="*/ 1835264 w 17486265"/>
              <a:gd name="connsiteY698" fmla="*/ 14083373 h 15947979"/>
              <a:gd name="connsiteX699" fmla="*/ 1837730 w 17486265"/>
              <a:gd name="connsiteY699" fmla="*/ 14083484 h 15947979"/>
              <a:gd name="connsiteX700" fmla="*/ 1837618 w 17486265"/>
              <a:gd name="connsiteY700" fmla="*/ 14085950 h 15947979"/>
              <a:gd name="connsiteX701" fmla="*/ 1835152 w 17486265"/>
              <a:gd name="connsiteY701" fmla="*/ 14085840 h 15947979"/>
              <a:gd name="connsiteX702" fmla="*/ 1835264 w 17486265"/>
              <a:gd name="connsiteY702" fmla="*/ 14083373 h 15947979"/>
              <a:gd name="connsiteX703" fmla="*/ 10633430 w 17486265"/>
              <a:gd name="connsiteY703" fmla="*/ 14060159 h 15947979"/>
              <a:gd name="connsiteX704" fmla="*/ 10681112 w 17486265"/>
              <a:gd name="connsiteY704" fmla="*/ 14082473 h 15947979"/>
              <a:gd name="connsiteX705" fmla="*/ 10676738 w 17486265"/>
              <a:gd name="connsiteY705" fmla="*/ 14179650 h 15947979"/>
              <a:gd name="connsiteX706" fmla="*/ 10579562 w 17486265"/>
              <a:gd name="connsiteY706" fmla="*/ 14175273 h 15947979"/>
              <a:gd name="connsiteX707" fmla="*/ 10583936 w 17486265"/>
              <a:gd name="connsiteY707" fmla="*/ 14078096 h 15947979"/>
              <a:gd name="connsiteX708" fmla="*/ 10633430 w 17486265"/>
              <a:gd name="connsiteY708" fmla="*/ 14060159 h 15947979"/>
              <a:gd name="connsiteX709" fmla="*/ 9930948 w 17486265"/>
              <a:gd name="connsiteY709" fmla="*/ 14033911 h 15947979"/>
              <a:gd name="connsiteX710" fmla="*/ 9974896 w 17486265"/>
              <a:gd name="connsiteY710" fmla="*/ 14054479 h 15947979"/>
              <a:gd name="connsiteX711" fmla="*/ 9970864 w 17486265"/>
              <a:gd name="connsiteY711" fmla="*/ 14144048 h 15947979"/>
              <a:gd name="connsiteX712" fmla="*/ 9881294 w 17486265"/>
              <a:gd name="connsiteY712" fmla="*/ 14140014 h 15947979"/>
              <a:gd name="connsiteX713" fmla="*/ 9885328 w 17486265"/>
              <a:gd name="connsiteY713" fmla="*/ 14050445 h 15947979"/>
              <a:gd name="connsiteX714" fmla="*/ 9930948 w 17486265"/>
              <a:gd name="connsiteY714" fmla="*/ 14033911 h 15947979"/>
              <a:gd name="connsiteX715" fmla="*/ 9228462 w 17486265"/>
              <a:gd name="connsiteY715" fmla="*/ 14007664 h 15947979"/>
              <a:gd name="connsiteX716" fmla="*/ 9268680 w 17486265"/>
              <a:gd name="connsiteY716" fmla="*/ 14026485 h 15947979"/>
              <a:gd name="connsiteX717" fmla="*/ 9264988 w 17486265"/>
              <a:gd name="connsiteY717" fmla="*/ 14108446 h 15947979"/>
              <a:gd name="connsiteX718" fmla="*/ 9183024 w 17486265"/>
              <a:gd name="connsiteY718" fmla="*/ 14104757 h 15947979"/>
              <a:gd name="connsiteX719" fmla="*/ 9186716 w 17486265"/>
              <a:gd name="connsiteY719" fmla="*/ 14022793 h 15947979"/>
              <a:gd name="connsiteX720" fmla="*/ 9228462 w 17486265"/>
              <a:gd name="connsiteY720" fmla="*/ 14007664 h 15947979"/>
              <a:gd name="connsiteX721" fmla="*/ 8525970 w 17486265"/>
              <a:gd name="connsiteY721" fmla="*/ 13981593 h 15947979"/>
              <a:gd name="connsiteX722" fmla="*/ 8562334 w 17486265"/>
              <a:gd name="connsiteY722" fmla="*/ 13998609 h 15947979"/>
              <a:gd name="connsiteX723" fmla="*/ 8558996 w 17486265"/>
              <a:gd name="connsiteY723" fmla="*/ 14072717 h 15947979"/>
              <a:gd name="connsiteX724" fmla="*/ 8484886 w 17486265"/>
              <a:gd name="connsiteY724" fmla="*/ 14069381 h 15947979"/>
              <a:gd name="connsiteX725" fmla="*/ 8488224 w 17486265"/>
              <a:gd name="connsiteY725" fmla="*/ 13995272 h 15947979"/>
              <a:gd name="connsiteX726" fmla="*/ 8525970 w 17486265"/>
              <a:gd name="connsiteY726" fmla="*/ 13981593 h 15947979"/>
              <a:gd name="connsiteX727" fmla="*/ 17322298 w 17486265"/>
              <a:gd name="connsiteY727" fmla="*/ 13972825 h 15947979"/>
              <a:gd name="connsiteX728" fmla="*/ 17395422 w 17486265"/>
              <a:gd name="connsiteY728" fmla="*/ 14007045 h 15947979"/>
              <a:gd name="connsiteX729" fmla="*/ 17388710 w 17486265"/>
              <a:gd name="connsiteY729" fmla="*/ 14156075 h 15947979"/>
              <a:gd name="connsiteX730" fmla="*/ 17239678 w 17486265"/>
              <a:gd name="connsiteY730" fmla="*/ 14149363 h 15947979"/>
              <a:gd name="connsiteX731" fmla="*/ 17246390 w 17486265"/>
              <a:gd name="connsiteY731" fmla="*/ 14000333 h 15947979"/>
              <a:gd name="connsiteX732" fmla="*/ 17322298 w 17486265"/>
              <a:gd name="connsiteY732" fmla="*/ 13972825 h 15947979"/>
              <a:gd name="connsiteX733" fmla="*/ 7823526 w 17486265"/>
              <a:gd name="connsiteY733" fmla="*/ 13954447 h 15947979"/>
              <a:gd name="connsiteX734" fmla="*/ 7856780 w 17486265"/>
              <a:gd name="connsiteY734" fmla="*/ 13970010 h 15947979"/>
              <a:gd name="connsiteX735" fmla="*/ 7853728 w 17486265"/>
              <a:gd name="connsiteY735" fmla="*/ 14037781 h 15947979"/>
              <a:gd name="connsiteX736" fmla="*/ 7785958 w 17486265"/>
              <a:gd name="connsiteY736" fmla="*/ 14034728 h 15947979"/>
              <a:gd name="connsiteX737" fmla="*/ 7789010 w 17486265"/>
              <a:gd name="connsiteY737" fmla="*/ 13966958 h 15947979"/>
              <a:gd name="connsiteX738" fmla="*/ 7823526 w 17486265"/>
              <a:gd name="connsiteY738" fmla="*/ 13954447 h 15947979"/>
              <a:gd name="connsiteX739" fmla="*/ 16620006 w 17486265"/>
              <a:gd name="connsiteY739" fmla="*/ 13941195 h 15947979"/>
              <a:gd name="connsiteX740" fmla="*/ 16693130 w 17486265"/>
              <a:gd name="connsiteY740" fmla="*/ 13975416 h 15947979"/>
              <a:gd name="connsiteX741" fmla="*/ 16686418 w 17486265"/>
              <a:gd name="connsiteY741" fmla="*/ 14124446 h 15947979"/>
              <a:gd name="connsiteX742" fmla="*/ 16537386 w 17486265"/>
              <a:gd name="connsiteY742" fmla="*/ 14117734 h 15947979"/>
              <a:gd name="connsiteX743" fmla="*/ 16544098 w 17486265"/>
              <a:gd name="connsiteY743" fmla="*/ 13968704 h 15947979"/>
              <a:gd name="connsiteX744" fmla="*/ 16620006 w 17486265"/>
              <a:gd name="connsiteY744" fmla="*/ 13941195 h 15947979"/>
              <a:gd name="connsiteX745" fmla="*/ 7120972 w 17486265"/>
              <a:gd name="connsiteY745" fmla="*/ 13929731 h 15947979"/>
              <a:gd name="connsiteX746" fmla="*/ 7149432 w 17486265"/>
              <a:gd name="connsiteY746" fmla="*/ 13943050 h 15947979"/>
              <a:gd name="connsiteX747" fmla="*/ 7146820 w 17486265"/>
              <a:gd name="connsiteY747" fmla="*/ 14001048 h 15947979"/>
              <a:gd name="connsiteX748" fmla="*/ 7088820 w 17486265"/>
              <a:gd name="connsiteY748" fmla="*/ 13998437 h 15947979"/>
              <a:gd name="connsiteX749" fmla="*/ 7091432 w 17486265"/>
              <a:gd name="connsiteY749" fmla="*/ 13940437 h 15947979"/>
              <a:gd name="connsiteX750" fmla="*/ 7120972 w 17486265"/>
              <a:gd name="connsiteY750" fmla="*/ 13929731 h 15947979"/>
              <a:gd name="connsiteX751" fmla="*/ 15917762 w 17486265"/>
              <a:gd name="connsiteY751" fmla="*/ 13909570 h 15947979"/>
              <a:gd name="connsiteX752" fmla="*/ 15990886 w 17486265"/>
              <a:gd name="connsiteY752" fmla="*/ 13943790 h 15947979"/>
              <a:gd name="connsiteX753" fmla="*/ 15984174 w 17486265"/>
              <a:gd name="connsiteY753" fmla="*/ 14092820 h 15947979"/>
              <a:gd name="connsiteX754" fmla="*/ 15835146 w 17486265"/>
              <a:gd name="connsiteY754" fmla="*/ 14086109 h 15947979"/>
              <a:gd name="connsiteX755" fmla="*/ 15841858 w 17486265"/>
              <a:gd name="connsiteY755" fmla="*/ 13937078 h 15947979"/>
              <a:gd name="connsiteX756" fmla="*/ 15917762 w 17486265"/>
              <a:gd name="connsiteY756" fmla="*/ 13909570 h 15947979"/>
              <a:gd name="connsiteX757" fmla="*/ 6418462 w 17486265"/>
              <a:gd name="connsiteY757" fmla="*/ 13903509 h 15947979"/>
              <a:gd name="connsiteX758" fmla="*/ 6443188 w 17486265"/>
              <a:gd name="connsiteY758" fmla="*/ 13915081 h 15947979"/>
              <a:gd name="connsiteX759" fmla="*/ 6440918 w 17486265"/>
              <a:gd name="connsiteY759" fmla="*/ 13965471 h 15947979"/>
              <a:gd name="connsiteX760" fmla="*/ 6390528 w 17486265"/>
              <a:gd name="connsiteY760" fmla="*/ 13963202 h 15947979"/>
              <a:gd name="connsiteX761" fmla="*/ 6392796 w 17486265"/>
              <a:gd name="connsiteY761" fmla="*/ 13912810 h 15947979"/>
              <a:gd name="connsiteX762" fmla="*/ 6418462 w 17486265"/>
              <a:gd name="connsiteY762" fmla="*/ 13903509 h 15947979"/>
              <a:gd name="connsiteX763" fmla="*/ 15215346 w 17486265"/>
              <a:gd name="connsiteY763" fmla="*/ 13881792 h 15947979"/>
              <a:gd name="connsiteX764" fmla="*/ 15285798 w 17486265"/>
              <a:gd name="connsiteY764" fmla="*/ 13914763 h 15947979"/>
              <a:gd name="connsiteX765" fmla="*/ 15279334 w 17486265"/>
              <a:gd name="connsiteY765" fmla="*/ 14058350 h 15947979"/>
              <a:gd name="connsiteX766" fmla="*/ 15135746 w 17486265"/>
              <a:gd name="connsiteY766" fmla="*/ 14051883 h 15947979"/>
              <a:gd name="connsiteX767" fmla="*/ 15142214 w 17486265"/>
              <a:gd name="connsiteY767" fmla="*/ 13908296 h 15947979"/>
              <a:gd name="connsiteX768" fmla="*/ 15215346 w 17486265"/>
              <a:gd name="connsiteY768" fmla="*/ 13881792 h 15947979"/>
              <a:gd name="connsiteX769" fmla="*/ 5715986 w 17486265"/>
              <a:gd name="connsiteY769" fmla="*/ 13876512 h 15947979"/>
              <a:gd name="connsiteX770" fmla="*/ 5737482 w 17486265"/>
              <a:gd name="connsiteY770" fmla="*/ 13886571 h 15947979"/>
              <a:gd name="connsiteX771" fmla="*/ 5735510 w 17486265"/>
              <a:gd name="connsiteY771" fmla="*/ 13930380 h 15947979"/>
              <a:gd name="connsiteX772" fmla="*/ 5691702 w 17486265"/>
              <a:gd name="connsiteY772" fmla="*/ 13928407 h 15947979"/>
              <a:gd name="connsiteX773" fmla="*/ 5693674 w 17486265"/>
              <a:gd name="connsiteY773" fmla="*/ 13884598 h 15947979"/>
              <a:gd name="connsiteX774" fmla="*/ 5715986 w 17486265"/>
              <a:gd name="connsiteY774" fmla="*/ 13876512 h 15947979"/>
              <a:gd name="connsiteX775" fmla="*/ 14512862 w 17486265"/>
              <a:gd name="connsiteY775" fmla="*/ 13855544 h 15947979"/>
              <a:gd name="connsiteX776" fmla="*/ 14579582 w 17486265"/>
              <a:gd name="connsiteY776" fmla="*/ 13886769 h 15947979"/>
              <a:gd name="connsiteX777" fmla="*/ 14573458 w 17486265"/>
              <a:gd name="connsiteY777" fmla="*/ 14022750 h 15947979"/>
              <a:gd name="connsiteX778" fmla="*/ 14437480 w 17486265"/>
              <a:gd name="connsiteY778" fmla="*/ 14016625 h 15947979"/>
              <a:gd name="connsiteX779" fmla="*/ 14443604 w 17486265"/>
              <a:gd name="connsiteY779" fmla="*/ 13880645 h 15947979"/>
              <a:gd name="connsiteX780" fmla="*/ 14512862 w 17486265"/>
              <a:gd name="connsiteY780" fmla="*/ 13855544 h 15947979"/>
              <a:gd name="connsiteX781" fmla="*/ 5013480 w 17486265"/>
              <a:gd name="connsiteY781" fmla="*/ 13850724 h 15947979"/>
              <a:gd name="connsiteX782" fmla="*/ 5030926 w 17486265"/>
              <a:gd name="connsiteY782" fmla="*/ 13858888 h 15947979"/>
              <a:gd name="connsiteX783" fmla="*/ 5029326 w 17486265"/>
              <a:gd name="connsiteY783" fmla="*/ 13894441 h 15947979"/>
              <a:gd name="connsiteX784" fmla="*/ 4993772 w 17486265"/>
              <a:gd name="connsiteY784" fmla="*/ 13892840 h 15947979"/>
              <a:gd name="connsiteX785" fmla="*/ 4995374 w 17486265"/>
              <a:gd name="connsiteY785" fmla="*/ 13857286 h 15947979"/>
              <a:gd name="connsiteX786" fmla="*/ 5013480 w 17486265"/>
              <a:gd name="connsiteY786" fmla="*/ 13850724 h 15947979"/>
              <a:gd name="connsiteX787" fmla="*/ 13810348 w 17486265"/>
              <a:gd name="connsiteY787" fmla="*/ 13829930 h 15947979"/>
              <a:gd name="connsiteX788" fmla="*/ 13872898 w 17486265"/>
              <a:gd name="connsiteY788" fmla="*/ 13859203 h 15947979"/>
              <a:gd name="connsiteX789" fmla="*/ 13867158 w 17486265"/>
              <a:gd name="connsiteY789" fmla="*/ 13986681 h 15947979"/>
              <a:gd name="connsiteX790" fmla="*/ 13739678 w 17486265"/>
              <a:gd name="connsiteY790" fmla="*/ 13980939 h 15947979"/>
              <a:gd name="connsiteX791" fmla="*/ 13745420 w 17486265"/>
              <a:gd name="connsiteY791" fmla="*/ 13853462 h 15947979"/>
              <a:gd name="connsiteX792" fmla="*/ 13810348 w 17486265"/>
              <a:gd name="connsiteY792" fmla="*/ 13829930 h 15947979"/>
              <a:gd name="connsiteX793" fmla="*/ 4310994 w 17486265"/>
              <a:gd name="connsiteY793" fmla="*/ 13824656 h 15947979"/>
              <a:gd name="connsiteX794" fmla="*/ 4324586 w 17486265"/>
              <a:gd name="connsiteY794" fmla="*/ 13831016 h 15947979"/>
              <a:gd name="connsiteX795" fmla="*/ 4323340 w 17486265"/>
              <a:gd name="connsiteY795" fmla="*/ 13858715 h 15947979"/>
              <a:gd name="connsiteX796" fmla="*/ 4295638 w 17486265"/>
              <a:gd name="connsiteY796" fmla="*/ 13857468 h 15947979"/>
              <a:gd name="connsiteX797" fmla="*/ 4296886 w 17486265"/>
              <a:gd name="connsiteY797" fmla="*/ 13829769 h 15947979"/>
              <a:gd name="connsiteX798" fmla="*/ 4310994 w 17486265"/>
              <a:gd name="connsiteY798" fmla="*/ 13824656 h 15947979"/>
              <a:gd name="connsiteX799" fmla="*/ 13107856 w 17486265"/>
              <a:gd name="connsiteY799" fmla="*/ 13803858 h 15947979"/>
              <a:gd name="connsiteX800" fmla="*/ 13166552 w 17486265"/>
              <a:gd name="connsiteY800" fmla="*/ 13831327 h 15947979"/>
              <a:gd name="connsiteX801" fmla="*/ 13161166 w 17486265"/>
              <a:gd name="connsiteY801" fmla="*/ 13950950 h 15947979"/>
              <a:gd name="connsiteX802" fmla="*/ 13041544 w 17486265"/>
              <a:gd name="connsiteY802" fmla="*/ 13945561 h 15947979"/>
              <a:gd name="connsiteX803" fmla="*/ 13046930 w 17486265"/>
              <a:gd name="connsiteY803" fmla="*/ 13825939 h 15947979"/>
              <a:gd name="connsiteX804" fmla="*/ 13107856 w 17486265"/>
              <a:gd name="connsiteY804" fmla="*/ 13803858 h 15947979"/>
              <a:gd name="connsiteX805" fmla="*/ 3608506 w 17486265"/>
              <a:gd name="connsiteY805" fmla="*/ 13798407 h 15947979"/>
              <a:gd name="connsiteX806" fmla="*/ 3618366 w 17486265"/>
              <a:gd name="connsiteY806" fmla="*/ 13803020 h 15947979"/>
              <a:gd name="connsiteX807" fmla="*/ 3617460 w 17486265"/>
              <a:gd name="connsiteY807" fmla="*/ 13823113 h 15947979"/>
              <a:gd name="connsiteX808" fmla="*/ 3597368 w 17486265"/>
              <a:gd name="connsiteY808" fmla="*/ 13822207 h 15947979"/>
              <a:gd name="connsiteX809" fmla="*/ 3598274 w 17486265"/>
              <a:gd name="connsiteY809" fmla="*/ 13802116 h 15947979"/>
              <a:gd name="connsiteX810" fmla="*/ 3608506 w 17486265"/>
              <a:gd name="connsiteY810" fmla="*/ 13798407 h 15947979"/>
              <a:gd name="connsiteX811" fmla="*/ 12405412 w 17486265"/>
              <a:gd name="connsiteY811" fmla="*/ 13776714 h 15947979"/>
              <a:gd name="connsiteX812" fmla="*/ 12460998 w 17486265"/>
              <a:gd name="connsiteY812" fmla="*/ 13802727 h 15947979"/>
              <a:gd name="connsiteX813" fmla="*/ 12455898 w 17486265"/>
              <a:gd name="connsiteY813" fmla="*/ 13916012 h 15947979"/>
              <a:gd name="connsiteX814" fmla="*/ 12342612 w 17486265"/>
              <a:gd name="connsiteY814" fmla="*/ 13910910 h 15947979"/>
              <a:gd name="connsiteX815" fmla="*/ 12347714 w 17486265"/>
              <a:gd name="connsiteY815" fmla="*/ 13797625 h 15947979"/>
              <a:gd name="connsiteX816" fmla="*/ 12405412 w 17486265"/>
              <a:gd name="connsiteY816" fmla="*/ 13776714 h 15947979"/>
              <a:gd name="connsiteX817" fmla="*/ 2899778 w 17486265"/>
              <a:gd name="connsiteY817" fmla="*/ 13774588 h 15947979"/>
              <a:gd name="connsiteX818" fmla="*/ 2912016 w 17486265"/>
              <a:gd name="connsiteY818" fmla="*/ 13775139 h 15947979"/>
              <a:gd name="connsiteX819" fmla="*/ 2911464 w 17486265"/>
              <a:gd name="connsiteY819" fmla="*/ 13787377 h 15947979"/>
              <a:gd name="connsiteX820" fmla="*/ 2899226 w 17486265"/>
              <a:gd name="connsiteY820" fmla="*/ 13786826 h 15947979"/>
              <a:gd name="connsiteX821" fmla="*/ 2899778 w 17486265"/>
              <a:gd name="connsiteY821" fmla="*/ 13774588 h 15947979"/>
              <a:gd name="connsiteX822" fmla="*/ 11702928 w 17486265"/>
              <a:gd name="connsiteY822" fmla="*/ 13750467 h 15947979"/>
              <a:gd name="connsiteX823" fmla="*/ 11754782 w 17486265"/>
              <a:gd name="connsiteY823" fmla="*/ 13774733 h 15947979"/>
              <a:gd name="connsiteX824" fmla="*/ 11750024 w 17486265"/>
              <a:gd name="connsiteY824" fmla="*/ 13880412 h 15947979"/>
              <a:gd name="connsiteX825" fmla="*/ 11644346 w 17486265"/>
              <a:gd name="connsiteY825" fmla="*/ 13875652 h 15947979"/>
              <a:gd name="connsiteX826" fmla="*/ 11649104 w 17486265"/>
              <a:gd name="connsiteY826" fmla="*/ 13769974 h 15947979"/>
              <a:gd name="connsiteX827" fmla="*/ 11702928 w 17486265"/>
              <a:gd name="connsiteY827" fmla="*/ 13750467 h 15947979"/>
              <a:gd name="connsiteX828" fmla="*/ 2202198 w 17486265"/>
              <a:gd name="connsiteY828" fmla="*/ 13748066 h 15947979"/>
              <a:gd name="connsiteX829" fmla="*/ 2204664 w 17486265"/>
              <a:gd name="connsiteY829" fmla="*/ 13748176 h 15947979"/>
              <a:gd name="connsiteX830" fmla="*/ 2204552 w 17486265"/>
              <a:gd name="connsiteY830" fmla="*/ 13750643 h 15947979"/>
              <a:gd name="connsiteX831" fmla="*/ 2202086 w 17486265"/>
              <a:gd name="connsiteY831" fmla="*/ 13750532 h 15947979"/>
              <a:gd name="connsiteX832" fmla="*/ 2202198 w 17486265"/>
              <a:gd name="connsiteY832" fmla="*/ 13748066 h 15947979"/>
              <a:gd name="connsiteX833" fmla="*/ 11000372 w 17486265"/>
              <a:gd name="connsiteY833" fmla="*/ 13724676 h 15947979"/>
              <a:gd name="connsiteX834" fmla="*/ 11048176 w 17486265"/>
              <a:gd name="connsiteY834" fmla="*/ 13747047 h 15947979"/>
              <a:gd name="connsiteX835" fmla="*/ 11043788 w 17486265"/>
              <a:gd name="connsiteY835" fmla="*/ 13844471 h 15947979"/>
              <a:gd name="connsiteX836" fmla="*/ 10946364 w 17486265"/>
              <a:gd name="connsiteY836" fmla="*/ 13840085 h 15947979"/>
              <a:gd name="connsiteX837" fmla="*/ 10950752 w 17486265"/>
              <a:gd name="connsiteY837" fmla="*/ 13742659 h 15947979"/>
              <a:gd name="connsiteX838" fmla="*/ 11000372 w 17486265"/>
              <a:gd name="connsiteY838" fmla="*/ 13724676 h 15947979"/>
              <a:gd name="connsiteX839" fmla="*/ 10297880 w 17486265"/>
              <a:gd name="connsiteY839" fmla="*/ 13698604 h 15947979"/>
              <a:gd name="connsiteX840" fmla="*/ 10341830 w 17486265"/>
              <a:gd name="connsiteY840" fmla="*/ 13719172 h 15947979"/>
              <a:gd name="connsiteX841" fmla="*/ 10337796 w 17486265"/>
              <a:gd name="connsiteY841" fmla="*/ 13808741 h 15947979"/>
              <a:gd name="connsiteX842" fmla="*/ 10248228 w 17486265"/>
              <a:gd name="connsiteY842" fmla="*/ 13804706 h 15947979"/>
              <a:gd name="connsiteX843" fmla="*/ 10252260 w 17486265"/>
              <a:gd name="connsiteY843" fmla="*/ 13715136 h 15947979"/>
              <a:gd name="connsiteX844" fmla="*/ 10297880 w 17486265"/>
              <a:gd name="connsiteY844" fmla="*/ 13698604 h 15947979"/>
              <a:gd name="connsiteX845" fmla="*/ 9595388 w 17486265"/>
              <a:gd name="connsiteY845" fmla="*/ 13672532 h 15947979"/>
              <a:gd name="connsiteX846" fmla="*/ 9635484 w 17486265"/>
              <a:gd name="connsiteY846" fmla="*/ 13691296 h 15947979"/>
              <a:gd name="connsiteX847" fmla="*/ 9631804 w 17486265"/>
              <a:gd name="connsiteY847" fmla="*/ 13773012 h 15947979"/>
              <a:gd name="connsiteX848" fmla="*/ 9550088 w 17486265"/>
              <a:gd name="connsiteY848" fmla="*/ 13769332 h 15947979"/>
              <a:gd name="connsiteX849" fmla="*/ 9553768 w 17486265"/>
              <a:gd name="connsiteY849" fmla="*/ 13687616 h 15947979"/>
              <a:gd name="connsiteX850" fmla="*/ 9595388 w 17486265"/>
              <a:gd name="connsiteY850" fmla="*/ 13672532 h 15947979"/>
              <a:gd name="connsiteX851" fmla="*/ 8892906 w 17486265"/>
              <a:gd name="connsiteY851" fmla="*/ 13646284 h 15947979"/>
              <a:gd name="connsiteX852" fmla="*/ 8929268 w 17486265"/>
              <a:gd name="connsiteY852" fmla="*/ 13663301 h 15947979"/>
              <a:gd name="connsiteX853" fmla="*/ 8925930 w 17486265"/>
              <a:gd name="connsiteY853" fmla="*/ 13737409 h 15947979"/>
              <a:gd name="connsiteX854" fmla="*/ 8851822 w 17486265"/>
              <a:gd name="connsiteY854" fmla="*/ 13734072 h 15947979"/>
              <a:gd name="connsiteX855" fmla="*/ 8855160 w 17486265"/>
              <a:gd name="connsiteY855" fmla="*/ 13659963 h 15947979"/>
              <a:gd name="connsiteX856" fmla="*/ 8892906 w 17486265"/>
              <a:gd name="connsiteY856" fmla="*/ 13646284 h 15947979"/>
              <a:gd name="connsiteX857" fmla="*/ 8190468 w 17486265"/>
              <a:gd name="connsiteY857" fmla="*/ 13618966 h 15947979"/>
              <a:gd name="connsiteX858" fmla="*/ 8223842 w 17486265"/>
              <a:gd name="connsiteY858" fmla="*/ 13634584 h 15947979"/>
              <a:gd name="connsiteX859" fmla="*/ 8220780 w 17486265"/>
              <a:gd name="connsiteY859" fmla="*/ 13702601 h 15947979"/>
              <a:gd name="connsiteX860" fmla="*/ 8152762 w 17486265"/>
              <a:gd name="connsiteY860" fmla="*/ 13699539 h 15947979"/>
              <a:gd name="connsiteX861" fmla="*/ 8155826 w 17486265"/>
              <a:gd name="connsiteY861" fmla="*/ 13631521 h 15947979"/>
              <a:gd name="connsiteX862" fmla="*/ 8190468 w 17486265"/>
              <a:gd name="connsiteY862" fmla="*/ 13618966 h 15947979"/>
              <a:gd name="connsiteX863" fmla="*/ 16986966 w 17486265"/>
              <a:gd name="connsiteY863" fmla="*/ 13605864 h 15947979"/>
              <a:gd name="connsiteX864" fmla="*/ 17060090 w 17486265"/>
              <a:gd name="connsiteY864" fmla="*/ 13640085 h 15947979"/>
              <a:gd name="connsiteX865" fmla="*/ 17053378 w 17486265"/>
              <a:gd name="connsiteY865" fmla="*/ 13789115 h 15947979"/>
              <a:gd name="connsiteX866" fmla="*/ 16904346 w 17486265"/>
              <a:gd name="connsiteY866" fmla="*/ 13782403 h 15947979"/>
              <a:gd name="connsiteX867" fmla="*/ 16911058 w 17486265"/>
              <a:gd name="connsiteY867" fmla="*/ 13633373 h 15947979"/>
              <a:gd name="connsiteX868" fmla="*/ 16986966 w 17486265"/>
              <a:gd name="connsiteY868" fmla="*/ 13605864 h 15947979"/>
              <a:gd name="connsiteX869" fmla="*/ 7487906 w 17486265"/>
              <a:gd name="connsiteY869" fmla="*/ 13594423 h 15947979"/>
              <a:gd name="connsiteX870" fmla="*/ 7516366 w 17486265"/>
              <a:gd name="connsiteY870" fmla="*/ 13607742 h 15947979"/>
              <a:gd name="connsiteX871" fmla="*/ 7513754 w 17486265"/>
              <a:gd name="connsiteY871" fmla="*/ 13665741 h 15947979"/>
              <a:gd name="connsiteX872" fmla="*/ 7455754 w 17486265"/>
              <a:gd name="connsiteY872" fmla="*/ 13663129 h 15947979"/>
              <a:gd name="connsiteX873" fmla="*/ 7458366 w 17486265"/>
              <a:gd name="connsiteY873" fmla="*/ 13605129 h 15947979"/>
              <a:gd name="connsiteX874" fmla="*/ 7487906 w 17486265"/>
              <a:gd name="connsiteY874" fmla="*/ 13594423 h 15947979"/>
              <a:gd name="connsiteX875" fmla="*/ 16284698 w 17486265"/>
              <a:gd name="connsiteY875" fmla="*/ 13574261 h 15947979"/>
              <a:gd name="connsiteX876" fmla="*/ 16357822 w 17486265"/>
              <a:gd name="connsiteY876" fmla="*/ 13608482 h 15947979"/>
              <a:gd name="connsiteX877" fmla="*/ 16351110 w 17486265"/>
              <a:gd name="connsiteY877" fmla="*/ 13757511 h 15947979"/>
              <a:gd name="connsiteX878" fmla="*/ 16202078 w 17486265"/>
              <a:gd name="connsiteY878" fmla="*/ 13750800 h 15947979"/>
              <a:gd name="connsiteX879" fmla="*/ 16208790 w 17486265"/>
              <a:gd name="connsiteY879" fmla="*/ 13601770 h 15947979"/>
              <a:gd name="connsiteX880" fmla="*/ 16284698 w 17486265"/>
              <a:gd name="connsiteY880" fmla="*/ 13574261 h 15947979"/>
              <a:gd name="connsiteX881" fmla="*/ 6785416 w 17486265"/>
              <a:gd name="connsiteY881" fmla="*/ 13568350 h 15947979"/>
              <a:gd name="connsiteX882" fmla="*/ 6810020 w 17486265"/>
              <a:gd name="connsiteY882" fmla="*/ 13579866 h 15947979"/>
              <a:gd name="connsiteX883" fmla="*/ 6807762 w 17486265"/>
              <a:gd name="connsiteY883" fmla="*/ 13630011 h 15947979"/>
              <a:gd name="connsiteX884" fmla="*/ 6757616 w 17486265"/>
              <a:gd name="connsiteY884" fmla="*/ 13627753 h 15947979"/>
              <a:gd name="connsiteX885" fmla="*/ 6759874 w 17486265"/>
              <a:gd name="connsiteY885" fmla="*/ 13577607 h 15947979"/>
              <a:gd name="connsiteX886" fmla="*/ 6785416 w 17486265"/>
              <a:gd name="connsiteY886" fmla="*/ 13568350 h 15947979"/>
              <a:gd name="connsiteX887" fmla="*/ 15582278 w 17486265"/>
              <a:gd name="connsiteY887" fmla="*/ 13546485 h 15947979"/>
              <a:gd name="connsiteX888" fmla="*/ 15652734 w 17486265"/>
              <a:gd name="connsiteY888" fmla="*/ 13579456 h 15947979"/>
              <a:gd name="connsiteX889" fmla="*/ 15646266 w 17486265"/>
              <a:gd name="connsiteY889" fmla="*/ 13723042 h 15947979"/>
              <a:gd name="connsiteX890" fmla="*/ 15502678 w 17486265"/>
              <a:gd name="connsiteY890" fmla="*/ 13716576 h 15947979"/>
              <a:gd name="connsiteX891" fmla="*/ 15509146 w 17486265"/>
              <a:gd name="connsiteY891" fmla="*/ 13572989 h 15947979"/>
              <a:gd name="connsiteX892" fmla="*/ 15582278 w 17486265"/>
              <a:gd name="connsiteY892" fmla="*/ 13546485 h 15947979"/>
              <a:gd name="connsiteX893" fmla="*/ 6082880 w 17486265"/>
              <a:gd name="connsiteY893" fmla="*/ 13542102 h 15947979"/>
              <a:gd name="connsiteX894" fmla="*/ 6103752 w 17486265"/>
              <a:gd name="connsiteY894" fmla="*/ 13551870 h 15947979"/>
              <a:gd name="connsiteX895" fmla="*/ 6101836 w 17486265"/>
              <a:gd name="connsiteY895" fmla="*/ 13594408 h 15947979"/>
              <a:gd name="connsiteX896" fmla="*/ 6059298 w 17486265"/>
              <a:gd name="connsiteY896" fmla="*/ 13592493 h 15947979"/>
              <a:gd name="connsiteX897" fmla="*/ 6061214 w 17486265"/>
              <a:gd name="connsiteY897" fmla="*/ 13549954 h 15947979"/>
              <a:gd name="connsiteX898" fmla="*/ 6082880 w 17486265"/>
              <a:gd name="connsiteY898" fmla="*/ 13542102 h 15947979"/>
              <a:gd name="connsiteX899" fmla="*/ 14879796 w 17486265"/>
              <a:gd name="connsiteY899" fmla="*/ 13520236 h 15947979"/>
              <a:gd name="connsiteX900" fmla="*/ 14946518 w 17486265"/>
              <a:gd name="connsiteY900" fmla="*/ 13551461 h 15947979"/>
              <a:gd name="connsiteX901" fmla="*/ 14940394 w 17486265"/>
              <a:gd name="connsiteY901" fmla="*/ 13687440 h 15947979"/>
              <a:gd name="connsiteX902" fmla="*/ 14804414 w 17486265"/>
              <a:gd name="connsiteY902" fmla="*/ 13681316 h 15947979"/>
              <a:gd name="connsiteX903" fmla="*/ 14810538 w 17486265"/>
              <a:gd name="connsiteY903" fmla="*/ 13545337 h 15947979"/>
              <a:gd name="connsiteX904" fmla="*/ 14879796 w 17486265"/>
              <a:gd name="connsiteY904" fmla="*/ 13520236 h 15947979"/>
              <a:gd name="connsiteX905" fmla="*/ 5380416 w 17486265"/>
              <a:gd name="connsiteY905" fmla="*/ 13515415 h 15947979"/>
              <a:gd name="connsiteX906" fmla="*/ 5397862 w 17486265"/>
              <a:gd name="connsiteY906" fmla="*/ 13523578 h 15947979"/>
              <a:gd name="connsiteX907" fmla="*/ 5396260 w 17486265"/>
              <a:gd name="connsiteY907" fmla="*/ 13559131 h 15947979"/>
              <a:gd name="connsiteX908" fmla="*/ 5360706 w 17486265"/>
              <a:gd name="connsiteY908" fmla="*/ 13557530 h 15947979"/>
              <a:gd name="connsiteX909" fmla="*/ 5362308 w 17486265"/>
              <a:gd name="connsiteY909" fmla="*/ 13521976 h 15947979"/>
              <a:gd name="connsiteX910" fmla="*/ 5380416 w 17486265"/>
              <a:gd name="connsiteY910" fmla="*/ 13515415 h 15947979"/>
              <a:gd name="connsiteX911" fmla="*/ 14177276 w 17486265"/>
              <a:gd name="connsiteY911" fmla="*/ 13494797 h 15947979"/>
              <a:gd name="connsiteX912" fmla="*/ 14239704 w 17486265"/>
              <a:gd name="connsiteY912" fmla="*/ 13524013 h 15947979"/>
              <a:gd name="connsiteX913" fmla="*/ 14233976 w 17486265"/>
              <a:gd name="connsiteY913" fmla="*/ 13651243 h 15947979"/>
              <a:gd name="connsiteX914" fmla="*/ 14106746 w 17486265"/>
              <a:gd name="connsiteY914" fmla="*/ 13645512 h 15947979"/>
              <a:gd name="connsiteX915" fmla="*/ 14112474 w 17486265"/>
              <a:gd name="connsiteY915" fmla="*/ 13518282 h 15947979"/>
              <a:gd name="connsiteX916" fmla="*/ 14177276 w 17486265"/>
              <a:gd name="connsiteY916" fmla="*/ 13494797 h 15947979"/>
              <a:gd name="connsiteX917" fmla="*/ 4677888 w 17486265"/>
              <a:gd name="connsiteY917" fmla="*/ 13490246 h 15947979"/>
              <a:gd name="connsiteX918" fmla="*/ 4690856 w 17486265"/>
              <a:gd name="connsiteY918" fmla="*/ 13496315 h 15947979"/>
              <a:gd name="connsiteX919" fmla="*/ 4689664 w 17486265"/>
              <a:gd name="connsiteY919" fmla="*/ 13522744 h 15947979"/>
              <a:gd name="connsiteX920" fmla="*/ 4663236 w 17486265"/>
              <a:gd name="connsiteY920" fmla="*/ 13521553 h 15947979"/>
              <a:gd name="connsiteX921" fmla="*/ 4664426 w 17486265"/>
              <a:gd name="connsiteY921" fmla="*/ 13495125 h 15947979"/>
              <a:gd name="connsiteX922" fmla="*/ 4677888 w 17486265"/>
              <a:gd name="connsiteY922" fmla="*/ 13490246 h 15947979"/>
              <a:gd name="connsiteX923" fmla="*/ 13474790 w 17486265"/>
              <a:gd name="connsiteY923" fmla="*/ 13468552 h 15947979"/>
              <a:gd name="connsiteX924" fmla="*/ 13533486 w 17486265"/>
              <a:gd name="connsiteY924" fmla="*/ 13496021 h 15947979"/>
              <a:gd name="connsiteX925" fmla="*/ 13528098 w 17486265"/>
              <a:gd name="connsiteY925" fmla="*/ 13615643 h 15947979"/>
              <a:gd name="connsiteX926" fmla="*/ 13408476 w 17486265"/>
              <a:gd name="connsiteY926" fmla="*/ 13610255 h 15947979"/>
              <a:gd name="connsiteX927" fmla="*/ 13413864 w 17486265"/>
              <a:gd name="connsiteY927" fmla="*/ 13490633 h 15947979"/>
              <a:gd name="connsiteX928" fmla="*/ 13474790 w 17486265"/>
              <a:gd name="connsiteY928" fmla="*/ 13468552 h 15947979"/>
              <a:gd name="connsiteX929" fmla="*/ 3975440 w 17486265"/>
              <a:gd name="connsiteY929" fmla="*/ 13463099 h 15947979"/>
              <a:gd name="connsiteX930" fmla="*/ 3985300 w 17486265"/>
              <a:gd name="connsiteY930" fmla="*/ 13467711 h 15947979"/>
              <a:gd name="connsiteX931" fmla="*/ 3984394 w 17486265"/>
              <a:gd name="connsiteY931" fmla="*/ 13487805 h 15947979"/>
              <a:gd name="connsiteX932" fmla="*/ 3964302 w 17486265"/>
              <a:gd name="connsiteY932" fmla="*/ 13486900 h 15947979"/>
              <a:gd name="connsiteX933" fmla="*/ 3965208 w 17486265"/>
              <a:gd name="connsiteY933" fmla="*/ 13466808 h 15947979"/>
              <a:gd name="connsiteX934" fmla="*/ 3975440 w 17486265"/>
              <a:gd name="connsiteY934" fmla="*/ 13463099 h 15947979"/>
              <a:gd name="connsiteX935" fmla="*/ 12772306 w 17486265"/>
              <a:gd name="connsiteY935" fmla="*/ 13442304 h 15947979"/>
              <a:gd name="connsiteX936" fmla="*/ 12827268 w 17486265"/>
              <a:gd name="connsiteY936" fmla="*/ 13468026 h 15947979"/>
              <a:gd name="connsiteX937" fmla="*/ 12822224 w 17486265"/>
              <a:gd name="connsiteY937" fmla="*/ 13580042 h 15947979"/>
              <a:gd name="connsiteX938" fmla="*/ 12710210 w 17486265"/>
              <a:gd name="connsiteY938" fmla="*/ 13574996 h 15947979"/>
              <a:gd name="connsiteX939" fmla="*/ 12715254 w 17486265"/>
              <a:gd name="connsiteY939" fmla="*/ 13462980 h 15947979"/>
              <a:gd name="connsiteX940" fmla="*/ 12772306 w 17486265"/>
              <a:gd name="connsiteY940" fmla="*/ 13442304 h 15947979"/>
              <a:gd name="connsiteX941" fmla="*/ 3266712 w 17486265"/>
              <a:gd name="connsiteY941" fmla="*/ 13439280 h 15947979"/>
              <a:gd name="connsiteX942" fmla="*/ 3278950 w 17486265"/>
              <a:gd name="connsiteY942" fmla="*/ 13439831 h 15947979"/>
              <a:gd name="connsiteX943" fmla="*/ 3278398 w 17486265"/>
              <a:gd name="connsiteY943" fmla="*/ 13452069 h 15947979"/>
              <a:gd name="connsiteX944" fmla="*/ 3266160 w 17486265"/>
              <a:gd name="connsiteY944" fmla="*/ 13451518 h 15947979"/>
              <a:gd name="connsiteX945" fmla="*/ 3266712 w 17486265"/>
              <a:gd name="connsiteY945" fmla="*/ 13439280 h 15947979"/>
              <a:gd name="connsiteX946" fmla="*/ 12069842 w 17486265"/>
              <a:gd name="connsiteY946" fmla="*/ 13415617 h 15947979"/>
              <a:gd name="connsiteX947" fmla="*/ 12121378 w 17486265"/>
              <a:gd name="connsiteY947" fmla="*/ 13439734 h 15947979"/>
              <a:gd name="connsiteX948" fmla="*/ 12116646 w 17486265"/>
              <a:gd name="connsiteY948" fmla="*/ 13544766 h 15947979"/>
              <a:gd name="connsiteX949" fmla="*/ 12011616 w 17486265"/>
              <a:gd name="connsiteY949" fmla="*/ 13540037 h 15947979"/>
              <a:gd name="connsiteX950" fmla="*/ 12016346 w 17486265"/>
              <a:gd name="connsiteY950" fmla="*/ 13435005 h 15947979"/>
              <a:gd name="connsiteX951" fmla="*/ 12069842 w 17486265"/>
              <a:gd name="connsiteY951" fmla="*/ 13415617 h 15947979"/>
              <a:gd name="connsiteX952" fmla="*/ 2569132 w 17486265"/>
              <a:gd name="connsiteY952" fmla="*/ 13412757 h 15947979"/>
              <a:gd name="connsiteX953" fmla="*/ 2571600 w 17486265"/>
              <a:gd name="connsiteY953" fmla="*/ 13412867 h 15947979"/>
              <a:gd name="connsiteX954" fmla="*/ 2571488 w 17486265"/>
              <a:gd name="connsiteY954" fmla="*/ 13415334 h 15947979"/>
              <a:gd name="connsiteX955" fmla="*/ 2569022 w 17486265"/>
              <a:gd name="connsiteY955" fmla="*/ 13415223 h 15947979"/>
              <a:gd name="connsiteX956" fmla="*/ 2569132 w 17486265"/>
              <a:gd name="connsiteY956" fmla="*/ 13412757 h 15947979"/>
              <a:gd name="connsiteX957" fmla="*/ 11367326 w 17486265"/>
              <a:gd name="connsiteY957" fmla="*/ 13389518 h 15947979"/>
              <a:gd name="connsiteX958" fmla="*/ 11415008 w 17486265"/>
              <a:gd name="connsiteY958" fmla="*/ 13411832 h 15947979"/>
              <a:gd name="connsiteX959" fmla="*/ 11410632 w 17486265"/>
              <a:gd name="connsiteY959" fmla="*/ 13509008 h 15947979"/>
              <a:gd name="connsiteX960" fmla="*/ 11313456 w 17486265"/>
              <a:gd name="connsiteY960" fmla="*/ 13504632 h 15947979"/>
              <a:gd name="connsiteX961" fmla="*/ 11317832 w 17486265"/>
              <a:gd name="connsiteY961" fmla="*/ 13407456 h 15947979"/>
              <a:gd name="connsiteX962" fmla="*/ 11367326 w 17486265"/>
              <a:gd name="connsiteY962" fmla="*/ 13389518 h 15947979"/>
              <a:gd name="connsiteX963" fmla="*/ 10664816 w 17486265"/>
              <a:gd name="connsiteY963" fmla="*/ 13363295 h 15947979"/>
              <a:gd name="connsiteX964" fmla="*/ 10708764 w 17486265"/>
              <a:gd name="connsiteY964" fmla="*/ 13383863 h 15947979"/>
              <a:gd name="connsiteX965" fmla="*/ 10704732 w 17486265"/>
              <a:gd name="connsiteY965" fmla="*/ 13473432 h 15947979"/>
              <a:gd name="connsiteX966" fmla="*/ 10615162 w 17486265"/>
              <a:gd name="connsiteY966" fmla="*/ 13469398 h 15947979"/>
              <a:gd name="connsiteX967" fmla="*/ 10619196 w 17486265"/>
              <a:gd name="connsiteY967" fmla="*/ 13379829 h 15947979"/>
              <a:gd name="connsiteX968" fmla="*/ 10664816 w 17486265"/>
              <a:gd name="connsiteY968" fmla="*/ 13363295 h 15947979"/>
              <a:gd name="connsiteX969" fmla="*/ 9962322 w 17486265"/>
              <a:gd name="connsiteY969" fmla="*/ 13337223 h 15947979"/>
              <a:gd name="connsiteX970" fmla="*/ 10002418 w 17486265"/>
              <a:gd name="connsiteY970" fmla="*/ 13355987 h 15947979"/>
              <a:gd name="connsiteX971" fmla="*/ 9998738 w 17486265"/>
              <a:gd name="connsiteY971" fmla="*/ 13437703 h 15947979"/>
              <a:gd name="connsiteX972" fmla="*/ 9917022 w 17486265"/>
              <a:gd name="connsiteY972" fmla="*/ 13434023 h 15947979"/>
              <a:gd name="connsiteX973" fmla="*/ 9920702 w 17486265"/>
              <a:gd name="connsiteY973" fmla="*/ 13352307 h 15947979"/>
              <a:gd name="connsiteX974" fmla="*/ 9962322 w 17486265"/>
              <a:gd name="connsiteY974" fmla="*/ 13337223 h 15947979"/>
              <a:gd name="connsiteX975" fmla="*/ 9259838 w 17486265"/>
              <a:gd name="connsiteY975" fmla="*/ 13310977 h 15947979"/>
              <a:gd name="connsiteX976" fmla="*/ 9296202 w 17486265"/>
              <a:gd name="connsiteY976" fmla="*/ 13327994 h 15947979"/>
              <a:gd name="connsiteX977" fmla="*/ 9292864 w 17486265"/>
              <a:gd name="connsiteY977" fmla="*/ 13402101 h 15947979"/>
              <a:gd name="connsiteX978" fmla="*/ 9218754 w 17486265"/>
              <a:gd name="connsiteY978" fmla="*/ 13398766 h 15947979"/>
              <a:gd name="connsiteX979" fmla="*/ 9222092 w 17486265"/>
              <a:gd name="connsiteY979" fmla="*/ 13324656 h 15947979"/>
              <a:gd name="connsiteX980" fmla="*/ 9259838 w 17486265"/>
              <a:gd name="connsiteY980" fmla="*/ 13310977 h 15947979"/>
              <a:gd name="connsiteX981" fmla="*/ 8557402 w 17486265"/>
              <a:gd name="connsiteY981" fmla="*/ 13283657 h 15947979"/>
              <a:gd name="connsiteX982" fmla="*/ 8590776 w 17486265"/>
              <a:gd name="connsiteY982" fmla="*/ 13299276 h 15947979"/>
              <a:gd name="connsiteX983" fmla="*/ 8587714 w 17486265"/>
              <a:gd name="connsiteY983" fmla="*/ 13367294 h 15947979"/>
              <a:gd name="connsiteX984" fmla="*/ 8519696 w 17486265"/>
              <a:gd name="connsiteY984" fmla="*/ 13364231 h 15947979"/>
              <a:gd name="connsiteX985" fmla="*/ 8522760 w 17486265"/>
              <a:gd name="connsiteY985" fmla="*/ 13296213 h 15947979"/>
              <a:gd name="connsiteX986" fmla="*/ 8557402 w 17486265"/>
              <a:gd name="connsiteY986" fmla="*/ 13283657 h 15947979"/>
              <a:gd name="connsiteX987" fmla="*/ 17353898 w 17486265"/>
              <a:gd name="connsiteY987" fmla="*/ 13270555 h 15947979"/>
              <a:gd name="connsiteX988" fmla="*/ 17427022 w 17486265"/>
              <a:gd name="connsiteY988" fmla="*/ 13304776 h 15947979"/>
              <a:gd name="connsiteX989" fmla="*/ 17420310 w 17486265"/>
              <a:gd name="connsiteY989" fmla="*/ 13453806 h 15947979"/>
              <a:gd name="connsiteX990" fmla="*/ 17271282 w 17486265"/>
              <a:gd name="connsiteY990" fmla="*/ 13447095 h 15947979"/>
              <a:gd name="connsiteX991" fmla="*/ 17277994 w 17486265"/>
              <a:gd name="connsiteY991" fmla="*/ 13298064 h 15947979"/>
              <a:gd name="connsiteX992" fmla="*/ 17353898 w 17486265"/>
              <a:gd name="connsiteY992" fmla="*/ 13270555 h 15947979"/>
              <a:gd name="connsiteX993" fmla="*/ 7854842 w 17486265"/>
              <a:gd name="connsiteY993" fmla="*/ 13259115 h 15947979"/>
              <a:gd name="connsiteX994" fmla="*/ 7883300 w 17486265"/>
              <a:gd name="connsiteY994" fmla="*/ 13272433 h 15947979"/>
              <a:gd name="connsiteX995" fmla="*/ 7880688 w 17486265"/>
              <a:gd name="connsiteY995" fmla="*/ 13330432 h 15947979"/>
              <a:gd name="connsiteX996" fmla="*/ 7822690 w 17486265"/>
              <a:gd name="connsiteY996" fmla="*/ 13327820 h 15947979"/>
              <a:gd name="connsiteX997" fmla="*/ 7825300 w 17486265"/>
              <a:gd name="connsiteY997" fmla="*/ 13269821 h 15947979"/>
              <a:gd name="connsiteX998" fmla="*/ 7854842 w 17486265"/>
              <a:gd name="connsiteY998" fmla="*/ 13259115 h 15947979"/>
              <a:gd name="connsiteX999" fmla="*/ 16651658 w 17486265"/>
              <a:gd name="connsiteY999" fmla="*/ 13238930 h 15947979"/>
              <a:gd name="connsiteX1000" fmla="*/ 16724782 w 17486265"/>
              <a:gd name="connsiteY1000" fmla="*/ 13273151 h 15947979"/>
              <a:gd name="connsiteX1001" fmla="*/ 16718070 w 17486265"/>
              <a:gd name="connsiteY1001" fmla="*/ 13422181 h 15947979"/>
              <a:gd name="connsiteX1002" fmla="*/ 16569038 w 17486265"/>
              <a:gd name="connsiteY1002" fmla="*/ 13415469 h 15947979"/>
              <a:gd name="connsiteX1003" fmla="*/ 16575750 w 17486265"/>
              <a:gd name="connsiteY1003" fmla="*/ 13266439 h 15947979"/>
              <a:gd name="connsiteX1004" fmla="*/ 16651658 w 17486265"/>
              <a:gd name="connsiteY1004" fmla="*/ 13238930 h 15947979"/>
              <a:gd name="connsiteX1005" fmla="*/ 7152350 w 17486265"/>
              <a:gd name="connsiteY1005" fmla="*/ 13233043 h 15947979"/>
              <a:gd name="connsiteX1006" fmla="*/ 7176956 w 17486265"/>
              <a:gd name="connsiteY1006" fmla="*/ 13244558 h 15947979"/>
              <a:gd name="connsiteX1007" fmla="*/ 7174696 w 17486265"/>
              <a:gd name="connsiteY1007" fmla="*/ 13294703 h 15947979"/>
              <a:gd name="connsiteX1008" fmla="*/ 7124550 w 17486265"/>
              <a:gd name="connsiteY1008" fmla="*/ 13292444 h 15947979"/>
              <a:gd name="connsiteX1009" fmla="*/ 7126808 w 17486265"/>
              <a:gd name="connsiteY1009" fmla="*/ 13242299 h 15947979"/>
              <a:gd name="connsiteX1010" fmla="*/ 7152350 w 17486265"/>
              <a:gd name="connsiteY1010" fmla="*/ 13233043 h 15947979"/>
              <a:gd name="connsiteX1011" fmla="*/ 15949214 w 17486265"/>
              <a:gd name="connsiteY1011" fmla="*/ 13211176 h 15947979"/>
              <a:gd name="connsiteX1012" fmla="*/ 16019666 w 17486265"/>
              <a:gd name="connsiteY1012" fmla="*/ 13244147 h 15947979"/>
              <a:gd name="connsiteX1013" fmla="*/ 16013202 w 17486265"/>
              <a:gd name="connsiteY1013" fmla="*/ 13387734 h 15947979"/>
              <a:gd name="connsiteX1014" fmla="*/ 15869614 w 17486265"/>
              <a:gd name="connsiteY1014" fmla="*/ 13381267 h 15947979"/>
              <a:gd name="connsiteX1015" fmla="*/ 15876082 w 17486265"/>
              <a:gd name="connsiteY1015" fmla="*/ 13237680 h 15947979"/>
              <a:gd name="connsiteX1016" fmla="*/ 15949214 w 17486265"/>
              <a:gd name="connsiteY1016" fmla="*/ 13211176 h 15947979"/>
              <a:gd name="connsiteX1017" fmla="*/ 6449880 w 17486265"/>
              <a:gd name="connsiteY1017" fmla="*/ 13205873 h 15947979"/>
              <a:gd name="connsiteX1018" fmla="*/ 6471376 w 17486265"/>
              <a:gd name="connsiteY1018" fmla="*/ 13215932 h 15947979"/>
              <a:gd name="connsiteX1019" fmla="*/ 6469404 w 17486265"/>
              <a:gd name="connsiteY1019" fmla="*/ 13259741 h 15947979"/>
              <a:gd name="connsiteX1020" fmla="*/ 6425596 w 17486265"/>
              <a:gd name="connsiteY1020" fmla="*/ 13257767 h 15947979"/>
              <a:gd name="connsiteX1021" fmla="*/ 6427568 w 17486265"/>
              <a:gd name="connsiteY1021" fmla="*/ 13213959 h 15947979"/>
              <a:gd name="connsiteX1022" fmla="*/ 6449880 w 17486265"/>
              <a:gd name="connsiteY1022" fmla="*/ 13205873 h 15947979"/>
              <a:gd name="connsiteX1023" fmla="*/ 15246722 w 17486265"/>
              <a:gd name="connsiteY1023" fmla="*/ 13185102 h 15947979"/>
              <a:gd name="connsiteX1024" fmla="*/ 15313322 w 17486265"/>
              <a:gd name="connsiteY1024" fmla="*/ 13216271 h 15947979"/>
              <a:gd name="connsiteX1025" fmla="*/ 15307210 w 17486265"/>
              <a:gd name="connsiteY1025" fmla="*/ 13352003 h 15947979"/>
              <a:gd name="connsiteX1026" fmla="*/ 15171478 w 17486265"/>
              <a:gd name="connsiteY1026" fmla="*/ 13345889 h 15947979"/>
              <a:gd name="connsiteX1027" fmla="*/ 15177590 w 17486265"/>
              <a:gd name="connsiteY1027" fmla="*/ 13210156 h 15947979"/>
              <a:gd name="connsiteX1028" fmla="*/ 15246722 w 17486265"/>
              <a:gd name="connsiteY1028" fmla="*/ 13185102 h 15947979"/>
              <a:gd name="connsiteX1029" fmla="*/ 5747350 w 17486265"/>
              <a:gd name="connsiteY1029" fmla="*/ 13180106 h 15947979"/>
              <a:gd name="connsiteX1030" fmla="*/ 5764796 w 17486265"/>
              <a:gd name="connsiteY1030" fmla="*/ 13188270 h 15947979"/>
              <a:gd name="connsiteX1031" fmla="*/ 5763194 w 17486265"/>
              <a:gd name="connsiteY1031" fmla="*/ 13223824 h 15947979"/>
              <a:gd name="connsiteX1032" fmla="*/ 5727640 w 17486265"/>
              <a:gd name="connsiteY1032" fmla="*/ 13222222 h 15947979"/>
              <a:gd name="connsiteX1033" fmla="*/ 5729242 w 17486265"/>
              <a:gd name="connsiteY1033" fmla="*/ 13186669 h 15947979"/>
              <a:gd name="connsiteX1034" fmla="*/ 5747350 w 17486265"/>
              <a:gd name="connsiteY1034" fmla="*/ 13180106 h 15947979"/>
              <a:gd name="connsiteX1035" fmla="*/ 14544212 w 17486265"/>
              <a:gd name="connsiteY1035" fmla="*/ 13159487 h 15947979"/>
              <a:gd name="connsiteX1036" fmla="*/ 14606640 w 17486265"/>
              <a:gd name="connsiteY1036" fmla="*/ 13188704 h 15947979"/>
              <a:gd name="connsiteX1037" fmla="*/ 14600910 w 17486265"/>
              <a:gd name="connsiteY1037" fmla="*/ 13315935 h 15947979"/>
              <a:gd name="connsiteX1038" fmla="*/ 14473680 w 17486265"/>
              <a:gd name="connsiteY1038" fmla="*/ 13310202 h 15947979"/>
              <a:gd name="connsiteX1039" fmla="*/ 14479408 w 17486265"/>
              <a:gd name="connsiteY1039" fmla="*/ 13182973 h 15947979"/>
              <a:gd name="connsiteX1040" fmla="*/ 14544212 w 17486265"/>
              <a:gd name="connsiteY1040" fmla="*/ 13159487 h 15947979"/>
              <a:gd name="connsiteX1041" fmla="*/ 5044824 w 17486265"/>
              <a:gd name="connsiteY1041" fmla="*/ 13154938 h 15947979"/>
              <a:gd name="connsiteX1042" fmla="*/ 5057790 w 17486265"/>
              <a:gd name="connsiteY1042" fmla="*/ 13161006 h 15947979"/>
              <a:gd name="connsiteX1043" fmla="*/ 5056600 w 17486265"/>
              <a:gd name="connsiteY1043" fmla="*/ 13187435 h 15947979"/>
              <a:gd name="connsiteX1044" fmla="*/ 5030170 w 17486265"/>
              <a:gd name="connsiteY1044" fmla="*/ 13186246 h 15947979"/>
              <a:gd name="connsiteX1045" fmla="*/ 5031362 w 17486265"/>
              <a:gd name="connsiteY1045" fmla="*/ 13159816 h 15947979"/>
              <a:gd name="connsiteX1046" fmla="*/ 5044824 w 17486265"/>
              <a:gd name="connsiteY1046" fmla="*/ 13154938 h 15947979"/>
              <a:gd name="connsiteX1047" fmla="*/ 13841724 w 17486265"/>
              <a:gd name="connsiteY1047" fmla="*/ 13133242 h 15947979"/>
              <a:gd name="connsiteX1048" fmla="*/ 13900420 w 17486265"/>
              <a:gd name="connsiteY1048" fmla="*/ 13160711 h 15947979"/>
              <a:gd name="connsiteX1049" fmla="*/ 13895034 w 17486265"/>
              <a:gd name="connsiteY1049" fmla="*/ 13280334 h 15947979"/>
              <a:gd name="connsiteX1050" fmla="*/ 13775412 w 17486265"/>
              <a:gd name="connsiteY1050" fmla="*/ 13274946 h 15947979"/>
              <a:gd name="connsiteX1051" fmla="*/ 13780798 w 17486265"/>
              <a:gd name="connsiteY1051" fmla="*/ 13155324 h 15947979"/>
              <a:gd name="connsiteX1052" fmla="*/ 13841724 w 17486265"/>
              <a:gd name="connsiteY1052" fmla="*/ 13133242 h 15947979"/>
              <a:gd name="connsiteX1053" fmla="*/ 4342374 w 17486265"/>
              <a:gd name="connsiteY1053" fmla="*/ 13127790 h 15947979"/>
              <a:gd name="connsiteX1054" fmla="*/ 4352234 w 17486265"/>
              <a:gd name="connsiteY1054" fmla="*/ 13132403 h 15947979"/>
              <a:gd name="connsiteX1055" fmla="*/ 4351328 w 17486265"/>
              <a:gd name="connsiteY1055" fmla="*/ 13152496 h 15947979"/>
              <a:gd name="connsiteX1056" fmla="*/ 4331236 w 17486265"/>
              <a:gd name="connsiteY1056" fmla="*/ 13151591 h 15947979"/>
              <a:gd name="connsiteX1057" fmla="*/ 4332142 w 17486265"/>
              <a:gd name="connsiteY1057" fmla="*/ 13131499 h 15947979"/>
              <a:gd name="connsiteX1058" fmla="*/ 4342374 w 17486265"/>
              <a:gd name="connsiteY1058" fmla="*/ 13127790 h 15947979"/>
              <a:gd name="connsiteX1059" fmla="*/ 13139280 w 17486265"/>
              <a:gd name="connsiteY1059" fmla="*/ 13106098 h 15947979"/>
              <a:gd name="connsiteX1060" fmla="*/ 13194866 w 17486265"/>
              <a:gd name="connsiteY1060" fmla="*/ 13132111 h 15947979"/>
              <a:gd name="connsiteX1061" fmla="*/ 13189766 w 17486265"/>
              <a:gd name="connsiteY1061" fmla="*/ 13245396 h 15947979"/>
              <a:gd name="connsiteX1062" fmla="*/ 13076480 w 17486265"/>
              <a:gd name="connsiteY1062" fmla="*/ 13240295 h 15947979"/>
              <a:gd name="connsiteX1063" fmla="*/ 13081582 w 17486265"/>
              <a:gd name="connsiteY1063" fmla="*/ 13127008 h 15947979"/>
              <a:gd name="connsiteX1064" fmla="*/ 13139280 w 17486265"/>
              <a:gd name="connsiteY1064" fmla="*/ 13106098 h 15947979"/>
              <a:gd name="connsiteX1065" fmla="*/ 3633646 w 17486265"/>
              <a:gd name="connsiteY1065" fmla="*/ 13103972 h 15947979"/>
              <a:gd name="connsiteX1066" fmla="*/ 3645884 w 17486265"/>
              <a:gd name="connsiteY1066" fmla="*/ 13104522 h 15947979"/>
              <a:gd name="connsiteX1067" fmla="*/ 3645332 w 17486265"/>
              <a:gd name="connsiteY1067" fmla="*/ 13116761 h 15947979"/>
              <a:gd name="connsiteX1068" fmla="*/ 3633094 w 17486265"/>
              <a:gd name="connsiteY1068" fmla="*/ 13116210 h 15947979"/>
              <a:gd name="connsiteX1069" fmla="*/ 3633646 w 17486265"/>
              <a:gd name="connsiteY1069" fmla="*/ 13103972 h 15947979"/>
              <a:gd name="connsiteX1070" fmla="*/ 12436796 w 17486265"/>
              <a:gd name="connsiteY1070" fmla="*/ 13079851 h 15947979"/>
              <a:gd name="connsiteX1071" fmla="*/ 12488650 w 17486265"/>
              <a:gd name="connsiteY1071" fmla="*/ 13104117 h 15947979"/>
              <a:gd name="connsiteX1072" fmla="*/ 12483892 w 17486265"/>
              <a:gd name="connsiteY1072" fmla="*/ 13209797 h 15947979"/>
              <a:gd name="connsiteX1073" fmla="*/ 12378214 w 17486265"/>
              <a:gd name="connsiteY1073" fmla="*/ 13205036 h 15947979"/>
              <a:gd name="connsiteX1074" fmla="*/ 12382972 w 17486265"/>
              <a:gd name="connsiteY1074" fmla="*/ 13099358 h 15947979"/>
              <a:gd name="connsiteX1075" fmla="*/ 12436796 w 17486265"/>
              <a:gd name="connsiteY1075" fmla="*/ 13079851 h 15947979"/>
              <a:gd name="connsiteX1076" fmla="*/ 2936066 w 17486265"/>
              <a:gd name="connsiteY1076" fmla="*/ 13077451 h 15947979"/>
              <a:gd name="connsiteX1077" fmla="*/ 2938534 w 17486265"/>
              <a:gd name="connsiteY1077" fmla="*/ 13077560 h 15947979"/>
              <a:gd name="connsiteX1078" fmla="*/ 2938422 w 17486265"/>
              <a:gd name="connsiteY1078" fmla="*/ 13080027 h 15947979"/>
              <a:gd name="connsiteX1079" fmla="*/ 2935956 w 17486265"/>
              <a:gd name="connsiteY1079" fmla="*/ 13079916 h 15947979"/>
              <a:gd name="connsiteX1080" fmla="*/ 2936066 w 17486265"/>
              <a:gd name="connsiteY1080" fmla="*/ 13077451 h 15947979"/>
              <a:gd name="connsiteX1081" fmla="*/ 11734258 w 17486265"/>
              <a:gd name="connsiteY1081" fmla="*/ 13054211 h 15947979"/>
              <a:gd name="connsiteX1082" fmla="*/ 11781940 w 17486265"/>
              <a:gd name="connsiteY1082" fmla="*/ 13076525 h 15947979"/>
              <a:gd name="connsiteX1083" fmla="*/ 11777566 w 17486265"/>
              <a:gd name="connsiteY1083" fmla="*/ 13173702 h 15947979"/>
              <a:gd name="connsiteX1084" fmla="*/ 11680390 w 17486265"/>
              <a:gd name="connsiteY1084" fmla="*/ 13169325 h 15947979"/>
              <a:gd name="connsiteX1085" fmla="*/ 11684764 w 17486265"/>
              <a:gd name="connsiteY1085" fmla="*/ 13072147 h 15947979"/>
              <a:gd name="connsiteX1086" fmla="*/ 11734258 w 17486265"/>
              <a:gd name="connsiteY1086" fmla="*/ 13054211 h 15947979"/>
              <a:gd name="connsiteX1087" fmla="*/ 11031778 w 17486265"/>
              <a:gd name="connsiteY1087" fmla="*/ 13027963 h 15947979"/>
              <a:gd name="connsiteX1088" fmla="*/ 11075726 w 17486265"/>
              <a:gd name="connsiteY1088" fmla="*/ 13048531 h 15947979"/>
              <a:gd name="connsiteX1089" fmla="*/ 11071692 w 17486265"/>
              <a:gd name="connsiteY1089" fmla="*/ 13138100 h 15947979"/>
              <a:gd name="connsiteX1090" fmla="*/ 10982124 w 17486265"/>
              <a:gd name="connsiteY1090" fmla="*/ 13134066 h 15947979"/>
              <a:gd name="connsiteX1091" fmla="*/ 10986156 w 17486265"/>
              <a:gd name="connsiteY1091" fmla="*/ 13044497 h 15947979"/>
              <a:gd name="connsiteX1092" fmla="*/ 11031778 w 17486265"/>
              <a:gd name="connsiteY1092" fmla="*/ 13027963 h 15947979"/>
              <a:gd name="connsiteX1093" fmla="*/ 10329266 w 17486265"/>
              <a:gd name="connsiteY1093" fmla="*/ 13001739 h 15947979"/>
              <a:gd name="connsiteX1094" fmla="*/ 10369482 w 17486265"/>
              <a:gd name="connsiteY1094" fmla="*/ 13020560 h 15947979"/>
              <a:gd name="connsiteX1095" fmla="*/ 10365792 w 17486265"/>
              <a:gd name="connsiteY1095" fmla="*/ 13102522 h 15947979"/>
              <a:gd name="connsiteX1096" fmla="*/ 10283830 w 17486265"/>
              <a:gd name="connsiteY1096" fmla="*/ 13098831 h 15947979"/>
              <a:gd name="connsiteX1097" fmla="*/ 10287520 w 17486265"/>
              <a:gd name="connsiteY1097" fmla="*/ 13016867 h 15947979"/>
              <a:gd name="connsiteX1098" fmla="*/ 10329266 w 17486265"/>
              <a:gd name="connsiteY1098" fmla="*/ 13001739 h 15947979"/>
              <a:gd name="connsiteX1099" fmla="*/ 9626764 w 17486265"/>
              <a:gd name="connsiteY1099" fmla="*/ 12975843 h 15947979"/>
              <a:gd name="connsiteX1100" fmla="*/ 9663006 w 17486265"/>
              <a:gd name="connsiteY1100" fmla="*/ 12992804 h 15947979"/>
              <a:gd name="connsiteX1101" fmla="*/ 9659680 w 17486265"/>
              <a:gd name="connsiteY1101" fmla="*/ 13066665 h 15947979"/>
              <a:gd name="connsiteX1102" fmla="*/ 9585818 w 17486265"/>
              <a:gd name="connsiteY1102" fmla="*/ 13063337 h 15947979"/>
              <a:gd name="connsiteX1103" fmla="*/ 9589144 w 17486265"/>
              <a:gd name="connsiteY1103" fmla="*/ 12989477 h 15947979"/>
              <a:gd name="connsiteX1104" fmla="*/ 9626764 w 17486265"/>
              <a:gd name="connsiteY1104" fmla="*/ 12975843 h 15947979"/>
              <a:gd name="connsiteX1105" fmla="*/ 8924212 w 17486265"/>
              <a:gd name="connsiteY1105" fmla="*/ 12951126 h 15947979"/>
              <a:gd name="connsiteX1106" fmla="*/ 8955658 w 17486265"/>
              <a:gd name="connsiteY1106" fmla="*/ 12965843 h 15947979"/>
              <a:gd name="connsiteX1107" fmla="*/ 8952772 w 17486265"/>
              <a:gd name="connsiteY1107" fmla="*/ 13029933 h 15947979"/>
              <a:gd name="connsiteX1108" fmla="*/ 8888680 w 17486265"/>
              <a:gd name="connsiteY1108" fmla="*/ 13027048 h 15947979"/>
              <a:gd name="connsiteX1109" fmla="*/ 8891568 w 17486265"/>
              <a:gd name="connsiteY1109" fmla="*/ 12962957 h 15947979"/>
              <a:gd name="connsiteX1110" fmla="*/ 8924212 w 17486265"/>
              <a:gd name="connsiteY1110" fmla="*/ 12951126 h 15947979"/>
              <a:gd name="connsiteX1111" fmla="*/ 8221774 w 17486265"/>
              <a:gd name="connsiteY1111" fmla="*/ 12923807 h 15947979"/>
              <a:gd name="connsiteX1112" fmla="*/ 8250234 w 17486265"/>
              <a:gd name="connsiteY1112" fmla="*/ 12937126 h 15947979"/>
              <a:gd name="connsiteX1113" fmla="*/ 8247622 w 17486265"/>
              <a:gd name="connsiteY1113" fmla="*/ 12995125 h 15947979"/>
              <a:gd name="connsiteX1114" fmla="*/ 8189622 w 17486265"/>
              <a:gd name="connsiteY1114" fmla="*/ 12992513 h 15947979"/>
              <a:gd name="connsiteX1115" fmla="*/ 8192234 w 17486265"/>
              <a:gd name="connsiteY1115" fmla="*/ 12934514 h 15947979"/>
              <a:gd name="connsiteX1116" fmla="*/ 8221774 w 17486265"/>
              <a:gd name="connsiteY1116" fmla="*/ 12923807 h 15947979"/>
              <a:gd name="connsiteX1117" fmla="*/ 17018590 w 17486265"/>
              <a:gd name="connsiteY1117" fmla="*/ 12903621 h 15947979"/>
              <a:gd name="connsiteX1118" fmla="*/ 17091714 w 17486265"/>
              <a:gd name="connsiteY1118" fmla="*/ 12937841 h 15947979"/>
              <a:gd name="connsiteX1119" fmla="*/ 17085002 w 17486265"/>
              <a:gd name="connsiteY1119" fmla="*/ 13086872 h 15947979"/>
              <a:gd name="connsiteX1120" fmla="*/ 16935974 w 17486265"/>
              <a:gd name="connsiteY1120" fmla="*/ 13080161 h 15947979"/>
              <a:gd name="connsiteX1121" fmla="*/ 16942686 w 17486265"/>
              <a:gd name="connsiteY1121" fmla="*/ 12931130 h 15947979"/>
              <a:gd name="connsiteX1122" fmla="*/ 17018590 w 17486265"/>
              <a:gd name="connsiteY1122" fmla="*/ 12903621 h 15947979"/>
              <a:gd name="connsiteX1123" fmla="*/ 7519284 w 17486265"/>
              <a:gd name="connsiteY1123" fmla="*/ 12897734 h 15947979"/>
              <a:gd name="connsiteX1124" fmla="*/ 7543890 w 17486265"/>
              <a:gd name="connsiteY1124" fmla="*/ 12909250 h 15947979"/>
              <a:gd name="connsiteX1125" fmla="*/ 7541630 w 17486265"/>
              <a:gd name="connsiteY1125" fmla="*/ 12959396 h 15947979"/>
              <a:gd name="connsiteX1126" fmla="*/ 7491484 w 17486265"/>
              <a:gd name="connsiteY1126" fmla="*/ 12957137 h 15947979"/>
              <a:gd name="connsiteX1127" fmla="*/ 7493742 w 17486265"/>
              <a:gd name="connsiteY1127" fmla="*/ 12906991 h 15947979"/>
              <a:gd name="connsiteX1128" fmla="*/ 7519284 w 17486265"/>
              <a:gd name="connsiteY1128" fmla="*/ 12897734 h 15947979"/>
              <a:gd name="connsiteX1129" fmla="*/ 16316174 w 17486265"/>
              <a:gd name="connsiteY1129" fmla="*/ 12875844 h 15947979"/>
              <a:gd name="connsiteX1130" fmla="*/ 16386626 w 17486265"/>
              <a:gd name="connsiteY1130" fmla="*/ 12908815 h 15947979"/>
              <a:gd name="connsiteX1131" fmla="*/ 16380162 w 17486265"/>
              <a:gd name="connsiteY1131" fmla="*/ 13052402 h 15947979"/>
              <a:gd name="connsiteX1132" fmla="*/ 16236574 w 17486265"/>
              <a:gd name="connsiteY1132" fmla="*/ 13045935 h 15947979"/>
              <a:gd name="connsiteX1133" fmla="*/ 16243042 w 17486265"/>
              <a:gd name="connsiteY1133" fmla="*/ 12902348 h 15947979"/>
              <a:gd name="connsiteX1134" fmla="*/ 16316174 w 17486265"/>
              <a:gd name="connsiteY1134" fmla="*/ 12875844 h 15947979"/>
              <a:gd name="connsiteX1135" fmla="*/ 6816774 w 17486265"/>
              <a:gd name="connsiteY1135" fmla="*/ 12871462 h 15947979"/>
              <a:gd name="connsiteX1136" fmla="*/ 6837648 w 17486265"/>
              <a:gd name="connsiteY1136" fmla="*/ 12881230 h 15947979"/>
              <a:gd name="connsiteX1137" fmla="*/ 6835732 w 17486265"/>
              <a:gd name="connsiteY1137" fmla="*/ 12923769 h 15947979"/>
              <a:gd name="connsiteX1138" fmla="*/ 6793194 w 17486265"/>
              <a:gd name="connsiteY1138" fmla="*/ 12921853 h 15947979"/>
              <a:gd name="connsiteX1139" fmla="*/ 6795108 w 17486265"/>
              <a:gd name="connsiteY1139" fmla="*/ 12879315 h 15947979"/>
              <a:gd name="connsiteX1140" fmla="*/ 6816774 w 17486265"/>
              <a:gd name="connsiteY1140" fmla="*/ 12871462 h 15947979"/>
              <a:gd name="connsiteX1141" fmla="*/ 15613658 w 17486265"/>
              <a:gd name="connsiteY1141" fmla="*/ 12849794 h 15947979"/>
              <a:gd name="connsiteX1142" fmla="*/ 15680258 w 17486265"/>
              <a:gd name="connsiteY1142" fmla="*/ 12880962 h 15947979"/>
              <a:gd name="connsiteX1143" fmla="*/ 15674146 w 17486265"/>
              <a:gd name="connsiteY1143" fmla="*/ 13016695 h 15947979"/>
              <a:gd name="connsiteX1144" fmla="*/ 15538414 w 17486265"/>
              <a:gd name="connsiteY1144" fmla="*/ 13010580 h 15947979"/>
              <a:gd name="connsiteX1145" fmla="*/ 15544526 w 17486265"/>
              <a:gd name="connsiteY1145" fmla="*/ 12874849 h 15947979"/>
              <a:gd name="connsiteX1146" fmla="*/ 15613658 w 17486265"/>
              <a:gd name="connsiteY1146" fmla="*/ 12849794 h 15947979"/>
              <a:gd name="connsiteX1147" fmla="*/ 6114310 w 17486265"/>
              <a:gd name="connsiteY1147" fmla="*/ 12844775 h 15947979"/>
              <a:gd name="connsiteX1148" fmla="*/ 6131756 w 17486265"/>
              <a:gd name="connsiteY1148" fmla="*/ 12852940 h 15947979"/>
              <a:gd name="connsiteX1149" fmla="*/ 6130154 w 17486265"/>
              <a:gd name="connsiteY1149" fmla="*/ 12888493 h 15947979"/>
              <a:gd name="connsiteX1150" fmla="*/ 6094600 w 17486265"/>
              <a:gd name="connsiteY1150" fmla="*/ 12886892 h 15947979"/>
              <a:gd name="connsiteX1151" fmla="*/ 6096202 w 17486265"/>
              <a:gd name="connsiteY1151" fmla="*/ 12851338 h 15947979"/>
              <a:gd name="connsiteX1152" fmla="*/ 6114310 w 17486265"/>
              <a:gd name="connsiteY1152" fmla="*/ 12844775 h 15947979"/>
              <a:gd name="connsiteX1153" fmla="*/ 14911144 w 17486265"/>
              <a:gd name="connsiteY1153" fmla="*/ 12824183 h 15947979"/>
              <a:gd name="connsiteX1154" fmla="*/ 14973574 w 17486265"/>
              <a:gd name="connsiteY1154" fmla="*/ 12853398 h 15947979"/>
              <a:gd name="connsiteX1155" fmla="*/ 14967842 w 17486265"/>
              <a:gd name="connsiteY1155" fmla="*/ 12980628 h 15947979"/>
              <a:gd name="connsiteX1156" fmla="*/ 14840614 w 17486265"/>
              <a:gd name="connsiteY1156" fmla="*/ 12974897 h 15947979"/>
              <a:gd name="connsiteX1157" fmla="*/ 14846342 w 17486265"/>
              <a:gd name="connsiteY1157" fmla="*/ 12847667 h 15947979"/>
              <a:gd name="connsiteX1158" fmla="*/ 14911144 w 17486265"/>
              <a:gd name="connsiteY1158" fmla="*/ 12824183 h 15947979"/>
              <a:gd name="connsiteX1159" fmla="*/ 5411796 w 17486265"/>
              <a:gd name="connsiteY1159" fmla="*/ 12818732 h 15947979"/>
              <a:gd name="connsiteX1160" fmla="*/ 5425388 w 17486265"/>
              <a:gd name="connsiteY1160" fmla="*/ 12825092 h 15947979"/>
              <a:gd name="connsiteX1161" fmla="*/ 5424140 w 17486265"/>
              <a:gd name="connsiteY1161" fmla="*/ 12852792 h 15947979"/>
              <a:gd name="connsiteX1162" fmla="*/ 5396440 w 17486265"/>
              <a:gd name="connsiteY1162" fmla="*/ 12851544 h 15947979"/>
              <a:gd name="connsiteX1163" fmla="*/ 5397688 w 17486265"/>
              <a:gd name="connsiteY1163" fmla="*/ 12823845 h 15947979"/>
              <a:gd name="connsiteX1164" fmla="*/ 5411796 w 17486265"/>
              <a:gd name="connsiteY1164" fmla="*/ 12818732 h 15947979"/>
              <a:gd name="connsiteX1165" fmla="*/ 14208660 w 17486265"/>
              <a:gd name="connsiteY1165" fmla="*/ 12797933 h 15947979"/>
              <a:gd name="connsiteX1166" fmla="*/ 14267354 w 17486265"/>
              <a:gd name="connsiteY1166" fmla="*/ 12825402 h 15947979"/>
              <a:gd name="connsiteX1167" fmla="*/ 14261968 w 17486265"/>
              <a:gd name="connsiteY1167" fmla="*/ 12945026 h 15947979"/>
              <a:gd name="connsiteX1168" fmla="*/ 14142346 w 17486265"/>
              <a:gd name="connsiteY1168" fmla="*/ 12939637 h 15947979"/>
              <a:gd name="connsiteX1169" fmla="*/ 14147732 w 17486265"/>
              <a:gd name="connsiteY1169" fmla="*/ 12820015 h 15947979"/>
              <a:gd name="connsiteX1170" fmla="*/ 14208660 w 17486265"/>
              <a:gd name="connsiteY1170" fmla="*/ 12797933 h 15947979"/>
              <a:gd name="connsiteX1171" fmla="*/ 4709310 w 17486265"/>
              <a:gd name="connsiteY1171" fmla="*/ 12792481 h 15947979"/>
              <a:gd name="connsiteX1172" fmla="*/ 4719168 w 17486265"/>
              <a:gd name="connsiteY1172" fmla="*/ 12797094 h 15947979"/>
              <a:gd name="connsiteX1173" fmla="*/ 4718264 w 17486265"/>
              <a:gd name="connsiteY1173" fmla="*/ 12817187 h 15947979"/>
              <a:gd name="connsiteX1174" fmla="*/ 4698172 w 17486265"/>
              <a:gd name="connsiteY1174" fmla="*/ 12816282 h 15947979"/>
              <a:gd name="connsiteX1175" fmla="*/ 4699076 w 17486265"/>
              <a:gd name="connsiteY1175" fmla="*/ 12796190 h 15947979"/>
              <a:gd name="connsiteX1176" fmla="*/ 4709310 w 17486265"/>
              <a:gd name="connsiteY1176" fmla="*/ 12792481 h 15947979"/>
              <a:gd name="connsiteX1177" fmla="*/ 13506216 w 17486265"/>
              <a:gd name="connsiteY1177" fmla="*/ 12770790 h 15947979"/>
              <a:gd name="connsiteX1178" fmla="*/ 13561802 w 17486265"/>
              <a:gd name="connsiteY1178" fmla="*/ 12796803 h 15947979"/>
              <a:gd name="connsiteX1179" fmla="*/ 13556700 w 17486265"/>
              <a:gd name="connsiteY1179" fmla="*/ 12910089 h 15947979"/>
              <a:gd name="connsiteX1180" fmla="*/ 13443414 w 17486265"/>
              <a:gd name="connsiteY1180" fmla="*/ 12904985 h 15947979"/>
              <a:gd name="connsiteX1181" fmla="*/ 13448516 w 17486265"/>
              <a:gd name="connsiteY1181" fmla="*/ 12791701 h 15947979"/>
              <a:gd name="connsiteX1182" fmla="*/ 13506216 w 17486265"/>
              <a:gd name="connsiteY1182" fmla="*/ 12770790 h 15947979"/>
              <a:gd name="connsiteX1183" fmla="*/ 4000580 w 17486265"/>
              <a:gd name="connsiteY1183" fmla="*/ 12768664 h 15947979"/>
              <a:gd name="connsiteX1184" fmla="*/ 4012818 w 17486265"/>
              <a:gd name="connsiteY1184" fmla="*/ 12769214 h 15947979"/>
              <a:gd name="connsiteX1185" fmla="*/ 4012266 w 17486265"/>
              <a:gd name="connsiteY1185" fmla="*/ 12781451 h 15947979"/>
              <a:gd name="connsiteX1186" fmla="*/ 4000028 w 17486265"/>
              <a:gd name="connsiteY1186" fmla="*/ 12780901 h 15947979"/>
              <a:gd name="connsiteX1187" fmla="*/ 4000580 w 17486265"/>
              <a:gd name="connsiteY1187" fmla="*/ 12768664 h 15947979"/>
              <a:gd name="connsiteX1188" fmla="*/ 12803722 w 17486265"/>
              <a:gd name="connsiteY1188" fmla="*/ 12744719 h 15947979"/>
              <a:gd name="connsiteX1189" fmla="*/ 12855454 w 17486265"/>
              <a:gd name="connsiteY1189" fmla="*/ 12768927 h 15947979"/>
              <a:gd name="connsiteX1190" fmla="*/ 12850706 w 17486265"/>
              <a:gd name="connsiteY1190" fmla="*/ 12874360 h 15947979"/>
              <a:gd name="connsiteX1191" fmla="*/ 12745274 w 17486265"/>
              <a:gd name="connsiteY1191" fmla="*/ 12869612 h 15947979"/>
              <a:gd name="connsiteX1192" fmla="*/ 12750024 w 17486265"/>
              <a:gd name="connsiteY1192" fmla="*/ 12764180 h 15947979"/>
              <a:gd name="connsiteX1193" fmla="*/ 12803722 w 17486265"/>
              <a:gd name="connsiteY1193" fmla="*/ 12744719 h 15947979"/>
              <a:gd name="connsiteX1194" fmla="*/ 3303000 w 17486265"/>
              <a:gd name="connsiteY1194" fmla="*/ 12742141 h 15947979"/>
              <a:gd name="connsiteX1195" fmla="*/ 3305466 w 17486265"/>
              <a:gd name="connsiteY1195" fmla="*/ 12742250 h 15947979"/>
              <a:gd name="connsiteX1196" fmla="*/ 3305354 w 17486265"/>
              <a:gd name="connsiteY1196" fmla="*/ 12744718 h 15947979"/>
              <a:gd name="connsiteX1197" fmla="*/ 3302888 w 17486265"/>
              <a:gd name="connsiteY1197" fmla="*/ 12744607 h 15947979"/>
              <a:gd name="connsiteX1198" fmla="*/ 3303000 w 17486265"/>
              <a:gd name="connsiteY1198" fmla="*/ 12742141 h 15947979"/>
              <a:gd name="connsiteX1199" fmla="*/ 12101194 w 17486265"/>
              <a:gd name="connsiteY1199" fmla="*/ 12718902 h 15947979"/>
              <a:gd name="connsiteX1200" fmla="*/ 12148876 w 17486265"/>
              <a:gd name="connsiteY1200" fmla="*/ 12741216 h 15947979"/>
              <a:gd name="connsiteX1201" fmla="*/ 12144500 w 17486265"/>
              <a:gd name="connsiteY1201" fmla="*/ 12838393 h 15947979"/>
              <a:gd name="connsiteX1202" fmla="*/ 12047324 w 17486265"/>
              <a:gd name="connsiteY1202" fmla="*/ 12834016 h 15947979"/>
              <a:gd name="connsiteX1203" fmla="*/ 12051700 w 17486265"/>
              <a:gd name="connsiteY1203" fmla="*/ 12736841 h 15947979"/>
              <a:gd name="connsiteX1204" fmla="*/ 12101194 w 17486265"/>
              <a:gd name="connsiteY1204" fmla="*/ 12718902 h 15947979"/>
              <a:gd name="connsiteX1205" fmla="*/ 11398708 w 17486265"/>
              <a:gd name="connsiteY1205" fmla="*/ 12692656 h 15947979"/>
              <a:gd name="connsiteX1206" fmla="*/ 11442658 w 17486265"/>
              <a:gd name="connsiteY1206" fmla="*/ 12713224 h 15947979"/>
              <a:gd name="connsiteX1207" fmla="*/ 11438624 w 17486265"/>
              <a:gd name="connsiteY1207" fmla="*/ 12802793 h 15947979"/>
              <a:gd name="connsiteX1208" fmla="*/ 11349056 w 17486265"/>
              <a:gd name="connsiteY1208" fmla="*/ 12798758 h 15947979"/>
              <a:gd name="connsiteX1209" fmla="*/ 11353088 w 17486265"/>
              <a:gd name="connsiteY1209" fmla="*/ 12709189 h 15947979"/>
              <a:gd name="connsiteX1210" fmla="*/ 11398708 w 17486265"/>
              <a:gd name="connsiteY1210" fmla="*/ 12692656 h 15947979"/>
              <a:gd name="connsiteX1211" fmla="*/ 10696216 w 17486265"/>
              <a:gd name="connsiteY1211" fmla="*/ 12666584 h 15947979"/>
              <a:gd name="connsiteX1212" fmla="*/ 10736312 w 17486265"/>
              <a:gd name="connsiteY1212" fmla="*/ 12685347 h 15947979"/>
              <a:gd name="connsiteX1213" fmla="*/ 10732632 w 17486265"/>
              <a:gd name="connsiteY1213" fmla="*/ 12767064 h 15947979"/>
              <a:gd name="connsiteX1214" fmla="*/ 10650916 w 17486265"/>
              <a:gd name="connsiteY1214" fmla="*/ 12763383 h 15947979"/>
              <a:gd name="connsiteX1215" fmla="*/ 10654596 w 17486265"/>
              <a:gd name="connsiteY1215" fmla="*/ 12681668 h 15947979"/>
              <a:gd name="connsiteX1216" fmla="*/ 10696216 w 17486265"/>
              <a:gd name="connsiteY1216" fmla="*/ 12666584 h 15947979"/>
              <a:gd name="connsiteX1217" fmla="*/ 9993700 w 17486265"/>
              <a:gd name="connsiteY1217" fmla="*/ 12640534 h 15947979"/>
              <a:gd name="connsiteX1218" fmla="*/ 10029942 w 17486265"/>
              <a:gd name="connsiteY1218" fmla="*/ 12657494 h 15947979"/>
              <a:gd name="connsiteX1219" fmla="*/ 10026616 w 17486265"/>
              <a:gd name="connsiteY1219" fmla="*/ 12731356 h 15947979"/>
              <a:gd name="connsiteX1220" fmla="*/ 9952754 w 17486265"/>
              <a:gd name="connsiteY1220" fmla="*/ 12728029 h 15947979"/>
              <a:gd name="connsiteX1221" fmla="*/ 9956080 w 17486265"/>
              <a:gd name="connsiteY1221" fmla="*/ 12654168 h 15947979"/>
              <a:gd name="connsiteX1222" fmla="*/ 9993700 w 17486265"/>
              <a:gd name="connsiteY1222" fmla="*/ 12640534 h 15947979"/>
              <a:gd name="connsiteX1223" fmla="*/ 9291214 w 17486265"/>
              <a:gd name="connsiteY1223" fmla="*/ 12614289 h 15947979"/>
              <a:gd name="connsiteX1224" fmla="*/ 9323722 w 17486265"/>
              <a:gd name="connsiteY1224" fmla="*/ 12629503 h 15947979"/>
              <a:gd name="connsiteX1225" fmla="*/ 9320740 w 17486265"/>
              <a:gd name="connsiteY1225" fmla="*/ 12695755 h 15947979"/>
              <a:gd name="connsiteX1226" fmla="*/ 9254486 w 17486265"/>
              <a:gd name="connsiteY1226" fmla="*/ 12692772 h 15947979"/>
              <a:gd name="connsiteX1227" fmla="*/ 9257470 w 17486265"/>
              <a:gd name="connsiteY1227" fmla="*/ 12626519 h 15947979"/>
              <a:gd name="connsiteX1228" fmla="*/ 9291214 w 17486265"/>
              <a:gd name="connsiteY1228" fmla="*/ 12614289 h 15947979"/>
              <a:gd name="connsiteX1229" fmla="*/ 8588708 w 17486265"/>
              <a:gd name="connsiteY1229" fmla="*/ 12588500 h 15947979"/>
              <a:gd name="connsiteX1230" fmla="*/ 8617168 w 17486265"/>
              <a:gd name="connsiteY1230" fmla="*/ 12601818 h 15947979"/>
              <a:gd name="connsiteX1231" fmla="*/ 8614554 w 17486265"/>
              <a:gd name="connsiteY1231" fmla="*/ 12659818 h 15947979"/>
              <a:gd name="connsiteX1232" fmla="*/ 8556554 w 17486265"/>
              <a:gd name="connsiteY1232" fmla="*/ 12657206 h 15947979"/>
              <a:gd name="connsiteX1233" fmla="*/ 8559166 w 17486265"/>
              <a:gd name="connsiteY1233" fmla="*/ 12599206 h 15947979"/>
              <a:gd name="connsiteX1234" fmla="*/ 8588708 w 17486265"/>
              <a:gd name="connsiteY1234" fmla="*/ 12588500 h 15947979"/>
              <a:gd name="connsiteX1235" fmla="*/ 17385526 w 17486265"/>
              <a:gd name="connsiteY1235" fmla="*/ 12568314 h 15947979"/>
              <a:gd name="connsiteX1236" fmla="*/ 17458650 w 17486265"/>
              <a:gd name="connsiteY1236" fmla="*/ 12602535 h 15947979"/>
              <a:gd name="connsiteX1237" fmla="*/ 17451938 w 17486265"/>
              <a:gd name="connsiteY1237" fmla="*/ 12751565 h 15947979"/>
              <a:gd name="connsiteX1238" fmla="*/ 17302906 w 17486265"/>
              <a:gd name="connsiteY1238" fmla="*/ 12744854 h 15947979"/>
              <a:gd name="connsiteX1239" fmla="*/ 17309618 w 17486265"/>
              <a:gd name="connsiteY1239" fmla="*/ 12595823 h 15947979"/>
              <a:gd name="connsiteX1240" fmla="*/ 17385526 w 17486265"/>
              <a:gd name="connsiteY1240" fmla="*/ 12568314 h 15947979"/>
              <a:gd name="connsiteX1241" fmla="*/ 7886218 w 17486265"/>
              <a:gd name="connsiteY1241" fmla="*/ 12562427 h 15947979"/>
              <a:gd name="connsiteX1242" fmla="*/ 7910824 w 17486265"/>
              <a:gd name="connsiteY1242" fmla="*/ 12573942 h 15947979"/>
              <a:gd name="connsiteX1243" fmla="*/ 7908564 w 17486265"/>
              <a:gd name="connsiteY1243" fmla="*/ 12624088 h 15947979"/>
              <a:gd name="connsiteX1244" fmla="*/ 7858418 w 17486265"/>
              <a:gd name="connsiteY1244" fmla="*/ 12621829 h 15947979"/>
              <a:gd name="connsiteX1245" fmla="*/ 7860676 w 17486265"/>
              <a:gd name="connsiteY1245" fmla="*/ 12571683 h 15947979"/>
              <a:gd name="connsiteX1246" fmla="*/ 7886218 w 17486265"/>
              <a:gd name="connsiteY1246" fmla="*/ 12562427 h 15947979"/>
              <a:gd name="connsiteX1247" fmla="*/ 16683106 w 17486265"/>
              <a:gd name="connsiteY1247" fmla="*/ 12540537 h 15947979"/>
              <a:gd name="connsiteX1248" fmla="*/ 16753562 w 17486265"/>
              <a:gd name="connsiteY1248" fmla="*/ 12573508 h 15947979"/>
              <a:gd name="connsiteX1249" fmla="*/ 16747094 w 17486265"/>
              <a:gd name="connsiteY1249" fmla="*/ 12717094 h 15947979"/>
              <a:gd name="connsiteX1250" fmla="*/ 16603506 w 17486265"/>
              <a:gd name="connsiteY1250" fmla="*/ 12710628 h 15947979"/>
              <a:gd name="connsiteX1251" fmla="*/ 16609974 w 17486265"/>
              <a:gd name="connsiteY1251" fmla="*/ 12567040 h 15947979"/>
              <a:gd name="connsiteX1252" fmla="*/ 16683106 w 17486265"/>
              <a:gd name="connsiteY1252" fmla="*/ 12540537 h 15947979"/>
              <a:gd name="connsiteX1253" fmla="*/ 7183708 w 17486265"/>
              <a:gd name="connsiteY1253" fmla="*/ 12536155 h 15947979"/>
              <a:gd name="connsiteX1254" fmla="*/ 7204580 w 17486265"/>
              <a:gd name="connsiteY1254" fmla="*/ 12545922 h 15947979"/>
              <a:gd name="connsiteX1255" fmla="*/ 7202666 w 17486265"/>
              <a:gd name="connsiteY1255" fmla="*/ 12588461 h 15947979"/>
              <a:gd name="connsiteX1256" fmla="*/ 7160126 w 17486265"/>
              <a:gd name="connsiteY1256" fmla="*/ 12586546 h 15947979"/>
              <a:gd name="connsiteX1257" fmla="*/ 7162042 w 17486265"/>
              <a:gd name="connsiteY1257" fmla="*/ 12544007 h 15947979"/>
              <a:gd name="connsiteX1258" fmla="*/ 7183708 w 17486265"/>
              <a:gd name="connsiteY1258" fmla="*/ 12536155 h 15947979"/>
              <a:gd name="connsiteX1259" fmla="*/ 15980614 w 17486265"/>
              <a:gd name="connsiteY1259" fmla="*/ 12514463 h 15947979"/>
              <a:gd name="connsiteX1260" fmla="*/ 16047218 w 17486265"/>
              <a:gd name="connsiteY1260" fmla="*/ 12545632 h 15947979"/>
              <a:gd name="connsiteX1261" fmla="*/ 16041106 w 17486265"/>
              <a:gd name="connsiteY1261" fmla="*/ 12681364 h 15947979"/>
              <a:gd name="connsiteX1262" fmla="*/ 15905374 w 17486265"/>
              <a:gd name="connsiteY1262" fmla="*/ 12675250 h 15947979"/>
              <a:gd name="connsiteX1263" fmla="*/ 15911482 w 17486265"/>
              <a:gd name="connsiteY1263" fmla="*/ 12539518 h 15947979"/>
              <a:gd name="connsiteX1264" fmla="*/ 15980614 w 17486265"/>
              <a:gd name="connsiteY1264" fmla="*/ 12514463 h 15947979"/>
              <a:gd name="connsiteX1265" fmla="*/ 6481264 w 17486265"/>
              <a:gd name="connsiteY1265" fmla="*/ 12509009 h 15947979"/>
              <a:gd name="connsiteX1266" fmla="*/ 6499028 w 17486265"/>
              <a:gd name="connsiteY1266" fmla="*/ 12517322 h 15947979"/>
              <a:gd name="connsiteX1267" fmla="*/ 6497396 w 17486265"/>
              <a:gd name="connsiteY1267" fmla="*/ 12553522 h 15947979"/>
              <a:gd name="connsiteX1268" fmla="*/ 6461196 w 17486265"/>
              <a:gd name="connsiteY1268" fmla="*/ 12551893 h 15947979"/>
              <a:gd name="connsiteX1269" fmla="*/ 6462826 w 17486265"/>
              <a:gd name="connsiteY1269" fmla="*/ 12515690 h 15947979"/>
              <a:gd name="connsiteX1270" fmla="*/ 6481264 w 17486265"/>
              <a:gd name="connsiteY1270" fmla="*/ 12509009 h 15947979"/>
              <a:gd name="connsiteX1271" fmla="*/ 15278078 w 17486265"/>
              <a:gd name="connsiteY1271" fmla="*/ 12488873 h 15947979"/>
              <a:gd name="connsiteX1272" fmla="*/ 15340506 w 17486265"/>
              <a:gd name="connsiteY1272" fmla="*/ 12518089 h 15947979"/>
              <a:gd name="connsiteX1273" fmla="*/ 15334778 w 17486265"/>
              <a:gd name="connsiteY1273" fmla="*/ 12645320 h 15947979"/>
              <a:gd name="connsiteX1274" fmla="*/ 15207546 w 17486265"/>
              <a:gd name="connsiteY1274" fmla="*/ 12639588 h 15947979"/>
              <a:gd name="connsiteX1275" fmla="*/ 15213278 w 17486265"/>
              <a:gd name="connsiteY1275" fmla="*/ 12512358 h 15947979"/>
              <a:gd name="connsiteX1276" fmla="*/ 15278078 w 17486265"/>
              <a:gd name="connsiteY1276" fmla="*/ 12488873 h 15947979"/>
              <a:gd name="connsiteX1277" fmla="*/ 5778756 w 17486265"/>
              <a:gd name="connsiteY1277" fmla="*/ 12483401 h 15947979"/>
              <a:gd name="connsiteX1278" fmla="*/ 5792348 w 17486265"/>
              <a:gd name="connsiteY1278" fmla="*/ 12489759 h 15947979"/>
              <a:gd name="connsiteX1279" fmla="*/ 5791102 w 17486265"/>
              <a:gd name="connsiteY1279" fmla="*/ 12517459 h 15947979"/>
              <a:gd name="connsiteX1280" fmla="*/ 5763400 w 17486265"/>
              <a:gd name="connsiteY1280" fmla="*/ 12516212 h 15947979"/>
              <a:gd name="connsiteX1281" fmla="*/ 5764648 w 17486265"/>
              <a:gd name="connsiteY1281" fmla="*/ 12488512 h 15947979"/>
              <a:gd name="connsiteX1282" fmla="*/ 5778756 w 17486265"/>
              <a:gd name="connsiteY1282" fmla="*/ 12483401 h 15947979"/>
              <a:gd name="connsiteX1283" fmla="*/ 14575592 w 17486265"/>
              <a:gd name="connsiteY1283" fmla="*/ 12462626 h 15947979"/>
              <a:gd name="connsiteX1284" fmla="*/ 14634288 w 17486265"/>
              <a:gd name="connsiteY1284" fmla="*/ 12490095 h 15947979"/>
              <a:gd name="connsiteX1285" fmla="*/ 14628902 w 17486265"/>
              <a:gd name="connsiteY1285" fmla="*/ 12609718 h 15947979"/>
              <a:gd name="connsiteX1286" fmla="*/ 14509280 w 17486265"/>
              <a:gd name="connsiteY1286" fmla="*/ 12604330 h 15947979"/>
              <a:gd name="connsiteX1287" fmla="*/ 14514666 w 17486265"/>
              <a:gd name="connsiteY1287" fmla="*/ 12484707 h 15947979"/>
              <a:gd name="connsiteX1288" fmla="*/ 14575592 w 17486265"/>
              <a:gd name="connsiteY1288" fmla="*/ 12462626 h 15947979"/>
              <a:gd name="connsiteX1289" fmla="*/ 5076244 w 17486265"/>
              <a:gd name="connsiteY1289" fmla="*/ 12457173 h 15947979"/>
              <a:gd name="connsiteX1290" fmla="*/ 5086102 w 17486265"/>
              <a:gd name="connsiteY1290" fmla="*/ 12461786 h 15947979"/>
              <a:gd name="connsiteX1291" fmla="*/ 5085198 w 17486265"/>
              <a:gd name="connsiteY1291" fmla="*/ 12481879 h 15947979"/>
              <a:gd name="connsiteX1292" fmla="*/ 5065106 w 17486265"/>
              <a:gd name="connsiteY1292" fmla="*/ 12480974 h 15947979"/>
              <a:gd name="connsiteX1293" fmla="*/ 5066010 w 17486265"/>
              <a:gd name="connsiteY1293" fmla="*/ 12460882 h 15947979"/>
              <a:gd name="connsiteX1294" fmla="*/ 5076244 w 17486265"/>
              <a:gd name="connsiteY1294" fmla="*/ 12457173 h 15947979"/>
              <a:gd name="connsiteX1295" fmla="*/ 13873108 w 17486265"/>
              <a:gd name="connsiteY1295" fmla="*/ 12436380 h 15947979"/>
              <a:gd name="connsiteX1296" fmla="*/ 13928072 w 17486265"/>
              <a:gd name="connsiteY1296" fmla="*/ 12462102 h 15947979"/>
              <a:gd name="connsiteX1297" fmla="*/ 13923028 w 17486265"/>
              <a:gd name="connsiteY1297" fmla="*/ 12574117 h 15947979"/>
              <a:gd name="connsiteX1298" fmla="*/ 13811012 w 17486265"/>
              <a:gd name="connsiteY1298" fmla="*/ 12569073 h 15947979"/>
              <a:gd name="connsiteX1299" fmla="*/ 13816056 w 17486265"/>
              <a:gd name="connsiteY1299" fmla="*/ 12457057 h 15947979"/>
              <a:gd name="connsiteX1300" fmla="*/ 13873108 w 17486265"/>
              <a:gd name="connsiteY1300" fmla="*/ 12436380 h 15947979"/>
              <a:gd name="connsiteX1301" fmla="*/ 4367514 w 17486265"/>
              <a:gd name="connsiteY1301" fmla="*/ 12433356 h 15947979"/>
              <a:gd name="connsiteX1302" fmla="*/ 4379752 w 17486265"/>
              <a:gd name="connsiteY1302" fmla="*/ 12433906 h 15947979"/>
              <a:gd name="connsiteX1303" fmla="*/ 4379200 w 17486265"/>
              <a:gd name="connsiteY1303" fmla="*/ 12446144 h 15947979"/>
              <a:gd name="connsiteX1304" fmla="*/ 4366962 w 17486265"/>
              <a:gd name="connsiteY1304" fmla="*/ 12445593 h 15947979"/>
              <a:gd name="connsiteX1305" fmla="*/ 4367514 w 17486265"/>
              <a:gd name="connsiteY1305" fmla="*/ 12433356 h 15947979"/>
              <a:gd name="connsiteX1306" fmla="*/ 13170644 w 17486265"/>
              <a:gd name="connsiteY1306" fmla="*/ 12409693 h 15947979"/>
              <a:gd name="connsiteX1307" fmla="*/ 13222180 w 17486265"/>
              <a:gd name="connsiteY1307" fmla="*/ 12433810 h 15947979"/>
              <a:gd name="connsiteX1308" fmla="*/ 13217450 w 17486265"/>
              <a:gd name="connsiteY1308" fmla="*/ 12538842 h 15947979"/>
              <a:gd name="connsiteX1309" fmla="*/ 13112418 w 17486265"/>
              <a:gd name="connsiteY1309" fmla="*/ 12534112 h 15947979"/>
              <a:gd name="connsiteX1310" fmla="*/ 13117148 w 17486265"/>
              <a:gd name="connsiteY1310" fmla="*/ 12429081 h 15947979"/>
              <a:gd name="connsiteX1311" fmla="*/ 13170644 w 17486265"/>
              <a:gd name="connsiteY1311" fmla="*/ 12409693 h 15947979"/>
              <a:gd name="connsiteX1312" fmla="*/ 3669936 w 17486265"/>
              <a:gd name="connsiteY1312" fmla="*/ 12406832 h 15947979"/>
              <a:gd name="connsiteX1313" fmla="*/ 3672402 w 17486265"/>
              <a:gd name="connsiteY1313" fmla="*/ 12406942 h 15947979"/>
              <a:gd name="connsiteX1314" fmla="*/ 3672290 w 17486265"/>
              <a:gd name="connsiteY1314" fmla="*/ 12409409 h 15947979"/>
              <a:gd name="connsiteX1315" fmla="*/ 3669824 w 17486265"/>
              <a:gd name="connsiteY1315" fmla="*/ 12409298 h 15947979"/>
              <a:gd name="connsiteX1316" fmla="*/ 3669936 w 17486265"/>
              <a:gd name="connsiteY1316" fmla="*/ 12406832 h 15947979"/>
              <a:gd name="connsiteX1317" fmla="*/ 12468126 w 17486265"/>
              <a:gd name="connsiteY1317" fmla="*/ 12383595 h 15947979"/>
              <a:gd name="connsiteX1318" fmla="*/ 12515808 w 17486265"/>
              <a:gd name="connsiteY1318" fmla="*/ 12405909 h 15947979"/>
              <a:gd name="connsiteX1319" fmla="*/ 12511434 w 17486265"/>
              <a:gd name="connsiteY1319" fmla="*/ 12503086 h 15947979"/>
              <a:gd name="connsiteX1320" fmla="*/ 12414258 w 17486265"/>
              <a:gd name="connsiteY1320" fmla="*/ 12498709 h 15947979"/>
              <a:gd name="connsiteX1321" fmla="*/ 12418632 w 17486265"/>
              <a:gd name="connsiteY1321" fmla="*/ 12401532 h 15947979"/>
              <a:gd name="connsiteX1322" fmla="*/ 12468126 w 17486265"/>
              <a:gd name="connsiteY1322" fmla="*/ 12383595 h 15947979"/>
              <a:gd name="connsiteX1323" fmla="*/ 11765644 w 17486265"/>
              <a:gd name="connsiteY1323" fmla="*/ 12357347 h 15947979"/>
              <a:gd name="connsiteX1324" fmla="*/ 11809592 w 17486265"/>
              <a:gd name="connsiteY1324" fmla="*/ 12377915 h 15947979"/>
              <a:gd name="connsiteX1325" fmla="*/ 11805560 w 17486265"/>
              <a:gd name="connsiteY1325" fmla="*/ 12467483 h 15947979"/>
              <a:gd name="connsiteX1326" fmla="*/ 11715990 w 17486265"/>
              <a:gd name="connsiteY1326" fmla="*/ 12463450 h 15947979"/>
              <a:gd name="connsiteX1327" fmla="*/ 11720024 w 17486265"/>
              <a:gd name="connsiteY1327" fmla="*/ 12373881 h 15947979"/>
              <a:gd name="connsiteX1328" fmla="*/ 11765644 w 17486265"/>
              <a:gd name="connsiteY1328" fmla="*/ 12357347 h 15947979"/>
              <a:gd name="connsiteX1329" fmla="*/ 11063150 w 17486265"/>
              <a:gd name="connsiteY1329" fmla="*/ 12331275 h 15947979"/>
              <a:gd name="connsiteX1330" fmla="*/ 11103246 w 17486265"/>
              <a:gd name="connsiteY1330" fmla="*/ 12350039 h 15947979"/>
              <a:gd name="connsiteX1331" fmla="*/ 11099566 w 17486265"/>
              <a:gd name="connsiteY1331" fmla="*/ 12431755 h 15947979"/>
              <a:gd name="connsiteX1332" fmla="*/ 11017850 w 17486265"/>
              <a:gd name="connsiteY1332" fmla="*/ 12428075 h 15947979"/>
              <a:gd name="connsiteX1333" fmla="*/ 11021530 w 17486265"/>
              <a:gd name="connsiteY1333" fmla="*/ 12346359 h 15947979"/>
              <a:gd name="connsiteX1334" fmla="*/ 11063150 w 17486265"/>
              <a:gd name="connsiteY1334" fmla="*/ 12331275 h 15947979"/>
              <a:gd name="connsiteX1335" fmla="*/ 10360666 w 17486265"/>
              <a:gd name="connsiteY1335" fmla="*/ 12305029 h 15947979"/>
              <a:gd name="connsiteX1336" fmla="*/ 10397030 w 17486265"/>
              <a:gd name="connsiteY1336" fmla="*/ 12322046 h 15947979"/>
              <a:gd name="connsiteX1337" fmla="*/ 10393692 w 17486265"/>
              <a:gd name="connsiteY1337" fmla="*/ 12396154 h 15947979"/>
              <a:gd name="connsiteX1338" fmla="*/ 10319582 w 17486265"/>
              <a:gd name="connsiteY1338" fmla="*/ 12392818 h 15947979"/>
              <a:gd name="connsiteX1339" fmla="*/ 10322920 w 17486265"/>
              <a:gd name="connsiteY1339" fmla="*/ 12318708 h 15947979"/>
              <a:gd name="connsiteX1340" fmla="*/ 10360666 w 17486265"/>
              <a:gd name="connsiteY1340" fmla="*/ 12305029 h 15947979"/>
              <a:gd name="connsiteX1341" fmla="*/ 9658126 w 17486265"/>
              <a:gd name="connsiteY1341" fmla="*/ 12279439 h 15947979"/>
              <a:gd name="connsiteX1342" fmla="*/ 9690318 w 17486265"/>
              <a:gd name="connsiteY1342" fmla="*/ 12294504 h 15947979"/>
              <a:gd name="connsiteX1343" fmla="*/ 9687362 w 17486265"/>
              <a:gd name="connsiteY1343" fmla="*/ 12360110 h 15947979"/>
              <a:gd name="connsiteX1344" fmla="*/ 9621756 w 17486265"/>
              <a:gd name="connsiteY1344" fmla="*/ 12357156 h 15947979"/>
              <a:gd name="connsiteX1345" fmla="*/ 9624710 w 17486265"/>
              <a:gd name="connsiteY1345" fmla="*/ 12291547 h 15947979"/>
              <a:gd name="connsiteX1346" fmla="*/ 9658126 w 17486265"/>
              <a:gd name="connsiteY1346" fmla="*/ 12279439 h 15947979"/>
              <a:gd name="connsiteX1347" fmla="*/ 8955644 w 17486265"/>
              <a:gd name="connsiteY1347" fmla="*/ 12253191 h 15947979"/>
              <a:gd name="connsiteX1348" fmla="*/ 8984102 w 17486265"/>
              <a:gd name="connsiteY1348" fmla="*/ 12266510 h 15947979"/>
              <a:gd name="connsiteX1349" fmla="*/ 8981490 w 17486265"/>
              <a:gd name="connsiteY1349" fmla="*/ 12324508 h 15947979"/>
              <a:gd name="connsiteX1350" fmla="*/ 8923492 w 17486265"/>
              <a:gd name="connsiteY1350" fmla="*/ 12321896 h 15947979"/>
              <a:gd name="connsiteX1351" fmla="*/ 8926102 w 17486265"/>
              <a:gd name="connsiteY1351" fmla="*/ 12263897 h 15947979"/>
              <a:gd name="connsiteX1352" fmla="*/ 8955644 w 17486265"/>
              <a:gd name="connsiteY1352" fmla="*/ 12253191 h 15947979"/>
              <a:gd name="connsiteX1353" fmla="*/ 8253152 w 17486265"/>
              <a:gd name="connsiteY1353" fmla="*/ 12227118 h 15947979"/>
              <a:gd name="connsiteX1354" fmla="*/ 8277758 w 17486265"/>
              <a:gd name="connsiteY1354" fmla="*/ 12238634 h 15947979"/>
              <a:gd name="connsiteX1355" fmla="*/ 8275498 w 17486265"/>
              <a:gd name="connsiteY1355" fmla="*/ 12288779 h 15947979"/>
              <a:gd name="connsiteX1356" fmla="*/ 8225354 w 17486265"/>
              <a:gd name="connsiteY1356" fmla="*/ 12286520 h 15947979"/>
              <a:gd name="connsiteX1357" fmla="*/ 8227612 w 17486265"/>
              <a:gd name="connsiteY1357" fmla="*/ 12236375 h 15947979"/>
              <a:gd name="connsiteX1358" fmla="*/ 8253152 w 17486265"/>
              <a:gd name="connsiteY1358" fmla="*/ 12227118 h 15947979"/>
              <a:gd name="connsiteX1359" fmla="*/ 17050042 w 17486265"/>
              <a:gd name="connsiteY1359" fmla="*/ 12205228 h 15947979"/>
              <a:gd name="connsiteX1360" fmla="*/ 17120494 w 17486265"/>
              <a:gd name="connsiteY1360" fmla="*/ 12238199 h 15947979"/>
              <a:gd name="connsiteX1361" fmla="*/ 17114030 w 17486265"/>
              <a:gd name="connsiteY1361" fmla="*/ 12381787 h 15947979"/>
              <a:gd name="connsiteX1362" fmla="*/ 16970442 w 17486265"/>
              <a:gd name="connsiteY1362" fmla="*/ 12375319 h 15947979"/>
              <a:gd name="connsiteX1363" fmla="*/ 16976910 w 17486265"/>
              <a:gd name="connsiteY1363" fmla="*/ 12231732 h 15947979"/>
              <a:gd name="connsiteX1364" fmla="*/ 17050042 w 17486265"/>
              <a:gd name="connsiteY1364" fmla="*/ 12205228 h 15947979"/>
              <a:gd name="connsiteX1365" fmla="*/ 7550644 w 17486265"/>
              <a:gd name="connsiteY1365" fmla="*/ 12200845 h 15947979"/>
              <a:gd name="connsiteX1366" fmla="*/ 7571516 w 17486265"/>
              <a:gd name="connsiteY1366" fmla="*/ 12210614 h 15947979"/>
              <a:gd name="connsiteX1367" fmla="*/ 7569600 w 17486265"/>
              <a:gd name="connsiteY1367" fmla="*/ 12253151 h 15947979"/>
              <a:gd name="connsiteX1368" fmla="*/ 7527062 w 17486265"/>
              <a:gd name="connsiteY1368" fmla="*/ 12251236 h 15947979"/>
              <a:gd name="connsiteX1369" fmla="*/ 7528978 w 17486265"/>
              <a:gd name="connsiteY1369" fmla="*/ 12208697 h 15947979"/>
              <a:gd name="connsiteX1370" fmla="*/ 7550644 w 17486265"/>
              <a:gd name="connsiteY1370" fmla="*/ 12200845 h 15947979"/>
              <a:gd name="connsiteX1371" fmla="*/ 16347530 w 17486265"/>
              <a:gd name="connsiteY1371" fmla="*/ 12179612 h 15947979"/>
              <a:gd name="connsiteX1372" fmla="*/ 16413814 w 17486265"/>
              <a:gd name="connsiteY1372" fmla="*/ 12210631 h 15947979"/>
              <a:gd name="connsiteX1373" fmla="*/ 16407730 w 17486265"/>
              <a:gd name="connsiteY1373" fmla="*/ 12345717 h 15947979"/>
              <a:gd name="connsiteX1374" fmla="*/ 16272646 w 17486265"/>
              <a:gd name="connsiteY1374" fmla="*/ 12339633 h 15947979"/>
              <a:gd name="connsiteX1375" fmla="*/ 16278726 w 17486265"/>
              <a:gd name="connsiteY1375" fmla="*/ 12204548 h 15947979"/>
              <a:gd name="connsiteX1376" fmla="*/ 16347530 w 17486265"/>
              <a:gd name="connsiteY1376" fmla="*/ 12179612 h 15947979"/>
              <a:gd name="connsiteX1377" fmla="*/ 6848200 w 17486265"/>
              <a:gd name="connsiteY1377" fmla="*/ 12173701 h 15947979"/>
              <a:gd name="connsiteX1378" fmla="*/ 6865962 w 17486265"/>
              <a:gd name="connsiteY1378" fmla="*/ 12182014 h 15947979"/>
              <a:gd name="connsiteX1379" fmla="*/ 6864330 w 17486265"/>
              <a:gd name="connsiteY1379" fmla="*/ 12218215 h 15947979"/>
              <a:gd name="connsiteX1380" fmla="*/ 6828130 w 17486265"/>
              <a:gd name="connsiteY1380" fmla="*/ 12216584 h 15947979"/>
              <a:gd name="connsiteX1381" fmla="*/ 6829760 w 17486265"/>
              <a:gd name="connsiteY1381" fmla="*/ 12180384 h 15947979"/>
              <a:gd name="connsiteX1382" fmla="*/ 6848200 w 17486265"/>
              <a:gd name="connsiteY1382" fmla="*/ 12173701 h 15947979"/>
              <a:gd name="connsiteX1383" fmla="*/ 15645042 w 17486265"/>
              <a:gd name="connsiteY1383" fmla="*/ 12153540 h 15947979"/>
              <a:gd name="connsiteX1384" fmla="*/ 15707466 w 17486265"/>
              <a:gd name="connsiteY1384" fmla="*/ 12182755 h 15947979"/>
              <a:gd name="connsiteX1385" fmla="*/ 15701738 w 17486265"/>
              <a:gd name="connsiteY1385" fmla="*/ 12309987 h 15947979"/>
              <a:gd name="connsiteX1386" fmla="*/ 15574506 w 17486265"/>
              <a:gd name="connsiteY1386" fmla="*/ 12304255 h 15947979"/>
              <a:gd name="connsiteX1387" fmla="*/ 15580238 w 17486265"/>
              <a:gd name="connsiteY1387" fmla="*/ 12177025 h 15947979"/>
              <a:gd name="connsiteX1388" fmla="*/ 15645042 w 17486265"/>
              <a:gd name="connsiteY1388" fmla="*/ 12153540 h 15947979"/>
              <a:gd name="connsiteX1389" fmla="*/ 6145692 w 17486265"/>
              <a:gd name="connsiteY1389" fmla="*/ 12148091 h 15947979"/>
              <a:gd name="connsiteX1390" fmla="*/ 6159282 w 17486265"/>
              <a:gd name="connsiteY1390" fmla="*/ 12154451 h 15947979"/>
              <a:gd name="connsiteX1391" fmla="*/ 6158036 w 17486265"/>
              <a:gd name="connsiteY1391" fmla="*/ 12182150 h 15947979"/>
              <a:gd name="connsiteX1392" fmla="*/ 6130336 w 17486265"/>
              <a:gd name="connsiteY1392" fmla="*/ 12180903 h 15947979"/>
              <a:gd name="connsiteX1393" fmla="*/ 6131584 w 17486265"/>
              <a:gd name="connsiteY1393" fmla="*/ 12153203 h 15947979"/>
              <a:gd name="connsiteX1394" fmla="*/ 6145692 w 17486265"/>
              <a:gd name="connsiteY1394" fmla="*/ 12148091 h 15947979"/>
              <a:gd name="connsiteX1395" fmla="*/ 14942526 w 17486265"/>
              <a:gd name="connsiteY1395" fmla="*/ 12127317 h 15947979"/>
              <a:gd name="connsiteX1396" fmla="*/ 15001222 w 17486265"/>
              <a:gd name="connsiteY1396" fmla="*/ 12154786 h 15947979"/>
              <a:gd name="connsiteX1397" fmla="*/ 14995838 w 17486265"/>
              <a:gd name="connsiteY1397" fmla="*/ 12274409 h 15947979"/>
              <a:gd name="connsiteX1398" fmla="*/ 14876214 w 17486265"/>
              <a:gd name="connsiteY1398" fmla="*/ 12269021 h 15947979"/>
              <a:gd name="connsiteX1399" fmla="*/ 14881602 w 17486265"/>
              <a:gd name="connsiteY1399" fmla="*/ 12149399 h 15947979"/>
              <a:gd name="connsiteX1400" fmla="*/ 14942526 w 17486265"/>
              <a:gd name="connsiteY1400" fmla="*/ 12127317 h 15947979"/>
              <a:gd name="connsiteX1401" fmla="*/ 5443202 w 17486265"/>
              <a:gd name="connsiteY1401" fmla="*/ 12121843 h 15947979"/>
              <a:gd name="connsiteX1402" fmla="*/ 5453062 w 17486265"/>
              <a:gd name="connsiteY1402" fmla="*/ 12126456 h 15947979"/>
              <a:gd name="connsiteX1403" fmla="*/ 5452156 w 17486265"/>
              <a:gd name="connsiteY1403" fmla="*/ 12146549 h 15947979"/>
              <a:gd name="connsiteX1404" fmla="*/ 5432064 w 17486265"/>
              <a:gd name="connsiteY1404" fmla="*/ 12145644 h 15947979"/>
              <a:gd name="connsiteX1405" fmla="*/ 5432970 w 17486265"/>
              <a:gd name="connsiteY1405" fmla="*/ 12125552 h 15947979"/>
              <a:gd name="connsiteX1406" fmla="*/ 5443202 w 17486265"/>
              <a:gd name="connsiteY1406" fmla="*/ 12121843 h 15947979"/>
              <a:gd name="connsiteX1407" fmla="*/ 14240084 w 17486265"/>
              <a:gd name="connsiteY1407" fmla="*/ 12100174 h 15947979"/>
              <a:gd name="connsiteX1408" fmla="*/ 14295670 w 17486265"/>
              <a:gd name="connsiteY1408" fmla="*/ 12126187 h 15947979"/>
              <a:gd name="connsiteX1409" fmla="*/ 14290568 w 17486265"/>
              <a:gd name="connsiteY1409" fmla="*/ 12239472 h 15947979"/>
              <a:gd name="connsiteX1410" fmla="*/ 14177282 w 17486265"/>
              <a:gd name="connsiteY1410" fmla="*/ 12234370 h 15947979"/>
              <a:gd name="connsiteX1411" fmla="*/ 14182384 w 17486265"/>
              <a:gd name="connsiteY1411" fmla="*/ 12121085 h 15947979"/>
              <a:gd name="connsiteX1412" fmla="*/ 14240084 w 17486265"/>
              <a:gd name="connsiteY1412" fmla="*/ 12100174 h 15947979"/>
              <a:gd name="connsiteX1413" fmla="*/ 4734448 w 17486265"/>
              <a:gd name="connsiteY1413" fmla="*/ 12098048 h 15947979"/>
              <a:gd name="connsiteX1414" fmla="*/ 4746686 w 17486265"/>
              <a:gd name="connsiteY1414" fmla="*/ 12098598 h 15947979"/>
              <a:gd name="connsiteX1415" fmla="*/ 4746134 w 17486265"/>
              <a:gd name="connsiteY1415" fmla="*/ 12110835 h 15947979"/>
              <a:gd name="connsiteX1416" fmla="*/ 4733896 w 17486265"/>
              <a:gd name="connsiteY1416" fmla="*/ 12110285 h 15947979"/>
              <a:gd name="connsiteX1417" fmla="*/ 4734448 w 17486265"/>
              <a:gd name="connsiteY1417" fmla="*/ 12098048 h 15947979"/>
              <a:gd name="connsiteX1418" fmla="*/ 13537598 w 17486265"/>
              <a:gd name="connsiteY1418" fmla="*/ 12073927 h 15947979"/>
              <a:gd name="connsiteX1419" fmla="*/ 13589452 w 17486265"/>
              <a:gd name="connsiteY1419" fmla="*/ 12098193 h 15947979"/>
              <a:gd name="connsiteX1420" fmla="*/ 13584694 w 17486265"/>
              <a:gd name="connsiteY1420" fmla="*/ 12203872 h 15947979"/>
              <a:gd name="connsiteX1421" fmla="*/ 13479014 w 17486265"/>
              <a:gd name="connsiteY1421" fmla="*/ 12199112 h 15947979"/>
              <a:gd name="connsiteX1422" fmla="*/ 13483774 w 17486265"/>
              <a:gd name="connsiteY1422" fmla="*/ 12093434 h 15947979"/>
              <a:gd name="connsiteX1423" fmla="*/ 13537598 w 17486265"/>
              <a:gd name="connsiteY1423" fmla="*/ 12073927 h 15947979"/>
              <a:gd name="connsiteX1424" fmla="*/ 4036870 w 17486265"/>
              <a:gd name="connsiteY1424" fmla="*/ 12071524 h 15947979"/>
              <a:gd name="connsiteX1425" fmla="*/ 4039336 w 17486265"/>
              <a:gd name="connsiteY1425" fmla="*/ 12071634 h 15947979"/>
              <a:gd name="connsiteX1426" fmla="*/ 4039224 w 17486265"/>
              <a:gd name="connsiteY1426" fmla="*/ 12074101 h 15947979"/>
              <a:gd name="connsiteX1427" fmla="*/ 4036758 w 17486265"/>
              <a:gd name="connsiteY1427" fmla="*/ 12073990 h 15947979"/>
              <a:gd name="connsiteX1428" fmla="*/ 4036870 w 17486265"/>
              <a:gd name="connsiteY1428" fmla="*/ 12071524 h 15947979"/>
              <a:gd name="connsiteX1429" fmla="*/ 12835062 w 17486265"/>
              <a:gd name="connsiteY1429" fmla="*/ 12048287 h 15947979"/>
              <a:gd name="connsiteX1430" fmla="*/ 12882744 w 17486265"/>
              <a:gd name="connsiteY1430" fmla="*/ 12070601 h 15947979"/>
              <a:gd name="connsiteX1431" fmla="*/ 12878368 w 17486265"/>
              <a:gd name="connsiteY1431" fmla="*/ 12167777 h 15947979"/>
              <a:gd name="connsiteX1432" fmla="*/ 12781192 w 17486265"/>
              <a:gd name="connsiteY1432" fmla="*/ 12163400 h 15947979"/>
              <a:gd name="connsiteX1433" fmla="*/ 12785568 w 17486265"/>
              <a:gd name="connsiteY1433" fmla="*/ 12066224 h 15947979"/>
              <a:gd name="connsiteX1434" fmla="*/ 12835062 w 17486265"/>
              <a:gd name="connsiteY1434" fmla="*/ 12048287 h 15947979"/>
              <a:gd name="connsiteX1435" fmla="*/ 12132578 w 17486265"/>
              <a:gd name="connsiteY1435" fmla="*/ 12022040 h 15947979"/>
              <a:gd name="connsiteX1436" fmla="*/ 12176526 w 17486265"/>
              <a:gd name="connsiteY1436" fmla="*/ 12042608 h 15947979"/>
              <a:gd name="connsiteX1437" fmla="*/ 12172494 w 17486265"/>
              <a:gd name="connsiteY1437" fmla="*/ 12132177 h 15947979"/>
              <a:gd name="connsiteX1438" fmla="*/ 12082924 w 17486265"/>
              <a:gd name="connsiteY1438" fmla="*/ 12128143 h 15947979"/>
              <a:gd name="connsiteX1439" fmla="*/ 12086958 w 17486265"/>
              <a:gd name="connsiteY1439" fmla="*/ 12038573 h 15947979"/>
              <a:gd name="connsiteX1440" fmla="*/ 12132578 w 17486265"/>
              <a:gd name="connsiteY1440" fmla="*/ 12022040 h 15947979"/>
              <a:gd name="connsiteX1441" fmla="*/ 11430084 w 17486265"/>
              <a:gd name="connsiteY1441" fmla="*/ 11995968 h 15947979"/>
              <a:gd name="connsiteX1442" fmla="*/ 11470180 w 17486265"/>
              <a:gd name="connsiteY1442" fmla="*/ 12014732 h 15947979"/>
              <a:gd name="connsiteX1443" fmla="*/ 11466500 w 17486265"/>
              <a:gd name="connsiteY1443" fmla="*/ 12096448 h 15947979"/>
              <a:gd name="connsiteX1444" fmla="*/ 11384784 w 17486265"/>
              <a:gd name="connsiteY1444" fmla="*/ 12092768 h 15947979"/>
              <a:gd name="connsiteX1445" fmla="*/ 11388464 w 17486265"/>
              <a:gd name="connsiteY1445" fmla="*/ 12011052 h 15947979"/>
              <a:gd name="connsiteX1446" fmla="*/ 11430084 w 17486265"/>
              <a:gd name="connsiteY1446" fmla="*/ 11995968 h 15947979"/>
              <a:gd name="connsiteX1447" fmla="*/ 10727600 w 17486265"/>
              <a:gd name="connsiteY1447" fmla="*/ 11969720 h 15947979"/>
              <a:gd name="connsiteX1448" fmla="*/ 10763964 w 17486265"/>
              <a:gd name="connsiteY1448" fmla="*/ 11986737 h 15947979"/>
              <a:gd name="connsiteX1449" fmla="*/ 10760626 w 17486265"/>
              <a:gd name="connsiteY1449" fmla="*/ 12060845 h 15947979"/>
              <a:gd name="connsiteX1450" fmla="*/ 10686518 w 17486265"/>
              <a:gd name="connsiteY1450" fmla="*/ 12057509 h 15947979"/>
              <a:gd name="connsiteX1451" fmla="*/ 10689856 w 17486265"/>
              <a:gd name="connsiteY1451" fmla="*/ 11983399 h 15947979"/>
              <a:gd name="connsiteX1452" fmla="*/ 10727600 w 17486265"/>
              <a:gd name="connsiteY1452" fmla="*/ 11969720 h 15947979"/>
              <a:gd name="connsiteX1453" fmla="*/ 10025040 w 17486265"/>
              <a:gd name="connsiteY1453" fmla="*/ 11945178 h 15947979"/>
              <a:gd name="connsiteX1454" fmla="*/ 10056486 w 17486265"/>
              <a:gd name="connsiteY1454" fmla="*/ 11959895 h 15947979"/>
              <a:gd name="connsiteX1455" fmla="*/ 10053600 w 17486265"/>
              <a:gd name="connsiteY1455" fmla="*/ 12023985 h 15947979"/>
              <a:gd name="connsiteX1456" fmla="*/ 9989508 w 17486265"/>
              <a:gd name="connsiteY1456" fmla="*/ 12021100 h 15947979"/>
              <a:gd name="connsiteX1457" fmla="*/ 9992396 w 17486265"/>
              <a:gd name="connsiteY1457" fmla="*/ 11957008 h 15947979"/>
              <a:gd name="connsiteX1458" fmla="*/ 10025040 w 17486265"/>
              <a:gd name="connsiteY1458" fmla="*/ 11945178 h 15947979"/>
              <a:gd name="connsiteX1459" fmla="*/ 9322586 w 17486265"/>
              <a:gd name="connsiteY1459" fmla="*/ 11917708 h 15947979"/>
              <a:gd name="connsiteX1460" fmla="*/ 9351166 w 17486265"/>
              <a:gd name="connsiteY1460" fmla="*/ 11931082 h 15947979"/>
              <a:gd name="connsiteX1461" fmla="*/ 9348542 w 17486265"/>
              <a:gd name="connsiteY1461" fmla="*/ 11989328 h 15947979"/>
              <a:gd name="connsiteX1462" fmla="*/ 9290296 w 17486265"/>
              <a:gd name="connsiteY1462" fmla="*/ 11986705 h 15947979"/>
              <a:gd name="connsiteX1463" fmla="*/ 9292920 w 17486265"/>
              <a:gd name="connsiteY1463" fmla="*/ 11928459 h 15947979"/>
              <a:gd name="connsiteX1464" fmla="*/ 9322586 w 17486265"/>
              <a:gd name="connsiteY1464" fmla="*/ 11917708 h 15947979"/>
              <a:gd name="connsiteX1465" fmla="*/ 8620086 w 17486265"/>
              <a:gd name="connsiteY1465" fmla="*/ 11891811 h 15947979"/>
              <a:gd name="connsiteX1466" fmla="*/ 8644690 w 17486265"/>
              <a:gd name="connsiteY1466" fmla="*/ 11903326 h 15947979"/>
              <a:gd name="connsiteX1467" fmla="*/ 8642432 w 17486265"/>
              <a:gd name="connsiteY1467" fmla="*/ 11953472 h 15947979"/>
              <a:gd name="connsiteX1468" fmla="*/ 8592288 w 17486265"/>
              <a:gd name="connsiteY1468" fmla="*/ 11951213 h 15947979"/>
              <a:gd name="connsiteX1469" fmla="*/ 8594544 w 17486265"/>
              <a:gd name="connsiteY1469" fmla="*/ 11901067 h 15947979"/>
              <a:gd name="connsiteX1470" fmla="*/ 8620086 w 17486265"/>
              <a:gd name="connsiteY1470" fmla="*/ 11891811 h 15947979"/>
              <a:gd name="connsiteX1471" fmla="*/ 7917578 w 17486265"/>
              <a:gd name="connsiteY1471" fmla="*/ 11865538 h 15947979"/>
              <a:gd name="connsiteX1472" fmla="*/ 7938450 w 17486265"/>
              <a:gd name="connsiteY1472" fmla="*/ 11875306 h 15947979"/>
              <a:gd name="connsiteX1473" fmla="*/ 7936534 w 17486265"/>
              <a:gd name="connsiteY1473" fmla="*/ 11917843 h 15947979"/>
              <a:gd name="connsiteX1474" fmla="*/ 7893998 w 17486265"/>
              <a:gd name="connsiteY1474" fmla="*/ 11915927 h 15947979"/>
              <a:gd name="connsiteX1475" fmla="*/ 7895912 w 17486265"/>
              <a:gd name="connsiteY1475" fmla="*/ 11873389 h 15947979"/>
              <a:gd name="connsiteX1476" fmla="*/ 7917578 w 17486265"/>
              <a:gd name="connsiteY1476" fmla="*/ 11865538 h 15947979"/>
              <a:gd name="connsiteX1477" fmla="*/ 16714486 w 17486265"/>
              <a:gd name="connsiteY1477" fmla="*/ 11843846 h 15947979"/>
              <a:gd name="connsiteX1478" fmla="*/ 16781086 w 17486265"/>
              <a:gd name="connsiteY1478" fmla="*/ 11875014 h 15947979"/>
              <a:gd name="connsiteX1479" fmla="*/ 16774974 w 17486265"/>
              <a:gd name="connsiteY1479" fmla="*/ 12010747 h 15947979"/>
              <a:gd name="connsiteX1480" fmla="*/ 16639242 w 17486265"/>
              <a:gd name="connsiteY1480" fmla="*/ 12004632 h 15947979"/>
              <a:gd name="connsiteX1481" fmla="*/ 16645354 w 17486265"/>
              <a:gd name="connsiteY1481" fmla="*/ 11868900 h 15947979"/>
              <a:gd name="connsiteX1482" fmla="*/ 16714486 w 17486265"/>
              <a:gd name="connsiteY1482" fmla="*/ 11843846 h 15947979"/>
              <a:gd name="connsiteX1483" fmla="*/ 7215134 w 17486265"/>
              <a:gd name="connsiteY1483" fmla="*/ 11838392 h 15947979"/>
              <a:gd name="connsiteX1484" fmla="*/ 7232896 w 17486265"/>
              <a:gd name="connsiteY1484" fmla="*/ 11846705 h 15947979"/>
              <a:gd name="connsiteX1485" fmla="*/ 7231266 w 17486265"/>
              <a:gd name="connsiteY1485" fmla="*/ 11882905 h 15947979"/>
              <a:gd name="connsiteX1486" fmla="*/ 7195064 w 17486265"/>
              <a:gd name="connsiteY1486" fmla="*/ 11881276 h 15947979"/>
              <a:gd name="connsiteX1487" fmla="*/ 7196696 w 17486265"/>
              <a:gd name="connsiteY1487" fmla="*/ 11845075 h 15947979"/>
              <a:gd name="connsiteX1488" fmla="*/ 7215134 w 17486265"/>
              <a:gd name="connsiteY1488" fmla="*/ 11838392 h 15947979"/>
              <a:gd name="connsiteX1489" fmla="*/ 16011974 w 17486265"/>
              <a:gd name="connsiteY1489" fmla="*/ 11818234 h 15947979"/>
              <a:gd name="connsiteX1490" fmla="*/ 16074402 w 17486265"/>
              <a:gd name="connsiteY1490" fmla="*/ 11847449 h 15947979"/>
              <a:gd name="connsiteX1491" fmla="*/ 16068670 w 17486265"/>
              <a:gd name="connsiteY1491" fmla="*/ 11974680 h 15947979"/>
              <a:gd name="connsiteX1492" fmla="*/ 15941442 w 17486265"/>
              <a:gd name="connsiteY1492" fmla="*/ 11968949 h 15947979"/>
              <a:gd name="connsiteX1493" fmla="*/ 15947170 w 17486265"/>
              <a:gd name="connsiteY1493" fmla="*/ 11841719 h 15947979"/>
              <a:gd name="connsiteX1494" fmla="*/ 16011974 w 17486265"/>
              <a:gd name="connsiteY1494" fmla="*/ 11818234 h 15947979"/>
              <a:gd name="connsiteX1495" fmla="*/ 6512626 w 17486265"/>
              <a:gd name="connsiteY1495" fmla="*/ 11812784 h 15947979"/>
              <a:gd name="connsiteX1496" fmla="*/ 6526216 w 17486265"/>
              <a:gd name="connsiteY1496" fmla="*/ 11819143 h 15947979"/>
              <a:gd name="connsiteX1497" fmla="*/ 6524970 w 17486265"/>
              <a:gd name="connsiteY1497" fmla="*/ 11846844 h 15947979"/>
              <a:gd name="connsiteX1498" fmla="*/ 6497270 w 17486265"/>
              <a:gd name="connsiteY1498" fmla="*/ 11845595 h 15947979"/>
              <a:gd name="connsiteX1499" fmla="*/ 6498518 w 17486265"/>
              <a:gd name="connsiteY1499" fmla="*/ 11817896 h 15947979"/>
              <a:gd name="connsiteX1500" fmla="*/ 6512626 w 17486265"/>
              <a:gd name="connsiteY1500" fmla="*/ 11812784 h 15947979"/>
              <a:gd name="connsiteX1501" fmla="*/ 15309490 w 17486265"/>
              <a:gd name="connsiteY1501" fmla="*/ 11791987 h 15947979"/>
              <a:gd name="connsiteX1502" fmla="*/ 15368182 w 17486265"/>
              <a:gd name="connsiteY1502" fmla="*/ 11819456 h 15947979"/>
              <a:gd name="connsiteX1503" fmla="*/ 15362794 w 17486265"/>
              <a:gd name="connsiteY1503" fmla="*/ 11939078 h 15947979"/>
              <a:gd name="connsiteX1504" fmla="*/ 15243174 w 17486265"/>
              <a:gd name="connsiteY1504" fmla="*/ 11933690 h 15947979"/>
              <a:gd name="connsiteX1505" fmla="*/ 15248562 w 17486265"/>
              <a:gd name="connsiteY1505" fmla="*/ 11814067 h 15947979"/>
              <a:gd name="connsiteX1506" fmla="*/ 15309490 w 17486265"/>
              <a:gd name="connsiteY1506" fmla="*/ 11791987 h 15947979"/>
              <a:gd name="connsiteX1507" fmla="*/ 5810138 w 17486265"/>
              <a:gd name="connsiteY1507" fmla="*/ 11786534 h 15947979"/>
              <a:gd name="connsiteX1508" fmla="*/ 5819996 w 17486265"/>
              <a:gd name="connsiteY1508" fmla="*/ 11791147 h 15947979"/>
              <a:gd name="connsiteX1509" fmla="*/ 5819092 w 17486265"/>
              <a:gd name="connsiteY1509" fmla="*/ 11811239 h 15947979"/>
              <a:gd name="connsiteX1510" fmla="*/ 5799000 w 17486265"/>
              <a:gd name="connsiteY1510" fmla="*/ 11810334 h 15947979"/>
              <a:gd name="connsiteX1511" fmla="*/ 5799904 w 17486265"/>
              <a:gd name="connsiteY1511" fmla="*/ 11790243 h 15947979"/>
              <a:gd name="connsiteX1512" fmla="*/ 5810138 w 17486265"/>
              <a:gd name="connsiteY1512" fmla="*/ 11786534 h 15947979"/>
              <a:gd name="connsiteX1513" fmla="*/ 14606978 w 17486265"/>
              <a:gd name="connsiteY1513" fmla="*/ 11765763 h 15947979"/>
              <a:gd name="connsiteX1514" fmla="*/ 14661940 w 17486265"/>
              <a:gd name="connsiteY1514" fmla="*/ 11791484 h 15947979"/>
              <a:gd name="connsiteX1515" fmla="*/ 14656896 w 17486265"/>
              <a:gd name="connsiteY1515" fmla="*/ 11903500 h 15947979"/>
              <a:gd name="connsiteX1516" fmla="*/ 14544882 w 17486265"/>
              <a:gd name="connsiteY1516" fmla="*/ 11898455 h 15947979"/>
              <a:gd name="connsiteX1517" fmla="*/ 14549926 w 17486265"/>
              <a:gd name="connsiteY1517" fmla="*/ 11786440 h 15947979"/>
              <a:gd name="connsiteX1518" fmla="*/ 14606978 w 17486265"/>
              <a:gd name="connsiteY1518" fmla="*/ 11765763 h 15947979"/>
              <a:gd name="connsiteX1519" fmla="*/ 5101290 w 17486265"/>
              <a:gd name="connsiteY1519" fmla="*/ 11762585 h 15947979"/>
              <a:gd name="connsiteX1520" fmla="*/ 5113776 w 17486265"/>
              <a:gd name="connsiteY1520" fmla="*/ 11763148 h 15947979"/>
              <a:gd name="connsiteX1521" fmla="*/ 5113214 w 17486265"/>
              <a:gd name="connsiteY1521" fmla="*/ 11775632 h 15947979"/>
              <a:gd name="connsiteX1522" fmla="*/ 5100730 w 17486265"/>
              <a:gd name="connsiteY1522" fmla="*/ 11775069 h 15947979"/>
              <a:gd name="connsiteX1523" fmla="*/ 5101290 w 17486265"/>
              <a:gd name="connsiteY1523" fmla="*/ 11762585 h 15947979"/>
              <a:gd name="connsiteX1524" fmla="*/ 13904532 w 17486265"/>
              <a:gd name="connsiteY1524" fmla="*/ 11738618 h 15947979"/>
              <a:gd name="connsiteX1525" fmla="*/ 13956386 w 17486265"/>
              <a:gd name="connsiteY1525" fmla="*/ 11762884 h 15947979"/>
              <a:gd name="connsiteX1526" fmla="*/ 13951628 w 17486265"/>
              <a:gd name="connsiteY1526" fmla="*/ 11868563 h 15947979"/>
              <a:gd name="connsiteX1527" fmla="*/ 13845950 w 17486265"/>
              <a:gd name="connsiteY1527" fmla="*/ 11863803 h 15947979"/>
              <a:gd name="connsiteX1528" fmla="*/ 13850708 w 17486265"/>
              <a:gd name="connsiteY1528" fmla="*/ 11758125 h 15947979"/>
              <a:gd name="connsiteX1529" fmla="*/ 13904532 w 17486265"/>
              <a:gd name="connsiteY1529" fmla="*/ 11738618 h 15947979"/>
              <a:gd name="connsiteX1530" fmla="*/ 4403804 w 17486265"/>
              <a:gd name="connsiteY1530" fmla="*/ 11736215 h 15947979"/>
              <a:gd name="connsiteX1531" fmla="*/ 4406270 w 17486265"/>
              <a:gd name="connsiteY1531" fmla="*/ 11736326 h 15947979"/>
              <a:gd name="connsiteX1532" fmla="*/ 4406158 w 17486265"/>
              <a:gd name="connsiteY1532" fmla="*/ 11738793 h 15947979"/>
              <a:gd name="connsiteX1533" fmla="*/ 4403692 w 17486265"/>
              <a:gd name="connsiteY1533" fmla="*/ 11738682 h 15947979"/>
              <a:gd name="connsiteX1534" fmla="*/ 4403804 w 17486265"/>
              <a:gd name="connsiteY1534" fmla="*/ 11736215 h 15947979"/>
              <a:gd name="connsiteX1535" fmla="*/ 13201994 w 17486265"/>
              <a:gd name="connsiteY1535" fmla="*/ 11712979 h 15947979"/>
              <a:gd name="connsiteX1536" fmla="*/ 13249676 w 17486265"/>
              <a:gd name="connsiteY1536" fmla="*/ 11735293 h 15947979"/>
              <a:gd name="connsiteX1537" fmla="*/ 13245302 w 17486265"/>
              <a:gd name="connsiteY1537" fmla="*/ 11832470 h 15947979"/>
              <a:gd name="connsiteX1538" fmla="*/ 13148124 w 17486265"/>
              <a:gd name="connsiteY1538" fmla="*/ 11828093 h 15947979"/>
              <a:gd name="connsiteX1539" fmla="*/ 13152500 w 17486265"/>
              <a:gd name="connsiteY1539" fmla="*/ 11730916 h 15947979"/>
              <a:gd name="connsiteX1540" fmla="*/ 13201994 w 17486265"/>
              <a:gd name="connsiteY1540" fmla="*/ 11712979 h 15947979"/>
              <a:gd name="connsiteX1541" fmla="*/ 12499512 w 17486265"/>
              <a:gd name="connsiteY1541" fmla="*/ 11686731 h 15947979"/>
              <a:gd name="connsiteX1542" fmla="*/ 12543462 w 17486265"/>
              <a:gd name="connsiteY1542" fmla="*/ 11707298 h 15947979"/>
              <a:gd name="connsiteX1543" fmla="*/ 12539428 w 17486265"/>
              <a:gd name="connsiteY1543" fmla="*/ 11796868 h 15947979"/>
              <a:gd name="connsiteX1544" fmla="*/ 12449860 w 17486265"/>
              <a:gd name="connsiteY1544" fmla="*/ 11792833 h 15947979"/>
              <a:gd name="connsiteX1545" fmla="*/ 12453892 w 17486265"/>
              <a:gd name="connsiteY1545" fmla="*/ 11703264 h 15947979"/>
              <a:gd name="connsiteX1546" fmla="*/ 12499512 w 17486265"/>
              <a:gd name="connsiteY1546" fmla="*/ 11686731 h 15947979"/>
              <a:gd name="connsiteX1547" fmla="*/ 11797028 w 17486265"/>
              <a:gd name="connsiteY1547" fmla="*/ 11660484 h 15947979"/>
              <a:gd name="connsiteX1548" fmla="*/ 11837244 w 17486265"/>
              <a:gd name="connsiteY1548" fmla="*/ 11679305 h 15947979"/>
              <a:gd name="connsiteX1549" fmla="*/ 11833552 w 17486265"/>
              <a:gd name="connsiteY1549" fmla="*/ 11761268 h 15947979"/>
              <a:gd name="connsiteX1550" fmla="*/ 11751590 w 17486265"/>
              <a:gd name="connsiteY1550" fmla="*/ 11757576 h 15947979"/>
              <a:gd name="connsiteX1551" fmla="*/ 11755282 w 17486265"/>
              <a:gd name="connsiteY1551" fmla="*/ 11675613 h 15947979"/>
              <a:gd name="connsiteX1552" fmla="*/ 11797028 w 17486265"/>
              <a:gd name="connsiteY1552" fmla="*/ 11660484 h 15947979"/>
              <a:gd name="connsiteX1553" fmla="*/ 11094534 w 17486265"/>
              <a:gd name="connsiteY1553" fmla="*/ 11634413 h 15947979"/>
              <a:gd name="connsiteX1554" fmla="*/ 11130898 w 17486265"/>
              <a:gd name="connsiteY1554" fmla="*/ 11651429 h 15947979"/>
              <a:gd name="connsiteX1555" fmla="*/ 11127560 w 17486265"/>
              <a:gd name="connsiteY1555" fmla="*/ 11725537 h 15947979"/>
              <a:gd name="connsiteX1556" fmla="*/ 11053450 w 17486265"/>
              <a:gd name="connsiteY1556" fmla="*/ 11722201 h 15947979"/>
              <a:gd name="connsiteX1557" fmla="*/ 11056788 w 17486265"/>
              <a:gd name="connsiteY1557" fmla="*/ 11648092 h 15947979"/>
              <a:gd name="connsiteX1558" fmla="*/ 11094534 w 17486265"/>
              <a:gd name="connsiteY1558" fmla="*/ 11634413 h 15947979"/>
              <a:gd name="connsiteX1559" fmla="*/ 10392070 w 17486265"/>
              <a:gd name="connsiteY1559" fmla="*/ 11607724 h 15947979"/>
              <a:gd name="connsiteX1560" fmla="*/ 10425004 w 17486265"/>
              <a:gd name="connsiteY1560" fmla="*/ 11623138 h 15947979"/>
              <a:gd name="connsiteX1561" fmla="*/ 10421982 w 17486265"/>
              <a:gd name="connsiteY1561" fmla="*/ 11690262 h 15947979"/>
              <a:gd name="connsiteX1562" fmla="*/ 10354860 w 17486265"/>
              <a:gd name="connsiteY1562" fmla="*/ 11687238 h 15947979"/>
              <a:gd name="connsiteX1563" fmla="*/ 10357882 w 17486265"/>
              <a:gd name="connsiteY1563" fmla="*/ 11620115 h 15947979"/>
              <a:gd name="connsiteX1564" fmla="*/ 10392070 w 17486265"/>
              <a:gd name="connsiteY1564" fmla="*/ 11607724 h 15947979"/>
              <a:gd name="connsiteX1565" fmla="*/ 9689538 w 17486265"/>
              <a:gd name="connsiteY1565" fmla="*/ 11582552 h 15947979"/>
              <a:gd name="connsiteX1566" fmla="*/ 9717996 w 17486265"/>
              <a:gd name="connsiteY1566" fmla="*/ 11595870 h 15947979"/>
              <a:gd name="connsiteX1567" fmla="*/ 9715384 w 17486265"/>
              <a:gd name="connsiteY1567" fmla="*/ 11653870 h 15947979"/>
              <a:gd name="connsiteX1568" fmla="*/ 9657384 w 17486265"/>
              <a:gd name="connsiteY1568" fmla="*/ 11651258 h 15947979"/>
              <a:gd name="connsiteX1569" fmla="*/ 9659996 w 17486265"/>
              <a:gd name="connsiteY1569" fmla="*/ 11593257 h 15947979"/>
              <a:gd name="connsiteX1570" fmla="*/ 9689538 w 17486265"/>
              <a:gd name="connsiteY1570" fmla="*/ 11582552 h 15947979"/>
              <a:gd name="connsiteX1571" fmla="*/ 8987026 w 17486265"/>
              <a:gd name="connsiteY1571" fmla="*/ 11556328 h 15947979"/>
              <a:gd name="connsiteX1572" fmla="*/ 9011752 w 17486265"/>
              <a:gd name="connsiteY1572" fmla="*/ 11567900 h 15947979"/>
              <a:gd name="connsiteX1573" fmla="*/ 9009482 w 17486265"/>
              <a:gd name="connsiteY1573" fmla="*/ 11618291 h 15947979"/>
              <a:gd name="connsiteX1574" fmla="*/ 8959090 w 17486265"/>
              <a:gd name="connsiteY1574" fmla="*/ 11616023 h 15947979"/>
              <a:gd name="connsiteX1575" fmla="*/ 8961360 w 17486265"/>
              <a:gd name="connsiteY1575" fmla="*/ 11565630 h 15947979"/>
              <a:gd name="connsiteX1576" fmla="*/ 8987026 w 17486265"/>
              <a:gd name="connsiteY1576" fmla="*/ 11556328 h 15947979"/>
              <a:gd name="connsiteX1577" fmla="*/ 8284552 w 17486265"/>
              <a:gd name="connsiteY1577" fmla="*/ 11529331 h 15947979"/>
              <a:gd name="connsiteX1578" fmla="*/ 8306046 w 17486265"/>
              <a:gd name="connsiteY1578" fmla="*/ 11539391 h 15947979"/>
              <a:gd name="connsiteX1579" fmla="*/ 8304074 w 17486265"/>
              <a:gd name="connsiteY1579" fmla="*/ 11583198 h 15947979"/>
              <a:gd name="connsiteX1580" fmla="*/ 8260266 w 17486265"/>
              <a:gd name="connsiteY1580" fmla="*/ 11581225 h 15947979"/>
              <a:gd name="connsiteX1581" fmla="*/ 8262240 w 17486265"/>
              <a:gd name="connsiteY1581" fmla="*/ 11537417 h 15947979"/>
              <a:gd name="connsiteX1582" fmla="*/ 8284552 w 17486265"/>
              <a:gd name="connsiteY1582" fmla="*/ 11529331 h 15947979"/>
              <a:gd name="connsiteX1583" fmla="*/ 17081418 w 17486265"/>
              <a:gd name="connsiteY1583" fmla="*/ 11508538 h 15947979"/>
              <a:gd name="connsiteX1584" fmla="*/ 17148018 w 17486265"/>
              <a:gd name="connsiteY1584" fmla="*/ 11539707 h 15947979"/>
              <a:gd name="connsiteX1585" fmla="*/ 17141906 w 17486265"/>
              <a:gd name="connsiteY1585" fmla="*/ 11675438 h 15947979"/>
              <a:gd name="connsiteX1586" fmla="*/ 17006174 w 17486265"/>
              <a:gd name="connsiteY1586" fmla="*/ 11669325 h 15947979"/>
              <a:gd name="connsiteX1587" fmla="*/ 17012286 w 17486265"/>
              <a:gd name="connsiteY1587" fmla="*/ 11533593 h 15947979"/>
              <a:gd name="connsiteX1588" fmla="*/ 17081418 w 17486265"/>
              <a:gd name="connsiteY1588" fmla="*/ 11508538 h 15947979"/>
              <a:gd name="connsiteX1589" fmla="*/ 7582044 w 17486265"/>
              <a:gd name="connsiteY1589" fmla="*/ 11503543 h 15947979"/>
              <a:gd name="connsiteX1590" fmla="*/ 7599490 w 17486265"/>
              <a:gd name="connsiteY1590" fmla="*/ 11511706 h 15947979"/>
              <a:gd name="connsiteX1591" fmla="*/ 7597888 w 17486265"/>
              <a:gd name="connsiteY1591" fmla="*/ 11547260 h 15947979"/>
              <a:gd name="connsiteX1592" fmla="*/ 7562336 w 17486265"/>
              <a:gd name="connsiteY1592" fmla="*/ 11545660 h 15947979"/>
              <a:gd name="connsiteX1593" fmla="*/ 7563936 w 17486265"/>
              <a:gd name="connsiteY1593" fmla="*/ 11510106 h 15947979"/>
              <a:gd name="connsiteX1594" fmla="*/ 7582044 w 17486265"/>
              <a:gd name="connsiteY1594" fmla="*/ 11503543 h 15947979"/>
              <a:gd name="connsiteX1595" fmla="*/ 16378906 w 17486265"/>
              <a:gd name="connsiteY1595" fmla="*/ 11482925 h 15947979"/>
              <a:gd name="connsiteX1596" fmla="*/ 16441334 w 17486265"/>
              <a:gd name="connsiteY1596" fmla="*/ 11512141 h 15947979"/>
              <a:gd name="connsiteX1597" fmla="*/ 16435606 w 17486265"/>
              <a:gd name="connsiteY1597" fmla="*/ 11639372 h 15947979"/>
              <a:gd name="connsiteX1598" fmla="*/ 16308374 w 17486265"/>
              <a:gd name="connsiteY1598" fmla="*/ 11633640 h 15947979"/>
              <a:gd name="connsiteX1599" fmla="*/ 16314106 w 17486265"/>
              <a:gd name="connsiteY1599" fmla="*/ 11506410 h 15947979"/>
              <a:gd name="connsiteX1600" fmla="*/ 16378906 w 17486265"/>
              <a:gd name="connsiteY1600" fmla="*/ 11482925 h 15947979"/>
              <a:gd name="connsiteX1601" fmla="*/ 6879558 w 17486265"/>
              <a:gd name="connsiteY1601" fmla="*/ 11477475 h 15947979"/>
              <a:gd name="connsiteX1602" fmla="*/ 6893150 w 17486265"/>
              <a:gd name="connsiteY1602" fmla="*/ 11483835 h 15947979"/>
              <a:gd name="connsiteX1603" fmla="*/ 6891902 w 17486265"/>
              <a:gd name="connsiteY1603" fmla="*/ 11511536 h 15947979"/>
              <a:gd name="connsiteX1604" fmla="*/ 6864202 w 17486265"/>
              <a:gd name="connsiteY1604" fmla="*/ 11510288 h 15947979"/>
              <a:gd name="connsiteX1605" fmla="*/ 6865450 w 17486265"/>
              <a:gd name="connsiteY1605" fmla="*/ 11482589 h 15947979"/>
              <a:gd name="connsiteX1606" fmla="*/ 6879558 w 17486265"/>
              <a:gd name="connsiteY1606" fmla="*/ 11477475 h 15947979"/>
              <a:gd name="connsiteX1607" fmla="*/ 15676422 w 17486265"/>
              <a:gd name="connsiteY1607" fmla="*/ 11456678 h 15947979"/>
              <a:gd name="connsiteX1608" fmla="*/ 15735118 w 17486265"/>
              <a:gd name="connsiteY1608" fmla="*/ 11484147 h 15947979"/>
              <a:gd name="connsiteX1609" fmla="*/ 15729730 w 17486265"/>
              <a:gd name="connsiteY1609" fmla="*/ 11603769 h 15947979"/>
              <a:gd name="connsiteX1610" fmla="*/ 15610110 w 17486265"/>
              <a:gd name="connsiteY1610" fmla="*/ 11598381 h 15947979"/>
              <a:gd name="connsiteX1611" fmla="*/ 15615494 w 17486265"/>
              <a:gd name="connsiteY1611" fmla="*/ 11478758 h 15947979"/>
              <a:gd name="connsiteX1612" fmla="*/ 15676422 w 17486265"/>
              <a:gd name="connsiteY1612" fmla="*/ 11456678 h 15947979"/>
              <a:gd name="connsiteX1613" fmla="*/ 6177072 w 17486265"/>
              <a:gd name="connsiteY1613" fmla="*/ 11451225 h 15947979"/>
              <a:gd name="connsiteX1614" fmla="*/ 6186930 w 17486265"/>
              <a:gd name="connsiteY1614" fmla="*/ 11455839 h 15947979"/>
              <a:gd name="connsiteX1615" fmla="*/ 6186026 w 17486265"/>
              <a:gd name="connsiteY1615" fmla="*/ 11475931 h 15947979"/>
              <a:gd name="connsiteX1616" fmla="*/ 6165932 w 17486265"/>
              <a:gd name="connsiteY1616" fmla="*/ 11475027 h 15947979"/>
              <a:gd name="connsiteX1617" fmla="*/ 6166838 w 17486265"/>
              <a:gd name="connsiteY1617" fmla="*/ 11454935 h 15947979"/>
              <a:gd name="connsiteX1618" fmla="*/ 6177072 w 17486265"/>
              <a:gd name="connsiteY1618" fmla="*/ 11451225 h 15947979"/>
              <a:gd name="connsiteX1619" fmla="*/ 14973938 w 17486265"/>
              <a:gd name="connsiteY1619" fmla="*/ 11430432 h 15947979"/>
              <a:gd name="connsiteX1620" fmla="*/ 15028898 w 17486265"/>
              <a:gd name="connsiteY1620" fmla="*/ 11456154 h 15947979"/>
              <a:gd name="connsiteX1621" fmla="*/ 15023854 w 17486265"/>
              <a:gd name="connsiteY1621" fmla="*/ 11568169 h 15947979"/>
              <a:gd name="connsiteX1622" fmla="*/ 14911840 w 17486265"/>
              <a:gd name="connsiteY1622" fmla="*/ 11563123 h 15947979"/>
              <a:gd name="connsiteX1623" fmla="*/ 14916884 w 17486265"/>
              <a:gd name="connsiteY1623" fmla="*/ 11451108 h 15947979"/>
              <a:gd name="connsiteX1624" fmla="*/ 14973938 w 17486265"/>
              <a:gd name="connsiteY1624" fmla="*/ 11430432 h 15947979"/>
              <a:gd name="connsiteX1625" fmla="*/ 5468342 w 17486265"/>
              <a:gd name="connsiteY1625" fmla="*/ 11427407 h 15947979"/>
              <a:gd name="connsiteX1626" fmla="*/ 5480580 w 17486265"/>
              <a:gd name="connsiteY1626" fmla="*/ 11427958 h 15947979"/>
              <a:gd name="connsiteX1627" fmla="*/ 5480028 w 17486265"/>
              <a:gd name="connsiteY1627" fmla="*/ 11440197 h 15947979"/>
              <a:gd name="connsiteX1628" fmla="*/ 5467790 w 17486265"/>
              <a:gd name="connsiteY1628" fmla="*/ 11439645 h 15947979"/>
              <a:gd name="connsiteX1629" fmla="*/ 5468342 w 17486265"/>
              <a:gd name="connsiteY1629" fmla="*/ 11427407 h 15947979"/>
              <a:gd name="connsiteX1630" fmla="*/ 14271466 w 17486265"/>
              <a:gd name="connsiteY1630" fmla="*/ 11403312 h 15947979"/>
              <a:gd name="connsiteX1631" fmla="*/ 14323320 w 17486265"/>
              <a:gd name="connsiteY1631" fmla="*/ 11427577 h 15947979"/>
              <a:gd name="connsiteX1632" fmla="*/ 14318562 w 17486265"/>
              <a:gd name="connsiteY1632" fmla="*/ 11533256 h 15947979"/>
              <a:gd name="connsiteX1633" fmla="*/ 14212882 w 17486265"/>
              <a:gd name="connsiteY1633" fmla="*/ 11528497 h 15947979"/>
              <a:gd name="connsiteX1634" fmla="*/ 14217642 w 17486265"/>
              <a:gd name="connsiteY1634" fmla="*/ 11422819 h 15947979"/>
              <a:gd name="connsiteX1635" fmla="*/ 14271466 w 17486265"/>
              <a:gd name="connsiteY1635" fmla="*/ 11403312 h 15947979"/>
              <a:gd name="connsiteX1636" fmla="*/ 4770764 w 17486265"/>
              <a:gd name="connsiteY1636" fmla="*/ 11400885 h 15947979"/>
              <a:gd name="connsiteX1637" fmla="*/ 4773230 w 17486265"/>
              <a:gd name="connsiteY1637" fmla="*/ 11400995 h 15947979"/>
              <a:gd name="connsiteX1638" fmla="*/ 4773118 w 17486265"/>
              <a:gd name="connsiteY1638" fmla="*/ 11403462 h 15947979"/>
              <a:gd name="connsiteX1639" fmla="*/ 4770652 w 17486265"/>
              <a:gd name="connsiteY1639" fmla="*/ 11403351 h 15947979"/>
              <a:gd name="connsiteX1640" fmla="*/ 4770764 w 17486265"/>
              <a:gd name="connsiteY1640" fmla="*/ 11400885 h 15947979"/>
              <a:gd name="connsiteX1641" fmla="*/ 13568930 w 17486265"/>
              <a:gd name="connsiteY1641" fmla="*/ 11377670 h 15947979"/>
              <a:gd name="connsiteX1642" fmla="*/ 13616612 w 17486265"/>
              <a:gd name="connsiteY1642" fmla="*/ 11399984 h 15947979"/>
              <a:gd name="connsiteX1643" fmla="*/ 13612236 w 17486265"/>
              <a:gd name="connsiteY1643" fmla="*/ 11497160 h 15947979"/>
              <a:gd name="connsiteX1644" fmla="*/ 13515060 w 17486265"/>
              <a:gd name="connsiteY1644" fmla="*/ 11492785 h 15947979"/>
              <a:gd name="connsiteX1645" fmla="*/ 13519436 w 17486265"/>
              <a:gd name="connsiteY1645" fmla="*/ 11395607 h 15947979"/>
              <a:gd name="connsiteX1646" fmla="*/ 13568930 w 17486265"/>
              <a:gd name="connsiteY1646" fmla="*/ 11377670 h 15947979"/>
              <a:gd name="connsiteX1647" fmla="*/ 12866446 w 17486265"/>
              <a:gd name="connsiteY1647" fmla="*/ 11351424 h 15947979"/>
              <a:gd name="connsiteX1648" fmla="*/ 12910394 w 17486265"/>
              <a:gd name="connsiteY1648" fmla="*/ 11371992 h 15947979"/>
              <a:gd name="connsiteX1649" fmla="*/ 12906362 w 17486265"/>
              <a:gd name="connsiteY1649" fmla="*/ 11461561 h 15947979"/>
              <a:gd name="connsiteX1650" fmla="*/ 12816792 w 17486265"/>
              <a:gd name="connsiteY1650" fmla="*/ 11457527 h 15947979"/>
              <a:gd name="connsiteX1651" fmla="*/ 12820826 w 17486265"/>
              <a:gd name="connsiteY1651" fmla="*/ 11367957 h 15947979"/>
              <a:gd name="connsiteX1652" fmla="*/ 12866446 w 17486265"/>
              <a:gd name="connsiteY1652" fmla="*/ 11351424 h 15947979"/>
              <a:gd name="connsiteX1653" fmla="*/ 12163962 w 17486265"/>
              <a:gd name="connsiteY1653" fmla="*/ 11325176 h 15947979"/>
              <a:gd name="connsiteX1654" fmla="*/ 12204178 w 17486265"/>
              <a:gd name="connsiteY1654" fmla="*/ 11343997 h 15947979"/>
              <a:gd name="connsiteX1655" fmla="*/ 12200488 w 17486265"/>
              <a:gd name="connsiteY1655" fmla="*/ 11425958 h 15947979"/>
              <a:gd name="connsiteX1656" fmla="*/ 12118526 w 17486265"/>
              <a:gd name="connsiteY1656" fmla="*/ 11422268 h 15947979"/>
              <a:gd name="connsiteX1657" fmla="*/ 12122216 w 17486265"/>
              <a:gd name="connsiteY1657" fmla="*/ 11340305 h 15947979"/>
              <a:gd name="connsiteX1658" fmla="*/ 12163962 w 17486265"/>
              <a:gd name="connsiteY1658" fmla="*/ 11325176 h 15947979"/>
              <a:gd name="connsiteX1659" fmla="*/ 11461468 w 17486265"/>
              <a:gd name="connsiteY1659" fmla="*/ 11299104 h 15947979"/>
              <a:gd name="connsiteX1660" fmla="*/ 11497832 w 17486265"/>
              <a:gd name="connsiteY1660" fmla="*/ 11316121 h 15947979"/>
              <a:gd name="connsiteX1661" fmla="*/ 11494494 w 17486265"/>
              <a:gd name="connsiteY1661" fmla="*/ 11390229 h 15947979"/>
              <a:gd name="connsiteX1662" fmla="*/ 11420386 w 17486265"/>
              <a:gd name="connsiteY1662" fmla="*/ 11386892 h 15947979"/>
              <a:gd name="connsiteX1663" fmla="*/ 11423724 w 17486265"/>
              <a:gd name="connsiteY1663" fmla="*/ 11312783 h 15947979"/>
              <a:gd name="connsiteX1664" fmla="*/ 11461468 w 17486265"/>
              <a:gd name="connsiteY1664" fmla="*/ 11299104 h 15947979"/>
              <a:gd name="connsiteX1665" fmla="*/ 10759024 w 17486265"/>
              <a:gd name="connsiteY1665" fmla="*/ 11271960 h 15947979"/>
              <a:gd name="connsiteX1666" fmla="*/ 10792278 w 17486265"/>
              <a:gd name="connsiteY1666" fmla="*/ 11287521 h 15947979"/>
              <a:gd name="connsiteX1667" fmla="*/ 10789224 w 17486265"/>
              <a:gd name="connsiteY1667" fmla="*/ 11355292 h 15947979"/>
              <a:gd name="connsiteX1668" fmla="*/ 10721454 w 17486265"/>
              <a:gd name="connsiteY1668" fmla="*/ 11352241 h 15947979"/>
              <a:gd name="connsiteX1669" fmla="*/ 10724506 w 17486265"/>
              <a:gd name="connsiteY1669" fmla="*/ 11284470 h 15947979"/>
              <a:gd name="connsiteX1670" fmla="*/ 10759024 w 17486265"/>
              <a:gd name="connsiteY1670" fmla="*/ 11271960 h 15947979"/>
              <a:gd name="connsiteX1671" fmla="*/ 10056472 w 17486265"/>
              <a:gd name="connsiteY1671" fmla="*/ 11247241 h 15947979"/>
              <a:gd name="connsiteX1672" fmla="*/ 10084930 w 17486265"/>
              <a:gd name="connsiteY1672" fmla="*/ 11260560 h 15947979"/>
              <a:gd name="connsiteX1673" fmla="*/ 10082318 w 17486265"/>
              <a:gd name="connsiteY1673" fmla="*/ 11318559 h 15947979"/>
              <a:gd name="connsiteX1674" fmla="*/ 10024320 w 17486265"/>
              <a:gd name="connsiteY1674" fmla="*/ 11315947 h 15947979"/>
              <a:gd name="connsiteX1675" fmla="*/ 10026930 w 17486265"/>
              <a:gd name="connsiteY1675" fmla="*/ 11257948 h 15947979"/>
              <a:gd name="connsiteX1676" fmla="*/ 10056472 w 17486265"/>
              <a:gd name="connsiteY1676" fmla="*/ 11247241 h 15947979"/>
              <a:gd name="connsiteX1677" fmla="*/ 9353980 w 17486265"/>
              <a:gd name="connsiteY1677" fmla="*/ 11221170 h 15947979"/>
              <a:gd name="connsiteX1678" fmla="*/ 9378586 w 17486265"/>
              <a:gd name="connsiteY1678" fmla="*/ 11232686 h 15947979"/>
              <a:gd name="connsiteX1679" fmla="*/ 9376326 w 17486265"/>
              <a:gd name="connsiteY1679" fmla="*/ 11282831 h 15947979"/>
              <a:gd name="connsiteX1680" fmla="*/ 9326182 w 17486265"/>
              <a:gd name="connsiteY1680" fmla="*/ 11280572 h 15947979"/>
              <a:gd name="connsiteX1681" fmla="*/ 9328440 w 17486265"/>
              <a:gd name="connsiteY1681" fmla="*/ 11230427 h 15947979"/>
              <a:gd name="connsiteX1682" fmla="*/ 9353980 w 17486265"/>
              <a:gd name="connsiteY1682" fmla="*/ 11221170 h 15947979"/>
              <a:gd name="connsiteX1683" fmla="*/ 8651446 w 17486265"/>
              <a:gd name="connsiteY1683" fmla="*/ 11194922 h 15947979"/>
              <a:gd name="connsiteX1684" fmla="*/ 8672318 w 17486265"/>
              <a:gd name="connsiteY1684" fmla="*/ 11204689 h 15947979"/>
              <a:gd name="connsiteX1685" fmla="*/ 8670402 w 17486265"/>
              <a:gd name="connsiteY1685" fmla="*/ 11247227 h 15947979"/>
              <a:gd name="connsiteX1686" fmla="*/ 8627866 w 17486265"/>
              <a:gd name="connsiteY1686" fmla="*/ 11245311 h 15947979"/>
              <a:gd name="connsiteX1687" fmla="*/ 8629780 w 17486265"/>
              <a:gd name="connsiteY1687" fmla="*/ 11202773 h 15947979"/>
              <a:gd name="connsiteX1688" fmla="*/ 8651446 w 17486265"/>
              <a:gd name="connsiteY1688" fmla="*/ 11194922 h 15947979"/>
              <a:gd name="connsiteX1689" fmla="*/ 7948980 w 17486265"/>
              <a:gd name="connsiteY1689" fmla="*/ 11168234 h 15947979"/>
              <a:gd name="connsiteX1690" fmla="*/ 7966426 w 17486265"/>
              <a:gd name="connsiteY1690" fmla="*/ 11176398 h 15947979"/>
              <a:gd name="connsiteX1691" fmla="*/ 7964824 w 17486265"/>
              <a:gd name="connsiteY1691" fmla="*/ 11211951 h 15947979"/>
              <a:gd name="connsiteX1692" fmla="*/ 7929272 w 17486265"/>
              <a:gd name="connsiteY1692" fmla="*/ 11210351 h 15947979"/>
              <a:gd name="connsiteX1693" fmla="*/ 7930872 w 17486265"/>
              <a:gd name="connsiteY1693" fmla="*/ 11174797 h 15947979"/>
              <a:gd name="connsiteX1694" fmla="*/ 7948980 w 17486265"/>
              <a:gd name="connsiteY1694" fmla="*/ 11168234 h 15947979"/>
              <a:gd name="connsiteX1695" fmla="*/ 16745842 w 17486265"/>
              <a:gd name="connsiteY1695" fmla="*/ 11147617 h 15947979"/>
              <a:gd name="connsiteX1696" fmla="*/ 16808270 w 17486265"/>
              <a:gd name="connsiteY1696" fmla="*/ 11176833 h 15947979"/>
              <a:gd name="connsiteX1697" fmla="*/ 16802538 w 17486265"/>
              <a:gd name="connsiteY1697" fmla="*/ 11304063 h 15947979"/>
              <a:gd name="connsiteX1698" fmla="*/ 16675310 w 17486265"/>
              <a:gd name="connsiteY1698" fmla="*/ 11298332 h 15947979"/>
              <a:gd name="connsiteX1699" fmla="*/ 16681038 w 17486265"/>
              <a:gd name="connsiteY1699" fmla="*/ 11171101 h 15947979"/>
              <a:gd name="connsiteX1700" fmla="*/ 16745842 w 17486265"/>
              <a:gd name="connsiteY1700" fmla="*/ 11147617 h 15947979"/>
              <a:gd name="connsiteX1701" fmla="*/ 7246494 w 17486265"/>
              <a:gd name="connsiteY1701" fmla="*/ 11142167 h 15947979"/>
              <a:gd name="connsiteX1702" fmla="*/ 7260084 w 17486265"/>
              <a:gd name="connsiteY1702" fmla="*/ 11148527 h 15947979"/>
              <a:gd name="connsiteX1703" fmla="*/ 7258838 w 17486265"/>
              <a:gd name="connsiteY1703" fmla="*/ 11176227 h 15947979"/>
              <a:gd name="connsiteX1704" fmla="*/ 7231138 w 17486265"/>
              <a:gd name="connsiteY1704" fmla="*/ 11174978 h 15947979"/>
              <a:gd name="connsiteX1705" fmla="*/ 7232384 w 17486265"/>
              <a:gd name="connsiteY1705" fmla="*/ 11147279 h 15947979"/>
              <a:gd name="connsiteX1706" fmla="*/ 7246494 w 17486265"/>
              <a:gd name="connsiteY1706" fmla="*/ 11142167 h 15947979"/>
              <a:gd name="connsiteX1707" fmla="*/ 16043354 w 17486265"/>
              <a:gd name="connsiteY1707" fmla="*/ 11121370 h 15947979"/>
              <a:gd name="connsiteX1708" fmla="*/ 16102050 w 17486265"/>
              <a:gd name="connsiteY1708" fmla="*/ 11148839 h 15947979"/>
              <a:gd name="connsiteX1709" fmla="*/ 16096666 w 17486265"/>
              <a:gd name="connsiteY1709" fmla="*/ 11268461 h 15947979"/>
              <a:gd name="connsiteX1710" fmla="*/ 15977042 w 17486265"/>
              <a:gd name="connsiteY1710" fmla="*/ 11263073 h 15947979"/>
              <a:gd name="connsiteX1711" fmla="*/ 15982430 w 17486265"/>
              <a:gd name="connsiteY1711" fmla="*/ 11143450 h 15947979"/>
              <a:gd name="connsiteX1712" fmla="*/ 16043354 w 17486265"/>
              <a:gd name="connsiteY1712" fmla="*/ 11121370 h 15947979"/>
              <a:gd name="connsiteX1713" fmla="*/ 6544006 w 17486265"/>
              <a:gd name="connsiteY1713" fmla="*/ 11115916 h 15947979"/>
              <a:gd name="connsiteX1714" fmla="*/ 6553864 w 17486265"/>
              <a:gd name="connsiteY1714" fmla="*/ 11120530 h 15947979"/>
              <a:gd name="connsiteX1715" fmla="*/ 6552960 w 17486265"/>
              <a:gd name="connsiteY1715" fmla="*/ 11140623 h 15947979"/>
              <a:gd name="connsiteX1716" fmla="*/ 6532868 w 17486265"/>
              <a:gd name="connsiteY1716" fmla="*/ 11139718 h 15947979"/>
              <a:gd name="connsiteX1717" fmla="*/ 6533772 w 17486265"/>
              <a:gd name="connsiteY1717" fmla="*/ 11119626 h 15947979"/>
              <a:gd name="connsiteX1718" fmla="*/ 6544006 w 17486265"/>
              <a:gd name="connsiteY1718" fmla="*/ 11115916 h 15947979"/>
              <a:gd name="connsiteX1719" fmla="*/ 15340910 w 17486265"/>
              <a:gd name="connsiteY1719" fmla="*/ 11094225 h 15947979"/>
              <a:gd name="connsiteX1720" fmla="*/ 15396498 w 17486265"/>
              <a:gd name="connsiteY1720" fmla="*/ 11120238 h 15947979"/>
              <a:gd name="connsiteX1721" fmla="*/ 15391398 w 17486265"/>
              <a:gd name="connsiteY1721" fmla="*/ 11233524 h 15947979"/>
              <a:gd name="connsiteX1722" fmla="*/ 15278110 w 17486265"/>
              <a:gd name="connsiteY1722" fmla="*/ 11228421 h 15947979"/>
              <a:gd name="connsiteX1723" fmla="*/ 15283214 w 17486265"/>
              <a:gd name="connsiteY1723" fmla="*/ 11115136 h 15947979"/>
              <a:gd name="connsiteX1724" fmla="*/ 15340910 w 17486265"/>
              <a:gd name="connsiteY1724" fmla="*/ 11094225 h 15947979"/>
              <a:gd name="connsiteX1725" fmla="*/ 5835276 w 17486265"/>
              <a:gd name="connsiteY1725" fmla="*/ 11092100 h 15947979"/>
              <a:gd name="connsiteX1726" fmla="*/ 5847514 w 17486265"/>
              <a:gd name="connsiteY1726" fmla="*/ 11092650 h 15947979"/>
              <a:gd name="connsiteX1727" fmla="*/ 5846962 w 17486265"/>
              <a:gd name="connsiteY1727" fmla="*/ 11104888 h 15947979"/>
              <a:gd name="connsiteX1728" fmla="*/ 5834724 w 17486265"/>
              <a:gd name="connsiteY1728" fmla="*/ 11104336 h 15947979"/>
              <a:gd name="connsiteX1729" fmla="*/ 5835276 w 17486265"/>
              <a:gd name="connsiteY1729" fmla="*/ 11092100 h 15947979"/>
              <a:gd name="connsiteX1730" fmla="*/ 14638406 w 17486265"/>
              <a:gd name="connsiteY1730" fmla="*/ 11068437 h 15947979"/>
              <a:gd name="connsiteX1731" fmla="*/ 14689942 w 17486265"/>
              <a:gd name="connsiteY1731" fmla="*/ 11092553 h 15947979"/>
              <a:gd name="connsiteX1732" fmla="*/ 14685212 w 17486265"/>
              <a:gd name="connsiteY1732" fmla="*/ 11197585 h 15947979"/>
              <a:gd name="connsiteX1733" fmla="*/ 14580180 w 17486265"/>
              <a:gd name="connsiteY1733" fmla="*/ 11192855 h 15947979"/>
              <a:gd name="connsiteX1734" fmla="*/ 14584912 w 17486265"/>
              <a:gd name="connsiteY1734" fmla="*/ 11087823 h 15947979"/>
              <a:gd name="connsiteX1735" fmla="*/ 14638406 w 17486265"/>
              <a:gd name="connsiteY1735" fmla="*/ 11068437 h 15947979"/>
              <a:gd name="connsiteX1736" fmla="*/ 5137698 w 17486265"/>
              <a:gd name="connsiteY1736" fmla="*/ 11065575 h 15947979"/>
              <a:gd name="connsiteX1737" fmla="*/ 5140164 w 17486265"/>
              <a:gd name="connsiteY1737" fmla="*/ 11065686 h 15947979"/>
              <a:gd name="connsiteX1738" fmla="*/ 5140052 w 17486265"/>
              <a:gd name="connsiteY1738" fmla="*/ 11068152 h 15947979"/>
              <a:gd name="connsiteX1739" fmla="*/ 5137586 w 17486265"/>
              <a:gd name="connsiteY1739" fmla="*/ 11068041 h 15947979"/>
              <a:gd name="connsiteX1740" fmla="*/ 5137698 w 17486265"/>
              <a:gd name="connsiteY1740" fmla="*/ 11065575 h 15947979"/>
              <a:gd name="connsiteX1741" fmla="*/ 13935872 w 17486265"/>
              <a:gd name="connsiteY1741" fmla="*/ 11042188 h 15947979"/>
              <a:gd name="connsiteX1742" fmla="*/ 13983676 w 17486265"/>
              <a:gd name="connsiteY1742" fmla="*/ 11064559 h 15947979"/>
              <a:gd name="connsiteX1743" fmla="*/ 13979288 w 17486265"/>
              <a:gd name="connsiteY1743" fmla="*/ 11161983 h 15947979"/>
              <a:gd name="connsiteX1744" fmla="*/ 13881864 w 17486265"/>
              <a:gd name="connsiteY1744" fmla="*/ 11157596 h 15947979"/>
              <a:gd name="connsiteX1745" fmla="*/ 13886252 w 17486265"/>
              <a:gd name="connsiteY1745" fmla="*/ 11060171 h 15947979"/>
              <a:gd name="connsiteX1746" fmla="*/ 13935872 w 17486265"/>
              <a:gd name="connsiteY1746" fmla="*/ 11042188 h 15947979"/>
              <a:gd name="connsiteX1747" fmla="*/ 13233380 w 17486265"/>
              <a:gd name="connsiteY1747" fmla="*/ 11016115 h 15947979"/>
              <a:gd name="connsiteX1748" fmla="*/ 13277330 w 17486265"/>
              <a:gd name="connsiteY1748" fmla="*/ 11036683 h 15947979"/>
              <a:gd name="connsiteX1749" fmla="*/ 13273296 w 17486265"/>
              <a:gd name="connsiteY1749" fmla="*/ 11126252 h 15947979"/>
              <a:gd name="connsiteX1750" fmla="*/ 13183726 w 17486265"/>
              <a:gd name="connsiteY1750" fmla="*/ 11122218 h 15947979"/>
              <a:gd name="connsiteX1751" fmla="*/ 13187760 w 17486265"/>
              <a:gd name="connsiteY1751" fmla="*/ 11032648 h 15947979"/>
              <a:gd name="connsiteX1752" fmla="*/ 13233380 w 17486265"/>
              <a:gd name="connsiteY1752" fmla="*/ 11016115 h 15947979"/>
              <a:gd name="connsiteX1753" fmla="*/ 12530896 w 17486265"/>
              <a:gd name="connsiteY1753" fmla="*/ 10989868 h 15947979"/>
              <a:gd name="connsiteX1754" fmla="*/ 12571112 w 17486265"/>
              <a:gd name="connsiteY1754" fmla="*/ 11008689 h 15947979"/>
              <a:gd name="connsiteX1755" fmla="*/ 12567420 w 17486265"/>
              <a:gd name="connsiteY1755" fmla="*/ 11090652 h 15947979"/>
              <a:gd name="connsiteX1756" fmla="*/ 12485458 w 17486265"/>
              <a:gd name="connsiteY1756" fmla="*/ 11086960 h 15947979"/>
              <a:gd name="connsiteX1757" fmla="*/ 12489150 w 17486265"/>
              <a:gd name="connsiteY1757" fmla="*/ 11004997 h 15947979"/>
              <a:gd name="connsiteX1758" fmla="*/ 12530896 w 17486265"/>
              <a:gd name="connsiteY1758" fmla="*/ 10989868 h 15947979"/>
              <a:gd name="connsiteX1759" fmla="*/ 11828402 w 17486265"/>
              <a:gd name="connsiteY1759" fmla="*/ 10963797 h 15947979"/>
              <a:gd name="connsiteX1760" fmla="*/ 11864766 w 17486265"/>
              <a:gd name="connsiteY1760" fmla="*/ 10980813 h 15947979"/>
              <a:gd name="connsiteX1761" fmla="*/ 11861426 w 17486265"/>
              <a:gd name="connsiteY1761" fmla="*/ 11054922 h 15947979"/>
              <a:gd name="connsiteX1762" fmla="*/ 11787318 w 17486265"/>
              <a:gd name="connsiteY1762" fmla="*/ 11051585 h 15947979"/>
              <a:gd name="connsiteX1763" fmla="*/ 11790656 w 17486265"/>
              <a:gd name="connsiteY1763" fmla="*/ 10977476 h 15947979"/>
              <a:gd name="connsiteX1764" fmla="*/ 11828402 w 17486265"/>
              <a:gd name="connsiteY1764" fmla="*/ 10963797 h 15947979"/>
              <a:gd name="connsiteX1765" fmla="*/ 11125898 w 17486265"/>
              <a:gd name="connsiteY1765" fmla="*/ 10938007 h 15947979"/>
              <a:gd name="connsiteX1766" fmla="*/ 11158210 w 17486265"/>
              <a:gd name="connsiteY1766" fmla="*/ 10953129 h 15947979"/>
              <a:gd name="connsiteX1767" fmla="*/ 11155244 w 17486265"/>
              <a:gd name="connsiteY1767" fmla="*/ 11018982 h 15947979"/>
              <a:gd name="connsiteX1768" fmla="*/ 11089392 w 17486265"/>
              <a:gd name="connsiteY1768" fmla="*/ 11016017 h 15947979"/>
              <a:gd name="connsiteX1769" fmla="*/ 11092356 w 17486265"/>
              <a:gd name="connsiteY1769" fmla="*/ 10950163 h 15947979"/>
              <a:gd name="connsiteX1770" fmla="*/ 11125898 w 17486265"/>
              <a:gd name="connsiteY1770" fmla="*/ 10938007 h 15947979"/>
              <a:gd name="connsiteX1771" fmla="*/ 10423406 w 17486265"/>
              <a:gd name="connsiteY1771" fmla="*/ 10911935 h 15947979"/>
              <a:gd name="connsiteX1772" fmla="*/ 10451864 w 17486265"/>
              <a:gd name="connsiteY1772" fmla="*/ 10925253 h 15947979"/>
              <a:gd name="connsiteX1773" fmla="*/ 10449252 w 17486265"/>
              <a:gd name="connsiteY1773" fmla="*/ 10983252 h 15947979"/>
              <a:gd name="connsiteX1774" fmla="*/ 10391252 w 17486265"/>
              <a:gd name="connsiteY1774" fmla="*/ 10980642 h 15947979"/>
              <a:gd name="connsiteX1775" fmla="*/ 10393864 w 17486265"/>
              <a:gd name="connsiteY1775" fmla="*/ 10922641 h 15947979"/>
              <a:gd name="connsiteX1776" fmla="*/ 10423406 w 17486265"/>
              <a:gd name="connsiteY1776" fmla="*/ 10911935 h 15947979"/>
              <a:gd name="connsiteX1777" fmla="*/ 9720922 w 17486265"/>
              <a:gd name="connsiteY1777" fmla="*/ 10885686 h 15947979"/>
              <a:gd name="connsiteX1778" fmla="*/ 9745648 w 17486265"/>
              <a:gd name="connsiteY1778" fmla="*/ 10897258 h 15947979"/>
              <a:gd name="connsiteX1779" fmla="*/ 9743378 w 17486265"/>
              <a:gd name="connsiteY1779" fmla="*/ 10947650 h 15947979"/>
              <a:gd name="connsiteX1780" fmla="*/ 9692986 w 17486265"/>
              <a:gd name="connsiteY1780" fmla="*/ 10945382 h 15947979"/>
              <a:gd name="connsiteX1781" fmla="*/ 9695256 w 17486265"/>
              <a:gd name="connsiteY1781" fmla="*/ 10894989 h 15947979"/>
              <a:gd name="connsiteX1782" fmla="*/ 9720922 w 17486265"/>
              <a:gd name="connsiteY1782" fmla="*/ 10885686 h 15947979"/>
              <a:gd name="connsiteX1783" fmla="*/ 9018446 w 17486265"/>
              <a:gd name="connsiteY1783" fmla="*/ 10858690 h 15947979"/>
              <a:gd name="connsiteX1784" fmla="*/ 9039942 w 17486265"/>
              <a:gd name="connsiteY1784" fmla="*/ 10868750 h 15947979"/>
              <a:gd name="connsiteX1785" fmla="*/ 9037970 w 17486265"/>
              <a:gd name="connsiteY1785" fmla="*/ 10912558 h 15947979"/>
              <a:gd name="connsiteX1786" fmla="*/ 8994162 w 17486265"/>
              <a:gd name="connsiteY1786" fmla="*/ 10910584 h 15947979"/>
              <a:gd name="connsiteX1787" fmla="*/ 8996134 w 17486265"/>
              <a:gd name="connsiteY1787" fmla="*/ 10866777 h 15947979"/>
              <a:gd name="connsiteX1788" fmla="*/ 9018446 w 17486265"/>
              <a:gd name="connsiteY1788" fmla="*/ 10858690 h 15947979"/>
              <a:gd name="connsiteX1789" fmla="*/ 8315914 w 17486265"/>
              <a:gd name="connsiteY1789" fmla="*/ 10832926 h 15947979"/>
              <a:gd name="connsiteX1790" fmla="*/ 8333360 w 17486265"/>
              <a:gd name="connsiteY1790" fmla="*/ 10841091 h 15947979"/>
              <a:gd name="connsiteX1791" fmla="*/ 8331758 w 17486265"/>
              <a:gd name="connsiteY1791" fmla="*/ 10876644 h 15947979"/>
              <a:gd name="connsiteX1792" fmla="*/ 8296204 w 17486265"/>
              <a:gd name="connsiteY1792" fmla="*/ 10875044 h 15947979"/>
              <a:gd name="connsiteX1793" fmla="*/ 8297806 w 17486265"/>
              <a:gd name="connsiteY1793" fmla="*/ 10839490 h 15947979"/>
              <a:gd name="connsiteX1794" fmla="*/ 8315914 w 17486265"/>
              <a:gd name="connsiteY1794" fmla="*/ 10832926 h 15947979"/>
              <a:gd name="connsiteX1795" fmla="*/ 17112774 w 17486265"/>
              <a:gd name="connsiteY1795" fmla="*/ 10812308 h 15947979"/>
              <a:gd name="connsiteX1796" fmla="*/ 17175202 w 17486265"/>
              <a:gd name="connsiteY1796" fmla="*/ 10841524 h 15947979"/>
              <a:gd name="connsiteX1797" fmla="*/ 17169474 w 17486265"/>
              <a:gd name="connsiteY1797" fmla="*/ 10968754 h 15947979"/>
              <a:gd name="connsiteX1798" fmla="*/ 17042242 w 17486265"/>
              <a:gd name="connsiteY1798" fmla="*/ 10963023 h 15947979"/>
              <a:gd name="connsiteX1799" fmla="*/ 17047974 w 17486265"/>
              <a:gd name="connsiteY1799" fmla="*/ 10835793 h 15947979"/>
              <a:gd name="connsiteX1800" fmla="*/ 17112774 w 17486265"/>
              <a:gd name="connsiteY1800" fmla="*/ 10812308 h 15947979"/>
              <a:gd name="connsiteX1801" fmla="*/ 7613428 w 17486265"/>
              <a:gd name="connsiteY1801" fmla="*/ 10806858 h 15947979"/>
              <a:gd name="connsiteX1802" fmla="*/ 7627018 w 17486265"/>
              <a:gd name="connsiteY1802" fmla="*/ 10813219 h 15947979"/>
              <a:gd name="connsiteX1803" fmla="*/ 7625772 w 17486265"/>
              <a:gd name="connsiteY1803" fmla="*/ 10840918 h 15947979"/>
              <a:gd name="connsiteX1804" fmla="*/ 7598072 w 17486265"/>
              <a:gd name="connsiteY1804" fmla="*/ 10839670 h 15947979"/>
              <a:gd name="connsiteX1805" fmla="*/ 7599320 w 17486265"/>
              <a:gd name="connsiteY1805" fmla="*/ 10811972 h 15947979"/>
              <a:gd name="connsiteX1806" fmla="*/ 7613428 w 17486265"/>
              <a:gd name="connsiteY1806" fmla="*/ 10806858 h 15947979"/>
              <a:gd name="connsiteX1807" fmla="*/ 16410290 w 17486265"/>
              <a:gd name="connsiteY1807" fmla="*/ 10786062 h 15947979"/>
              <a:gd name="connsiteX1808" fmla="*/ 16468986 w 17486265"/>
              <a:gd name="connsiteY1808" fmla="*/ 10813531 h 15947979"/>
              <a:gd name="connsiteX1809" fmla="*/ 16463598 w 17486265"/>
              <a:gd name="connsiteY1809" fmla="*/ 10933153 h 15947979"/>
              <a:gd name="connsiteX1810" fmla="*/ 16343978 w 17486265"/>
              <a:gd name="connsiteY1810" fmla="*/ 10927765 h 15947979"/>
              <a:gd name="connsiteX1811" fmla="*/ 16349362 w 17486265"/>
              <a:gd name="connsiteY1811" fmla="*/ 10808142 h 15947979"/>
              <a:gd name="connsiteX1812" fmla="*/ 16410290 w 17486265"/>
              <a:gd name="connsiteY1812" fmla="*/ 10786062 h 15947979"/>
              <a:gd name="connsiteX1813" fmla="*/ 6910940 w 17486265"/>
              <a:gd name="connsiteY1813" fmla="*/ 10780608 h 15947979"/>
              <a:gd name="connsiteX1814" fmla="*/ 6920800 w 17486265"/>
              <a:gd name="connsiteY1814" fmla="*/ 10785222 h 15947979"/>
              <a:gd name="connsiteX1815" fmla="*/ 6919894 w 17486265"/>
              <a:gd name="connsiteY1815" fmla="*/ 10805314 h 15947979"/>
              <a:gd name="connsiteX1816" fmla="*/ 6899804 w 17486265"/>
              <a:gd name="connsiteY1816" fmla="*/ 10804408 h 15947979"/>
              <a:gd name="connsiteX1817" fmla="*/ 6900708 w 17486265"/>
              <a:gd name="connsiteY1817" fmla="*/ 10784317 h 15947979"/>
              <a:gd name="connsiteX1818" fmla="*/ 6910940 w 17486265"/>
              <a:gd name="connsiteY1818" fmla="*/ 10780608 h 15947979"/>
              <a:gd name="connsiteX1819" fmla="*/ 15707846 w 17486265"/>
              <a:gd name="connsiteY1819" fmla="*/ 10758918 h 15947979"/>
              <a:gd name="connsiteX1820" fmla="*/ 15763430 w 17486265"/>
              <a:gd name="connsiteY1820" fmla="*/ 10784932 h 15947979"/>
              <a:gd name="connsiteX1821" fmla="*/ 15758330 w 17486265"/>
              <a:gd name="connsiteY1821" fmla="*/ 10898218 h 15947979"/>
              <a:gd name="connsiteX1822" fmla="*/ 15645042 w 17486265"/>
              <a:gd name="connsiteY1822" fmla="*/ 10893114 h 15947979"/>
              <a:gd name="connsiteX1823" fmla="*/ 15650146 w 17486265"/>
              <a:gd name="connsiteY1823" fmla="*/ 10779830 h 15947979"/>
              <a:gd name="connsiteX1824" fmla="*/ 15707846 w 17486265"/>
              <a:gd name="connsiteY1824" fmla="*/ 10758918 h 15947979"/>
              <a:gd name="connsiteX1825" fmla="*/ 6202210 w 17486265"/>
              <a:gd name="connsiteY1825" fmla="*/ 10756791 h 15947979"/>
              <a:gd name="connsiteX1826" fmla="*/ 6214448 w 17486265"/>
              <a:gd name="connsiteY1826" fmla="*/ 10757342 h 15947979"/>
              <a:gd name="connsiteX1827" fmla="*/ 6213896 w 17486265"/>
              <a:gd name="connsiteY1827" fmla="*/ 10769581 h 15947979"/>
              <a:gd name="connsiteX1828" fmla="*/ 6201658 w 17486265"/>
              <a:gd name="connsiteY1828" fmla="*/ 10769029 h 15947979"/>
              <a:gd name="connsiteX1829" fmla="*/ 6202210 w 17486265"/>
              <a:gd name="connsiteY1829" fmla="*/ 10756791 h 15947979"/>
              <a:gd name="connsiteX1830" fmla="*/ 15005342 w 17486265"/>
              <a:gd name="connsiteY1830" fmla="*/ 10733129 h 15947979"/>
              <a:gd name="connsiteX1831" fmla="*/ 15056878 w 17486265"/>
              <a:gd name="connsiteY1831" fmla="*/ 10757246 h 15947979"/>
              <a:gd name="connsiteX1832" fmla="*/ 15052146 w 17486265"/>
              <a:gd name="connsiteY1832" fmla="*/ 10862278 h 15947979"/>
              <a:gd name="connsiteX1833" fmla="*/ 14947114 w 17486265"/>
              <a:gd name="connsiteY1833" fmla="*/ 10857548 h 15947979"/>
              <a:gd name="connsiteX1834" fmla="*/ 14951846 w 17486265"/>
              <a:gd name="connsiteY1834" fmla="*/ 10752516 h 15947979"/>
              <a:gd name="connsiteX1835" fmla="*/ 15005342 w 17486265"/>
              <a:gd name="connsiteY1835" fmla="*/ 10733129 h 15947979"/>
              <a:gd name="connsiteX1836" fmla="*/ 5504632 w 17486265"/>
              <a:gd name="connsiteY1836" fmla="*/ 10730268 h 15947979"/>
              <a:gd name="connsiteX1837" fmla="*/ 5507098 w 17486265"/>
              <a:gd name="connsiteY1837" fmla="*/ 10730378 h 15947979"/>
              <a:gd name="connsiteX1838" fmla="*/ 5506986 w 17486265"/>
              <a:gd name="connsiteY1838" fmla="*/ 10732844 h 15947979"/>
              <a:gd name="connsiteX1839" fmla="*/ 5504520 w 17486265"/>
              <a:gd name="connsiteY1839" fmla="*/ 10732734 h 15947979"/>
              <a:gd name="connsiteX1840" fmla="*/ 5504632 w 17486265"/>
              <a:gd name="connsiteY1840" fmla="*/ 10730268 h 15947979"/>
              <a:gd name="connsiteX1841" fmla="*/ 14302832 w 17486265"/>
              <a:gd name="connsiteY1841" fmla="*/ 10706855 h 15947979"/>
              <a:gd name="connsiteX1842" fmla="*/ 14350636 w 17486265"/>
              <a:gd name="connsiteY1842" fmla="*/ 10729227 h 15947979"/>
              <a:gd name="connsiteX1843" fmla="*/ 14346248 w 17486265"/>
              <a:gd name="connsiteY1843" fmla="*/ 10826651 h 15947979"/>
              <a:gd name="connsiteX1844" fmla="*/ 14248824 w 17486265"/>
              <a:gd name="connsiteY1844" fmla="*/ 10822264 h 15947979"/>
              <a:gd name="connsiteX1845" fmla="*/ 14253212 w 17486265"/>
              <a:gd name="connsiteY1845" fmla="*/ 10724839 h 15947979"/>
              <a:gd name="connsiteX1846" fmla="*/ 14302832 w 17486265"/>
              <a:gd name="connsiteY1846" fmla="*/ 10706855 h 15947979"/>
              <a:gd name="connsiteX1847" fmla="*/ 13600314 w 17486265"/>
              <a:gd name="connsiteY1847" fmla="*/ 10680807 h 15947979"/>
              <a:gd name="connsiteX1848" fmla="*/ 13644262 w 17486265"/>
              <a:gd name="connsiteY1848" fmla="*/ 10701375 h 15947979"/>
              <a:gd name="connsiteX1849" fmla="*/ 13640230 w 17486265"/>
              <a:gd name="connsiteY1849" fmla="*/ 10790943 h 15947979"/>
              <a:gd name="connsiteX1850" fmla="*/ 13550660 w 17486265"/>
              <a:gd name="connsiteY1850" fmla="*/ 10786909 h 15947979"/>
              <a:gd name="connsiteX1851" fmla="*/ 13554694 w 17486265"/>
              <a:gd name="connsiteY1851" fmla="*/ 10697340 h 15947979"/>
              <a:gd name="connsiteX1852" fmla="*/ 13600314 w 17486265"/>
              <a:gd name="connsiteY1852" fmla="*/ 10680807 h 15947979"/>
              <a:gd name="connsiteX1853" fmla="*/ 12897830 w 17486265"/>
              <a:gd name="connsiteY1853" fmla="*/ 10654559 h 15947979"/>
              <a:gd name="connsiteX1854" fmla="*/ 12938046 w 17486265"/>
              <a:gd name="connsiteY1854" fmla="*/ 10673379 h 15947979"/>
              <a:gd name="connsiteX1855" fmla="*/ 12934356 w 17486265"/>
              <a:gd name="connsiteY1855" fmla="*/ 10755341 h 15947979"/>
              <a:gd name="connsiteX1856" fmla="*/ 12852394 w 17486265"/>
              <a:gd name="connsiteY1856" fmla="*/ 10751650 h 15947979"/>
              <a:gd name="connsiteX1857" fmla="*/ 12856084 w 17486265"/>
              <a:gd name="connsiteY1857" fmla="*/ 10669687 h 15947979"/>
              <a:gd name="connsiteX1858" fmla="*/ 12897830 w 17486265"/>
              <a:gd name="connsiteY1858" fmla="*/ 10654559 h 15947979"/>
              <a:gd name="connsiteX1859" fmla="*/ 12195336 w 17486265"/>
              <a:gd name="connsiteY1859" fmla="*/ 10628489 h 15947979"/>
              <a:gd name="connsiteX1860" fmla="*/ 12231700 w 17486265"/>
              <a:gd name="connsiteY1860" fmla="*/ 10645504 h 15947979"/>
              <a:gd name="connsiteX1861" fmla="*/ 12228362 w 17486265"/>
              <a:gd name="connsiteY1861" fmla="*/ 10719614 h 15947979"/>
              <a:gd name="connsiteX1862" fmla="*/ 12154254 w 17486265"/>
              <a:gd name="connsiteY1862" fmla="*/ 10716277 h 15947979"/>
              <a:gd name="connsiteX1863" fmla="*/ 12157590 w 17486265"/>
              <a:gd name="connsiteY1863" fmla="*/ 10642168 h 15947979"/>
              <a:gd name="connsiteX1864" fmla="*/ 12195336 w 17486265"/>
              <a:gd name="connsiteY1864" fmla="*/ 10628489 h 15947979"/>
              <a:gd name="connsiteX1865" fmla="*/ 11492902 w 17486265"/>
              <a:gd name="connsiteY1865" fmla="*/ 10601168 h 15947979"/>
              <a:gd name="connsiteX1866" fmla="*/ 11526276 w 17486265"/>
              <a:gd name="connsiteY1866" fmla="*/ 10616786 h 15947979"/>
              <a:gd name="connsiteX1867" fmla="*/ 11523214 w 17486265"/>
              <a:gd name="connsiteY1867" fmla="*/ 10684805 h 15947979"/>
              <a:gd name="connsiteX1868" fmla="*/ 11455196 w 17486265"/>
              <a:gd name="connsiteY1868" fmla="*/ 10681741 h 15947979"/>
              <a:gd name="connsiteX1869" fmla="*/ 11458260 w 17486265"/>
              <a:gd name="connsiteY1869" fmla="*/ 10613724 h 15947979"/>
              <a:gd name="connsiteX1870" fmla="*/ 11492902 w 17486265"/>
              <a:gd name="connsiteY1870" fmla="*/ 10601168 h 15947979"/>
              <a:gd name="connsiteX1871" fmla="*/ 10790340 w 17486265"/>
              <a:gd name="connsiteY1871" fmla="*/ 10576626 h 15947979"/>
              <a:gd name="connsiteX1872" fmla="*/ 10818798 w 17486265"/>
              <a:gd name="connsiteY1872" fmla="*/ 10589944 h 15947979"/>
              <a:gd name="connsiteX1873" fmla="*/ 10816186 w 17486265"/>
              <a:gd name="connsiteY1873" fmla="*/ 10647943 h 15947979"/>
              <a:gd name="connsiteX1874" fmla="*/ 10758186 w 17486265"/>
              <a:gd name="connsiteY1874" fmla="*/ 10645332 h 15947979"/>
              <a:gd name="connsiteX1875" fmla="*/ 10760798 w 17486265"/>
              <a:gd name="connsiteY1875" fmla="*/ 10587332 h 15947979"/>
              <a:gd name="connsiteX1876" fmla="*/ 10790340 w 17486265"/>
              <a:gd name="connsiteY1876" fmla="*/ 10576626 h 15947979"/>
              <a:gd name="connsiteX1877" fmla="*/ 10087850 w 17486265"/>
              <a:gd name="connsiteY1877" fmla="*/ 10550553 h 15947979"/>
              <a:gd name="connsiteX1878" fmla="*/ 10112454 w 17486265"/>
              <a:gd name="connsiteY1878" fmla="*/ 10562070 h 15947979"/>
              <a:gd name="connsiteX1879" fmla="*/ 10110196 w 17486265"/>
              <a:gd name="connsiteY1879" fmla="*/ 10612215 h 15947979"/>
              <a:gd name="connsiteX1880" fmla="*/ 10060052 w 17486265"/>
              <a:gd name="connsiteY1880" fmla="*/ 10609955 h 15947979"/>
              <a:gd name="connsiteX1881" fmla="*/ 10062308 w 17486265"/>
              <a:gd name="connsiteY1881" fmla="*/ 10559811 h 15947979"/>
              <a:gd name="connsiteX1882" fmla="*/ 10087850 w 17486265"/>
              <a:gd name="connsiteY1882" fmla="*/ 10550553 h 15947979"/>
              <a:gd name="connsiteX1883" fmla="*/ 9385338 w 17486265"/>
              <a:gd name="connsiteY1883" fmla="*/ 10524282 h 15947979"/>
              <a:gd name="connsiteX1884" fmla="*/ 9406210 w 17486265"/>
              <a:gd name="connsiteY1884" fmla="*/ 10534050 h 15947979"/>
              <a:gd name="connsiteX1885" fmla="*/ 9404296 w 17486265"/>
              <a:gd name="connsiteY1885" fmla="*/ 10576587 h 15947979"/>
              <a:gd name="connsiteX1886" fmla="*/ 9361758 w 17486265"/>
              <a:gd name="connsiteY1886" fmla="*/ 10574671 h 15947979"/>
              <a:gd name="connsiteX1887" fmla="*/ 9363674 w 17486265"/>
              <a:gd name="connsiteY1887" fmla="*/ 10532134 h 15947979"/>
              <a:gd name="connsiteX1888" fmla="*/ 9385338 w 17486265"/>
              <a:gd name="connsiteY1888" fmla="*/ 10524282 h 15947979"/>
              <a:gd name="connsiteX1889" fmla="*/ 8682874 w 17486265"/>
              <a:gd name="connsiteY1889" fmla="*/ 10497595 h 15947979"/>
              <a:gd name="connsiteX1890" fmla="*/ 8700320 w 17486265"/>
              <a:gd name="connsiteY1890" fmla="*/ 10505758 h 15947979"/>
              <a:gd name="connsiteX1891" fmla="*/ 8698718 w 17486265"/>
              <a:gd name="connsiteY1891" fmla="*/ 10541312 h 15947979"/>
              <a:gd name="connsiteX1892" fmla="*/ 8663164 w 17486265"/>
              <a:gd name="connsiteY1892" fmla="*/ 10539712 h 15947979"/>
              <a:gd name="connsiteX1893" fmla="*/ 8664766 w 17486265"/>
              <a:gd name="connsiteY1893" fmla="*/ 10504158 h 15947979"/>
              <a:gd name="connsiteX1894" fmla="*/ 8682874 w 17486265"/>
              <a:gd name="connsiteY1894" fmla="*/ 10497595 h 15947979"/>
              <a:gd name="connsiteX1895" fmla="*/ 7980322 w 17486265"/>
              <a:gd name="connsiteY1895" fmla="*/ 10472448 h 15947979"/>
              <a:gd name="connsiteX1896" fmla="*/ 7993290 w 17486265"/>
              <a:gd name="connsiteY1896" fmla="*/ 10478517 h 15947979"/>
              <a:gd name="connsiteX1897" fmla="*/ 7992100 w 17486265"/>
              <a:gd name="connsiteY1897" fmla="*/ 10504945 h 15947979"/>
              <a:gd name="connsiteX1898" fmla="*/ 7965672 w 17486265"/>
              <a:gd name="connsiteY1898" fmla="*/ 10503755 h 15947979"/>
              <a:gd name="connsiteX1899" fmla="*/ 7966860 w 17486265"/>
              <a:gd name="connsiteY1899" fmla="*/ 10477326 h 15947979"/>
              <a:gd name="connsiteX1900" fmla="*/ 7980322 w 17486265"/>
              <a:gd name="connsiteY1900" fmla="*/ 10472448 h 15947979"/>
              <a:gd name="connsiteX1901" fmla="*/ 16777222 w 17486265"/>
              <a:gd name="connsiteY1901" fmla="*/ 10450753 h 15947979"/>
              <a:gd name="connsiteX1902" fmla="*/ 16835918 w 17486265"/>
              <a:gd name="connsiteY1902" fmla="*/ 10478222 h 15947979"/>
              <a:gd name="connsiteX1903" fmla="*/ 16830534 w 17486265"/>
              <a:gd name="connsiteY1903" fmla="*/ 10597845 h 15947979"/>
              <a:gd name="connsiteX1904" fmla="*/ 16710910 w 17486265"/>
              <a:gd name="connsiteY1904" fmla="*/ 10592457 h 15947979"/>
              <a:gd name="connsiteX1905" fmla="*/ 16716298 w 17486265"/>
              <a:gd name="connsiteY1905" fmla="*/ 10472834 h 15947979"/>
              <a:gd name="connsiteX1906" fmla="*/ 16777222 w 17486265"/>
              <a:gd name="connsiteY1906" fmla="*/ 10450753 h 15947979"/>
              <a:gd name="connsiteX1907" fmla="*/ 7277874 w 17486265"/>
              <a:gd name="connsiteY1907" fmla="*/ 10445301 h 15947979"/>
              <a:gd name="connsiteX1908" fmla="*/ 7287732 w 17486265"/>
              <a:gd name="connsiteY1908" fmla="*/ 10449915 h 15947979"/>
              <a:gd name="connsiteX1909" fmla="*/ 7286828 w 17486265"/>
              <a:gd name="connsiteY1909" fmla="*/ 10470007 h 15947979"/>
              <a:gd name="connsiteX1910" fmla="*/ 7266736 w 17486265"/>
              <a:gd name="connsiteY1910" fmla="*/ 10469101 h 15947979"/>
              <a:gd name="connsiteX1911" fmla="*/ 7267640 w 17486265"/>
              <a:gd name="connsiteY1911" fmla="*/ 10449010 h 15947979"/>
              <a:gd name="connsiteX1912" fmla="*/ 7277874 w 17486265"/>
              <a:gd name="connsiteY1912" fmla="*/ 10445301 h 15947979"/>
              <a:gd name="connsiteX1913" fmla="*/ 16074778 w 17486265"/>
              <a:gd name="connsiteY1913" fmla="*/ 10423609 h 15947979"/>
              <a:gd name="connsiteX1914" fmla="*/ 16130366 w 17486265"/>
              <a:gd name="connsiteY1914" fmla="*/ 10449622 h 15947979"/>
              <a:gd name="connsiteX1915" fmla="*/ 16125266 w 17486265"/>
              <a:gd name="connsiteY1915" fmla="*/ 10562908 h 15947979"/>
              <a:gd name="connsiteX1916" fmla="*/ 16011978 w 17486265"/>
              <a:gd name="connsiteY1916" fmla="*/ 10557806 h 15947979"/>
              <a:gd name="connsiteX1917" fmla="*/ 16017082 w 17486265"/>
              <a:gd name="connsiteY1917" fmla="*/ 10444520 h 15947979"/>
              <a:gd name="connsiteX1918" fmla="*/ 16074778 w 17486265"/>
              <a:gd name="connsiteY1918" fmla="*/ 10423609 h 15947979"/>
              <a:gd name="connsiteX1919" fmla="*/ 6569144 w 17486265"/>
              <a:gd name="connsiteY1919" fmla="*/ 10421484 h 15947979"/>
              <a:gd name="connsiteX1920" fmla="*/ 6581382 w 17486265"/>
              <a:gd name="connsiteY1920" fmla="*/ 10422034 h 15947979"/>
              <a:gd name="connsiteX1921" fmla="*/ 6580830 w 17486265"/>
              <a:gd name="connsiteY1921" fmla="*/ 10434271 h 15947979"/>
              <a:gd name="connsiteX1922" fmla="*/ 6568592 w 17486265"/>
              <a:gd name="connsiteY1922" fmla="*/ 10433721 h 15947979"/>
              <a:gd name="connsiteX1923" fmla="*/ 6569144 w 17486265"/>
              <a:gd name="connsiteY1923" fmla="*/ 10421484 h 15947979"/>
              <a:gd name="connsiteX1924" fmla="*/ 15372266 w 17486265"/>
              <a:gd name="connsiteY1924" fmla="*/ 10397994 h 15947979"/>
              <a:gd name="connsiteX1925" fmla="*/ 15423682 w 17486265"/>
              <a:gd name="connsiteY1925" fmla="*/ 10422056 h 15947979"/>
              <a:gd name="connsiteX1926" fmla="*/ 15418962 w 17486265"/>
              <a:gd name="connsiteY1926" fmla="*/ 10526841 h 15947979"/>
              <a:gd name="connsiteX1927" fmla="*/ 15314178 w 17486265"/>
              <a:gd name="connsiteY1927" fmla="*/ 10522122 h 15947979"/>
              <a:gd name="connsiteX1928" fmla="*/ 15318898 w 17486265"/>
              <a:gd name="connsiteY1928" fmla="*/ 10417337 h 15947979"/>
              <a:gd name="connsiteX1929" fmla="*/ 15372266 w 17486265"/>
              <a:gd name="connsiteY1929" fmla="*/ 10397994 h 15947979"/>
              <a:gd name="connsiteX1930" fmla="*/ 5871566 w 17486265"/>
              <a:gd name="connsiteY1930" fmla="*/ 10394959 h 15947979"/>
              <a:gd name="connsiteX1931" fmla="*/ 5874032 w 17486265"/>
              <a:gd name="connsiteY1931" fmla="*/ 10395070 h 15947979"/>
              <a:gd name="connsiteX1932" fmla="*/ 5873920 w 17486265"/>
              <a:gd name="connsiteY1932" fmla="*/ 10397536 h 15947979"/>
              <a:gd name="connsiteX1933" fmla="*/ 5871454 w 17486265"/>
              <a:gd name="connsiteY1933" fmla="*/ 10397426 h 15947979"/>
              <a:gd name="connsiteX1934" fmla="*/ 5871566 w 17486265"/>
              <a:gd name="connsiteY1934" fmla="*/ 10394959 h 15947979"/>
              <a:gd name="connsiteX1935" fmla="*/ 14669758 w 17486265"/>
              <a:gd name="connsiteY1935" fmla="*/ 10371722 h 15947979"/>
              <a:gd name="connsiteX1936" fmla="*/ 14717440 w 17486265"/>
              <a:gd name="connsiteY1936" fmla="*/ 10394036 h 15947979"/>
              <a:gd name="connsiteX1937" fmla="*/ 14713064 w 17486265"/>
              <a:gd name="connsiteY1937" fmla="*/ 10491213 h 15947979"/>
              <a:gd name="connsiteX1938" fmla="*/ 14615888 w 17486265"/>
              <a:gd name="connsiteY1938" fmla="*/ 10486836 h 15947979"/>
              <a:gd name="connsiteX1939" fmla="*/ 14620264 w 17486265"/>
              <a:gd name="connsiteY1939" fmla="*/ 10389659 h 15947979"/>
              <a:gd name="connsiteX1940" fmla="*/ 14669758 w 17486265"/>
              <a:gd name="connsiteY1940" fmla="*/ 10371722 h 15947979"/>
              <a:gd name="connsiteX1941" fmla="*/ 13967274 w 17486265"/>
              <a:gd name="connsiteY1941" fmla="*/ 10345475 h 15947979"/>
              <a:gd name="connsiteX1942" fmla="*/ 14011222 w 17486265"/>
              <a:gd name="connsiteY1942" fmla="*/ 10366044 h 15947979"/>
              <a:gd name="connsiteX1943" fmla="*/ 14007190 w 17486265"/>
              <a:gd name="connsiteY1943" fmla="*/ 10455613 h 15947979"/>
              <a:gd name="connsiteX1944" fmla="*/ 13917620 w 17486265"/>
              <a:gd name="connsiteY1944" fmla="*/ 10451579 h 15947979"/>
              <a:gd name="connsiteX1945" fmla="*/ 13921654 w 17486265"/>
              <a:gd name="connsiteY1945" fmla="*/ 10362009 h 15947979"/>
              <a:gd name="connsiteX1946" fmla="*/ 13967274 w 17486265"/>
              <a:gd name="connsiteY1946" fmla="*/ 10345475 h 15947979"/>
              <a:gd name="connsiteX1947" fmla="*/ 13264762 w 17486265"/>
              <a:gd name="connsiteY1947" fmla="*/ 10319251 h 15947979"/>
              <a:gd name="connsiteX1948" fmla="*/ 13304980 w 17486265"/>
              <a:gd name="connsiteY1948" fmla="*/ 10338072 h 15947979"/>
              <a:gd name="connsiteX1949" fmla="*/ 13301288 w 17486265"/>
              <a:gd name="connsiteY1949" fmla="*/ 10420035 h 15947979"/>
              <a:gd name="connsiteX1950" fmla="*/ 13219326 w 17486265"/>
              <a:gd name="connsiteY1950" fmla="*/ 10416343 h 15947979"/>
              <a:gd name="connsiteX1951" fmla="*/ 13223016 w 17486265"/>
              <a:gd name="connsiteY1951" fmla="*/ 10334381 h 15947979"/>
              <a:gd name="connsiteX1952" fmla="*/ 13264762 w 17486265"/>
              <a:gd name="connsiteY1952" fmla="*/ 10319251 h 15947979"/>
              <a:gd name="connsiteX1953" fmla="*/ 12562270 w 17486265"/>
              <a:gd name="connsiteY1953" fmla="*/ 10293181 h 15947979"/>
              <a:gd name="connsiteX1954" fmla="*/ 12598634 w 17486265"/>
              <a:gd name="connsiteY1954" fmla="*/ 10310198 h 15947979"/>
              <a:gd name="connsiteX1955" fmla="*/ 12595296 w 17486265"/>
              <a:gd name="connsiteY1955" fmla="*/ 10384307 h 15947979"/>
              <a:gd name="connsiteX1956" fmla="*/ 12521188 w 17486265"/>
              <a:gd name="connsiteY1956" fmla="*/ 10380970 h 15947979"/>
              <a:gd name="connsiteX1957" fmla="*/ 12524526 w 17486265"/>
              <a:gd name="connsiteY1957" fmla="*/ 10306860 h 15947979"/>
              <a:gd name="connsiteX1958" fmla="*/ 12562270 w 17486265"/>
              <a:gd name="connsiteY1958" fmla="*/ 10293181 h 15947979"/>
              <a:gd name="connsiteX1959" fmla="*/ 11859834 w 17486265"/>
              <a:gd name="connsiteY1959" fmla="*/ 10265861 h 15947979"/>
              <a:gd name="connsiteX1960" fmla="*/ 11893210 w 17486265"/>
              <a:gd name="connsiteY1960" fmla="*/ 10281480 h 15947979"/>
              <a:gd name="connsiteX1961" fmla="*/ 11890146 w 17486265"/>
              <a:gd name="connsiteY1961" fmla="*/ 10349497 h 15947979"/>
              <a:gd name="connsiteX1962" fmla="*/ 11822130 w 17486265"/>
              <a:gd name="connsiteY1962" fmla="*/ 10346433 h 15947979"/>
              <a:gd name="connsiteX1963" fmla="*/ 11825192 w 17486265"/>
              <a:gd name="connsiteY1963" fmla="*/ 10278416 h 15947979"/>
              <a:gd name="connsiteX1964" fmla="*/ 11859834 w 17486265"/>
              <a:gd name="connsiteY1964" fmla="*/ 10265861 h 15947979"/>
              <a:gd name="connsiteX1965" fmla="*/ 11157274 w 17486265"/>
              <a:gd name="connsiteY1965" fmla="*/ 10241319 h 15947979"/>
              <a:gd name="connsiteX1966" fmla="*/ 11185732 w 17486265"/>
              <a:gd name="connsiteY1966" fmla="*/ 10254637 h 15947979"/>
              <a:gd name="connsiteX1967" fmla="*/ 11183120 w 17486265"/>
              <a:gd name="connsiteY1967" fmla="*/ 10312637 h 15947979"/>
              <a:gd name="connsiteX1968" fmla="*/ 11125120 w 17486265"/>
              <a:gd name="connsiteY1968" fmla="*/ 10310025 h 15947979"/>
              <a:gd name="connsiteX1969" fmla="*/ 11127732 w 17486265"/>
              <a:gd name="connsiteY1969" fmla="*/ 10252025 h 15947979"/>
              <a:gd name="connsiteX1970" fmla="*/ 11157274 w 17486265"/>
              <a:gd name="connsiteY1970" fmla="*/ 10241319 h 15947979"/>
              <a:gd name="connsiteX1971" fmla="*/ 10454782 w 17486265"/>
              <a:gd name="connsiteY1971" fmla="*/ 10215247 h 15947979"/>
              <a:gd name="connsiteX1972" fmla="*/ 10479386 w 17486265"/>
              <a:gd name="connsiteY1972" fmla="*/ 10226763 h 15947979"/>
              <a:gd name="connsiteX1973" fmla="*/ 10477128 w 17486265"/>
              <a:gd name="connsiteY1973" fmla="*/ 10276907 h 15947979"/>
              <a:gd name="connsiteX1974" fmla="*/ 10426984 w 17486265"/>
              <a:gd name="connsiteY1974" fmla="*/ 10274648 h 15947979"/>
              <a:gd name="connsiteX1975" fmla="*/ 10429240 w 17486265"/>
              <a:gd name="connsiteY1975" fmla="*/ 10224503 h 15947979"/>
              <a:gd name="connsiteX1976" fmla="*/ 10454782 w 17486265"/>
              <a:gd name="connsiteY1976" fmla="*/ 10215247 h 15947979"/>
              <a:gd name="connsiteX1977" fmla="*/ 9752314 w 17486265"/>
              <a:gd name="connsiteY1977" fmla="*/ 10188075 h 15947979"/>
              <a:gd name="connsiteX1978" fmla="*/ 9773810 w 17486265"/>
              <a:gd name="connsiteY1978" fmla="*/ 10198135 h 15947979"/>
              <a:gd name="connsiteX1979" fmla="*/ 9771838 w 17486265"/>
              <a:gd name="connsiteY1979" fmla="*/ 10241942 h 15947979"/>
              <a:gd name="connsiteX1980" fmla="*/ 9728030 w 17486265"/>
              <a:gd name="connsiteY1980" fmla="*/ 10239968 h 15947979"/>
              <a:gd name="connsiteX1981" fmla="*/ 9730002 w 17486265"/>
              <a:gd name="connsiteY1981" fmla="*/ 10196161 h 15947979"/>
              <a:gd name="connsiteX1982" fmla="*/ 9752314 w 17486265"/>
              <a:gd name="connsiteY1982" fmla="*/ 10188075 h 15947979"/>
              <a:gd name="connsiteX1983" fmla="*/ 9049808 w 17486265"/>
              <a:gd name="connsiteY1983" fmla="*/ 10162286 h 15947979"/>
              <a:gd name="connsiteX1984" fmla="*/ 9067254 w 17486265"/>
              <a:gd name="connsiteY1984" fmla="*/ 10170450 h 15947979"/>
              <a:gd name="connsiteX1985" fmla="*/ 9065652 w 17486265"/>
              <a:gd name="connsiteY1985" fmla="*/ 10206004 h 15947979"/>
              <a:gd name="connsiteX1986" fmla="*/ 9030100 w 17486265"/>
              <a:gd name="connsiteY1986" fmla="*/ 10204402 h 15947979"/>
              <a:gd name="connsiteX1987" fmla="*/ 9031700 w 17486265"/>
              <a:gd name="connsiteY1987" fmla="*/ 10168848 h 15947979"/>
              <a:gd name="connsiteX1988" fmla="*/ 9049808 w 17486265"/>
              <a:gd name="connsiteY1988" fmla="*/ 10162286 h 15947979"/>
              <a:gd name="connsiteX1989" fmla="*/ 8347282 w 17486265"/>
              <a:gd name="connsiteY1989" fmla="*/ 10137117 h 15947979"/>
              <a:gd name="connsiteX1990" fmla="*/ 8360250 w 17486265"/>
              <a:gd name="connsiteY1990" fmla="*/ 10143186 h 15947979"/>
              <a:gd name="connsiteX1991" fmla="*/ 8359060 w 17486265"/>
              <a:gd name="connsiteY1991" fmla="*/ 10169614 h 15947979"/>
              <a:gd name="connsiteX1992" fmla="*/ 8332632 w 17486265"/>
              <a:gd name="connsiteY1992" fmla="*/ 10168425 h 15947979"/>
              <a:gd name="connsiteX1993" fmla="*/ 8333820 w 17486265"/>
              <a:gd name="connsiteY1993" fmla="*/ 10141995 h 15947979"/>
              <a:gd name="connsiteX1994" fmla="*/ 8347282 w 17486265"/>
              <a:gd name="connsiteY1994" fmla="*/ 10137117 h 15947979"/>
              <a:gd name="connsiteX1995" fmla="*/ 17144158 w 17486265"/>
              <a:gd name="connsiteY1995" fmla="*/ 10115446 h 15947979"/>
              <a:gd name="connsiteX1996" fmla="*/ 17202854 w 17486265"/>
              <a:gd name="connsiteY1996" fmla="*/ 10142915 h 15947979"/>
              <a:gd name="connsiteX1997" fmla="*/ 17197466 w 17486265"/>
              <a:gd name="connsiteY1997" fmla="*/ 10262538 h 15947979"/>
              <a:gd name="connsiteX1998" fmla="*/ 17077842 w 17486265"/>
              <a:gd name="connsiteY1998" fmla="*/ 10257150 h 15947979"/>
              <a:gd name="connsiteX1999" fmla="*/ 17083230 w 17486265"/>
              <a:gd name="connsiteY1999" fmla="*/ 10137527 h 15947979"/>
              <a:gd name="connsiteX2000" fmla="*/ 17144158 w 17486265"/>
              <a:gd name="connsiteY2000" fmla="*/ 10115446 h 15947979"/>
              <a:gd name="connsiteX2001" fmla="*/ 7644810 w 17486265"/>
              <a:gd name="connsiteY2001" fmla="*/ 10109993 h 15947979"/>
              <a:gd name="connsiteX2002" fmla="*/ 7654668 w 17486265"/>
              <a:gd name="connsiteY2002" fmla="*/ 10114606 h 15947979"/>
              <a:gd name="connsiteX2003" fmla="*/ 7653762 w 17486265"/>
              <a:gd name="connsiteY2003" fmla="*/ 10134698 h 15947979"/>
              <a:gd name="connsiteX2004" fmla="*/ 7633672 w 17486265"/>
              <a:gd name="connsiteY2004" fmla="*/ 10133792 h 15947979"/>
              <a:gd name="connsiteX2005" fmla="*/ 7634576 w 17486265"/>
              <a:gd name="connsiteY2005" fmla="*/ 10113701 h 15947979"/>
              <a:gd name="connsiteX2006" fmla="*/ 7644810 w 17486265"/>
              <a:gd name="connsiteY2006" fmla="*/ 10109993 h 15947979"/>
              <a:gd name="connsiteX2007" fmla="*/ 16441674 w 17486265"/>
              <a:gd name="connsiteY2007" fmla="*/ 10089199 h 15947979"/>
              <a:gd name="connsiteX2008" fmla="*/ 16496638 w 17486265"/>
              <a:gd name="connsiteY2008" fmla="*/ 10114921 h 15947979"/>
              <a:gd name="connsiteX2009" fmla="*/ 16491594 w 17486265"/>
              <a:gd name="connsiteY2009" fmla="*/ 10226936 h 15947979"/>
              <a:gd name="connsiteX2010" fmla="*/ 16379578 w 17486265"/>
              <a:gd name="connsiteY2010" fmla="*/ 10221891 h 15947979"/>
              <a:gd name="connsiteX2011" fmla="*/ 16384622 w 17486265"/>
              <a:gd name="connsiteY2011" fmla="*/ 10109875 h 15947979"/>
              <a:gd name="connsiteX2012" fmla="*/ 16441674 w 17486265"/>
              <a:gd name="connsiteY2012" fmla="*/ 10089199 h 15947979"/>
              <a:gd name="connsiteX2013" fmla="*/ 6936078 w 17486265"/>
              <a:gd name="connsiteY2013" fmla="*/ 10086174 h 15947979"/>
              <a:gd name="connsiteX2014" fmla="*/ 6948316 w 17486265"/>
              <a:gd name="connsiteY2014" fmla="*/ 10086726 h 15947979"/>
              <a:gd name="connsiteX2015" fmla="*/ 6947766 w 17486265"/>
              <a:gd name="connsiteY2015" fmla="*/ 10098963 h 15947979"/>
              <a:gd name="connsiteX2016" fmla="*/ 6935526 w 17486265"/>
              <a:gd name="connsiteY2016" fmla="*/ 10098413 h 15947979"/>
              <a:gd name="connsiteX2017" fmla="*/ 6936078 w 17486265"/>
              <a:gd name="connsiteY2017" fmla="*/ 10086174 h 15947979"/>
              <a:gd name="connsiteX2018" fmla="*/ 15739198 w 17486265"/>
              <a:gd name="connsiteY2018" fmla="*/ 10062688 h 15947979"/>
              <a:gd name="connsiteX2019" fmla="*/ 15790618 w 17486265"/>
              <a:gd name="connsiteY2019" fmla="*/ 10086748 h 15947979"/>
              <a:gd name="connsiteX2020" fmla="*/ 15785894 w 17486265"/>
              <a:gd name="connsiteY2020" fmla="*/ 10191534 h 15947979"/>
              <a:gd name="connsiteX2021" fmla="*/ 15681110 w 17486265"/>
              <a:gd name="connsiteY2021" fmla="*/ 10186815 h 15947979"/>
              <a:gd name="connsiteX2022" fmla="*/ 15685830 w 17486265"/>
              <a:gd name="connsiteY2022" fmla="*/ 10082029 h 15947979"/>
              <a:gd name="connsiteX2023" fmla="*/ 15739198 w 17486265"/>
              <a:gd name="connsiteY2023" fmla="*/ 10062688 h 15947979"/>
              <a:gd name="connsiteX2024" fmla="*/ 6238500 w 17486265"/>
              <a:gd name="connsiteY2024" fmla="*/ 10059652 h 15947979"/>
              <a:gd name="connsiteX2025" fmla="*/ 6240966 w 17486265"/>
              <a:gd name="connsiteY2025" fmla="*/ 10059763 h 15947979"/>
              <a:gd name="connsiteX2026" fmla="*/ 6240854 w 17486265"/>
              <a:gd name="connsiteY2026" fmla="*/ 10062229 h 15947979"/>
              <a:gd name="connsiteX2027" fmla="*/ 6238388 w 17486265"/>
              <a:gd name="connsiteY2027" fmla="*/ 10062118 h 15947979"/>
              <a:gd name="connsiteX2028" fmla="*/ 6238500 w 17486265"/>
              <a:gd name="connsiteY2028" fmla="*/ 10059652 h 15947979"/>
              <a:gd name="connsiteX2029" fmla="*/ 15036690 w 17486265"/>
              <a:gd name="connsiteY2029" fmla="*/ 10036414 h 15947979"/>
              <a:gd name="connsiteX2030" fmla="*/ 15084374 w 17486265"/>
              <a:gd name="connsiteY2030" fmla="*/ 10058729 h 15947979"/>
              <a:gd name="connsiteX2031" fmla="*/ 15079998 w 17486265"/>
              <a:gd name="connsiteY2031" fmla="*/ 10155905 h 15947979"/>
              <a:gd name="connsiteX2032" fmla="*/ 14982822 w 17486265"/>
              <a:gd name="connsiteY2032" fmla="*/ 10151529 h 15947979"/>
              <a:gd name="connsiteX2033" fmla="*/ 14987198 w 17486265"/>
              <a:gd name="connsiteY2033" fmla="*/ 10054352 h 15947979"/>
              <a:gd name="connsiteX2034" fmla="*/ 15036690 w 17486265"/>
              <a:gd name="connsiteY2034" fmla="*/ 10036414 h 15947979"/>
              <a:gd name="connsiteX2035" fmla="*/ 14334208 w 17486265"/>
              <a:gd name="connsiteY2035" fmla="*/ 10010168 h 15947979"/>
              <a:gd name="connsiteX2036" fmla="*/ 14378158 w 17486265"/>
              <a:gd name="connsiteY2036" fmla="*/ 10030734 h 15947979"/>
              <a:gd name="connsiteX2037" fmla="*/ 14374124 w 17486265"/>
              <a:gd name="connsiteY2037" fmla="*/ 10120303 h 15947979"/>
              <a:gd name="connsiteX2038" fmla="*/ 14284554 w 17486265"/>
              <a:gd name="connsiteY2038" fmla="*/ 10116270 h 15947979"/>
              <a:gd name="connsiteX2039" fmla="*/ 14288588 w 17486265"/>
              <a:gd name="connsiteY2039" fmla="*/ 10026700 h 15947979"/>
              <a:gd name="connsiteX2040" fmla="*/ 14334208 w 17486265"/>
              <a:gd name="connsiteY2040" fmla="*/ 10010168 h 15947979"/>
              <a:gd name="connsiteX2041" fmla="*/ 13631724 w 17486265"/>
              <a:gd name="connsiteY2041" fmla="*/ 9983920 h 15947979"/>
              <a:gd name="connsiteX2042" fmla="*/ 13671940 w 17486265"/>
              <a:gd name="connsiteY2042" fmla="*/ 10002741 h 15947979"/>
              <a:gd name="connsiteX2043" fmla="*/ 13668248 w 17486265"/>
              <a:gd name="connsiteY2043" fmla="*/ 10084703 h 15947979"/>
              <a:gd name="connsiteX2044" fmla="*/ 13586286 w 17486265"/>
              <a:gd name="connsiteY2044" fmla="*/ 10081012 h 15947979"/>
              <a:gd name="connsiteX2045" fmla="*/ 13589978 w 17486265"/>
              <a:gd name="connsiteY2045" fmla="*/ 9999049 h 15947979"/>
              <a:gd name="connsiteX2046" fmla="*/ 13631724 w 17486265"/>
              <a:gd name="connsiteY2046" fmla="*/ 9983920 h 15947979"/>
              <a:gd name="connsiteX2047" fmla="*/ 12929206 w 17486265"/>
              <a:gd name="connsiteY2047" fmla="*/ 9957872 h 15947979"/>
              <a:gd name="connsiteX2048" fmla="*/ 12965568 w 17486265"/>
              <a:gd name="connsiteY2048" fmla="*/ 9974889 h 15947979"/>
              <a:gd name="connsiteX2049" fmla="*/ 12962230 w 17486265"/>
              <a:gd name="connsiteY2049" fmla="*/ 10048997 h 15947979"/>
              <a:gd name="connsiteX2050" fmla="*/ 12888122 w 17486265"/>
              <a:gd name="connsiteY2050" fmla="*/ 10045661 h 15947979"/>
              <a:gd name="connsiteX2051" fmla="*/ 12891460 w 17486265"/>
              <a:gd name="connsiteY2051" fmla="*/ 9971551 h 15947979"/>
              <a:gd name="connsiteX2052" fmla="*/ 12929206 w 17486265"/>
              <a:gd name="connsiteY2052" fmla="*/ 9957872 h 15947979"/>
              <a:gd name="connsiteX2053" fmla="*/ 12226700 w 17486265"/>
              <a:gd name="connsiteY2053" fmla="*/ 9932083 h 15947979"/>
              <a:gd name="connsiteX2054" fmla="*/ 12259014 w 17486265"/>
              <a:gd name="connsiteY2054" fmla="*/ 9947204 h 15947979"/>
              <a:gd name="connsiteX2055" fmla="*/ 12256048 w 17486265"/>
              <a:gd name="connsiteY2055" fmla="*/ 10013057 h 15947979"/>
              <a:gd name="connsiteX2056" fmla="*/ 12190194 w 17486265"/>
              <a:gd name="connsiteY2056" fmla="*/ 10010092 h 15947979"/>
              <a:gd name="connsiteX2057" fmla="*/ 12193160 w 17486265"/>
              <a:gd name="connsiteY2057" fmla="*/ 9944238 h 15947979"/>
              <a:gd name="connsiteX2058" fmla="*/ 12226700 w 17486265"/>
              <a:gd name="connsiteY2058" fmla="*/ 9932083 h 15947979"/>
              <a:gd name="connsiteX2059" fmla="*/ 11524208 w 17486265"/>
              <a:gd name="connsiteY2059" fmla="*/ 9906010 h 15947979"/>
              <a:gd name="connsiteX2060" fmla="*/ 11552668 w 17486265"/>
              <a:gd name="connsiteY2060" fmla="*/ 9919328 h 15947979"/>
              <a:gd name="connsiteX2061" fmla="*/ 11550056 w 17486265"/>
              <a:gd name="connsiteY2061" fmla="*/ 9977328 h 15947979"/>
              <a:gd name="connsiteX2062" fmla="*/ 11492056 w 17486265"/>
              <a:gd name="connsiteY2062" fmla="*/ 9974717 h 15947979"/>
              <a:gd name="connsiteX2063" fmla="*/ 11494668 w 17486265"/>
              <a:gd name="connsiteY2063" fmla="*/ 9916717 h 15947979"/>
              <a:gd name="connsiteX2064" fmla="*/ 11524208 w 17486265"/>
              <a:gd name="connsiteY2064" fmla="*/ 9906010 h 15947979"/>
              <a:gd name="connsiteX2065" fmla="*/ 10821716 w 17486265"/>
              <a:gd name="connsiteY2065" fmla="*/ 9879936 h 15947979"/>
              <a:gd name="connsiteX2066" fmla="*/ 10846322 w 17486265"/>
              <a:gd name="connsiteY2066" fmla="*/ 9891452 h 15947979"/>
              <a:gd name="connsiteX2067" fmla="*/ 10844064 w 17486265"/>
              <a:gd name="connsiteY2067" fmla="*/ 9941597 h 15947979"/>
              <a:gd name="connsiteX2068" fmla="*/ 10793920 w 17486265"/>
              <a:gd name="connsiteY2068" fmla="*/ 9939339 h 15947979"/>
              <a:gd name="connsiteX2069" fmla="*/ 10796176 w 17486265"/>
              <a:gd name="connsiteY2069" fmla="*/ 9889193 h 15947979"/>
              <a:gd name="connsiteX2070" fmla="*/ 10821716 w 17486265"/>
              <a:gd name="connsiteY2070" fmla="*/ 9879936 h 15947979"/>
              <a:gd name="connsiteX2071" fmla="*/ 10119208 w 17486265"/>
              <a:gd name="connsiteY2071" fmla="*/ 9853665 h 15947979"/>
              <a:gd name="connsiteX2072" fmla="*/ 10140080 w 17486265"/>
              <a:gd name="connsiteY2072" fmla="*/ 9863434 h 15947979"/>
              <a:gd name="connsiteX2073" fmla="*/ 10138164 w 17486265"/>
              <a:gd name="connsiteY2073" fmla="*/ 9905971 h 15947979"/>
              <a:gd name="connsiteX2074" fmla="*/ 10095626 w 17486265"/>
              <a:gd name="connsiteY2074" fmla="*/ 9904055 h 15947979"/>
              <a:gd name="connsiteX2075" fmla="*/ 10097542 w 17486265"/>
              <a:gd name="connsiteY2075" fmla="*/ 9861517 h 15947979"/>
              <a:gd name="connsiteX2076" fmla="*/ 10119208 w 17486265"/>
              <a:gd name="connsiteY2076" fmla="*/ 9853665 h 15947979"/>
              <a:gd name="connsiteX2077" fmla="*/ 9416742 w 17486265"/>
              <a:gd name="connsiteY2077" fmla="*/ 9826979 h 15947979"/>
              <a:gd name="connsiteX2078" fmla="*/ 9434188 w 17486265"/>
              <a:gd name="connsiteY2078" fmla="*/ 9835143 h 15947979"/>
              <a:gd name="connsiteX2079" fmla="*/ 9432586 w 17486265"/>
              <a:gd name="connsiteY2079" fmla="*/ 9870696 h 15947979"/>
              <a:gd name="connsiteX2080" fmla="*/ 9397032 w 17486265"/>
              <a:gd name="connsiteY2080" fmla="*/ 9869095 h 15947979"/>
              <a:gd name="connsiteX2081" fmla="*/ 9398634 w 17486265"/>
              <a:gd name="connsiteY2081" fmla="*/ 9833542 h 15947979"/>
              <a:gd name="connsiteX2082" fmla="*/ 9416742 w 17486265"/>
              <a:gd name="connsiteY2082" fmla="*/ 9826979 h 15947979"/>
              <a:gd name="connsiteX2083" fmla="*/ 8714256 w 17486265"/>
              <a:gd name="connsiteY2083" fmla="*/ 9800911 h 15947979"/>
              <a:gd name="connsiteX2084" fmla="*/ 8727846 w 17486265"/>
              <a:gd name="connsiteY2084" fmla="*/ 9807271 h 15947979"/>
              <a:gd name="connsiteX2085" fmla="*/ 8726600 w 17486265"/>
              <a:gd name="connsiteY2085" fmla="*/ 9834971 h 15947979"/>
              <a:gd name="connsiteX2086" fmla="*/ 8698900 w 17486265"/>
              <a:gd name="connsiteY2086" fmla="*/ 9833721 h 15947979"/>
              <a:gd name="connsiteX2087" fmla="*/ 8700148 w 17486265"/>
              <a:gd name="connsiteY2087" fmla="*/ 9806024 h 15947979"/>
              <a:gd name="connsiteX2088" fmla="*/ 8714256 w 17486265"/>
              <a:gd name="connsiteY2088" fmla="*/ 9800911 h 15947979"/>
              <a:gd name="connsiteX2089" fmla="*/ 8011770 w 17486265"/>
              <a:gd name="connsiteY2089" fmla="*/ 9774661 h 15947979"/>
              <a:gd name="connsiteX2090" fmla="*/ 8021628 w 17486265"/>
              <a:gd name="connsiteY2090" fmla="*/ 9779274 h 15947979"/>
              <a:gd name="connsiteX2091" fmla="*/ 8020722 w 17486265"/>
              <a:gd name="connsiteY2091" fmla="*/ 9799366 h 15947979"/>
              <a:gd name="connsiteX2092" fmla="*/ 8000632 w 17486265"/>
              <a:gd name="connsiteY2092" fmla="*/ 9798460 h 15947979"/>
              <a:gd name="connsiteX2093" fmla="*/ 8001536 w 17486265"/>
              <a:gd name="connsiteY2093" fmla="*/ 9778369 h 15947979"/>
              <a:gd name="connsiteX2094" fmla="*/ 8011770 w 17486265"/>
              <a:gd name="connsiteY2094" fmla="*/ 9774661 h 15947979"/>
              <a:gd name="connsiteX2095" fmla="*/ 16808650 w 17486265"/>
              <a:gd name="connsiteY2095" fmla="*/ 9752994 h 15947979"/>
              <a:gd name="connsiteX2096" fmla="*/ 16864234 w 17486265"/>
              <a:gd name="connsiteY2096" fmla="*/ 9779006 h 15947979"/>
              <a:gd name="connsiteX2097" fmla="*/ 16859134 w 17486265"/>
              <a:gd name="connsiteY2097" fmla="*/ 9892292 h 15947979"/>
              <a:gd name="connsiteX2098" fmla="*/ 16745846 w 17486265"/>
              <a:gd name="connsiteY2098" fmla="*/ 9887190 h 15947979"/>
              <a:gd name="connsiteX2099" fmla="*/ 16750950 w 17486265"/>
              <a:gd name="connsiteY2099" fmla="*/ 9773904 h 15947979"/>
              <a:gd name="connsiteX2100" fmla="*/ 16808650 w 17486265"/>
              <a:gd name="connsiteY2100" fmla="*/ 9752994 h 15947979"/>
              <a:gd name="connsiteX2101" fmla="*/ 7303012 w 17486265"/>
              <a:gd name="connsiteY2101" fmla="*/ 9750867 h 15947979"/>
              <a:gd name="connsiteX2102" fmla="*/ 7315250 w 17486265"/>
              <a:gd name="connsiteY2102" fmla="*/ 9751419 h 15947979"/>
              <a:gd name="connsiteX2103" fmla="*/ 7314698 w 17486265"/>
              <a:gd name="connsiteY2103" fmla="*/ 9763655 h 15947979"/>
              <a:gd name="connsiteX2104" fmla="*/ 7302460 w 17486265"/>
              <a:gd name="connsiteY2104" fmla="*/ 9763105 h 15947979"/>
              <a:gd name="connsiteX2105" fmla="*/ 7303012 w 17486265"/>
              <a:gd name="connsiteY2105" fmla="*/ 9750867 h 15947979"/>
              <a:gd name="connsiteX2106" fmla="*/ 16106162 w 17486265"/>
              <a:gd name="connsiteY2106" fmla="*/ 9726747 h 15947979"/>
              <a:gd name="connsiteX2107" fmla="*/ 16158018 w 17486265"/>
              <a:gd name="connsiteY2107" fmla="*/ 9751013 h 15947979"/>
              <a:gd name="connsiteX2108" fmla="*/ 16153258 w 17486265"/>
              <a:gd name="connsiteY2108" fmla="*/ 9856691 h 15947979"/>
              <a:gd name="connsiteX2109" fmla="*/ 16047578 w 17486265"/>
              <a:gd name="connsiteY2109" fmla="*/ 9851932 h 15947979"/>
              <a:gd name="connsiteX2110" fmla="*/ 16052338 w 17486265"/>
              <a:gd name="connsiteY2110" fmla="*/ 9746254 h 15947979"/>
              <a:gd name="connsiteX2111" fmla="*/ 16106162 w 17486265"/>
              <a:gd name="connsiteY2111" fmla="*/ 9726747 h 15947979"/>
              <a:gd name="connsiteX2112" fmla="*/ 6605434 w 17486265"/>
              <a:gd name="connsiteY2112" fmla="*/ 9724344 h 15947979"/>
              <a:gd name="connsiteX2113" fmla="*/ 6607900 w 17486265"/>
              <a:gd name="connsiteY2113" fmla="*/ 9724454 h 15947979"/>
              <a:gd name="connsiteX2114" fmla="*/ 6607788 w 17486265"/>
              <a:gd name="connsiteY2114" fmla="*/ 9726920 h 15947979"/>
              <a:gd name="connsiteX2115" fmla="*/ 6605322 w 17486265"/>
              <a:gd name="connsiteY2115" fmla="*/ 9726810 h 15947979"/>
              <a:gd name="connsiteX2116" fmla="*/ 6605434 w 17486265"/>
              <a:gd name="connsiteY2116" fmla="*/ 9724344 h 15947979"/>
              <a:gd name="connsiteX2117" fmla="*/ 15403626 w 17486265"/>
              <a:gd name="connsiteY2117" fmla="*/ 9701105 h 15947979"/>
              <a:gd name="connsiteX2118" fmla="*/ 15451310 w 17486265"/>
              <a:gd name="connsiteY2118" fmla="*/ 9723419 h 15947979"/>
              <a:gd name="connsiteX2119" fmla="*/ 15446934 w 17486265"/>
              <a:gd name="connsiteY2119" fmla="*/ 9820596 h 15947979"/>
              <a:gd name="connsiteX2120" fmla="*/ 15349758 w 17486265"/>
              <a:gd name="connsiteY2120" fmla="*/ 9816219 h 15947979"/>
              <a:gd name="connsiteX2121" fmla="*/ 15354134 w 17486265"/>
              <a:gd name="connsiteY2121" fmla="*/ 9719042 h 15947979"/>
              <a:gd name="connsiteX2122" fmla="*/ 15403626 w 17486265"/>
              <a:gd name="connsiteY2122" fmla="*/ 9701105 h 15947979"/>
              <a:gd name="connsiteX2123" fmla="*/ 14701142 w 17486265"/>
              <a:gd name="connsiteY2123" fmla="*/ 9674859 h 15947979"/>
              <a:gd name="connsiteX2124" fmla="*/ 14745092 w 17486265"/>
              <a:gd name="connsiteY2124" fmla="*/ 9695427 h 15947979"/>
              <a:gd name="connsiteX2125" fmla="*/ 14741058 w 17486265"/>
              <a:gd name="connsiteY2125" fmla="*/ 9784996 h 15947979"/>
              <a:gd name="connsiteX2126" fmla="*/ 14651488 w 17486265"/>
              <a:gd name="connsiteY2126" fmla="*/ 9780962 h 15947979"/>
              <a:gd name="connsiteX2127" fmla="*/ 14655522 w 17486265"/>
              <a:gd name="connsiteY2127" fmla="*/ 9691392 h 15947979"/>
              <a:gd name="connsiteX2128" fmla="*/ 14701142 w 17486265"/>
              <a:gd name="connsiteY2128" fmla="*/ 9674859 h 15947979"/>
              <a:gd name="connsiteX2129" fmla="*/ 13998660 w 17486265"/>
              <a:gd name="connsiteY2129" fmla="*/ 9648610 h 15947979"/>
              <a:gd name="connsiteX2130" fmla="*/ 14038876 w 17486265"/>
              <a:gd name="connsiteY2130" fmla="*/ 9667432 h 15947979"/>
              <a:gd name="connsiteX2131" fmla="*/ 14035184 w 17486265"/>
              <a:gd name="connsiteY2131" fmla="*/ 9749393 h 15947979"/>
              <a:gd name="connsiteX2132" fmla="*/ 13953222 w 17486265"/>
              <a:gd name="connsiteY2132" fmla="*/ 9745703 h 15947979"/>
              <a:gd name="connsiteX2133" fmla="*/ 13956914 w 17486265"/>
              <a:gd name="connsiteY2133" fmla="*/ 9663739 h 15947979"/>
              <a:gd name="connsiteX2134" fmla="*/ 13998660 w 17486265"/>
              <a:gd name="connsiteY2134" fmla="*/ 9648610 h 15947979"/>
              <a:gd name="connsiteX2135" fmla="*/ 13296164 w 17486265"/>
              <a:gd name="connsiteY2135" fmla="*/ 9622540 h 15947979"/>
              <a:gd name="connsiteX2136" fmla="*/ 13332528 w 17486265"/>
              <a:gd name="connsiteY2136" fmla="*/ 9639557 h 15947979"/>
              <a:gd name="connsiteX2137" fmla="*/ 13329190 w 17486265"/>
              <a:gd name="connsiteY2137" fmla="*/ 9713665 h 15947979"/>
              <a:gd name="connsiteX2138" fmla="*/ 13255082 w 17486265"/>
              <a:gd name="connsiteY2138" fmla="*/ 9710329 h 15947979"/>
              <a:gd name="connsiteX2139" fmla="*/ 13258420 w 17486265"/>
              <a:gd name="connsiteY2139" fmla="*/ 9636219 h 15947979"/>
              <a:gd name="connsiteX2140" fmla="*/ 13296164 w 17486265"/>
              <a:gd name="connsiteY2140" fmla="*/ 9622540 h 15947979"/>
              <a:gd name="connsiteX2141" fmla="*/ 12593570 w 17486265"/>
              <a:gd name="connsiteY2141" fmla="*/ 9598196 h 15947979"/>
              <a:gd name="connsiteX2142" fmla="*/ 12624896 w 17486265"/>
              <a:gd name="connsiteY2142" fmla="*/ 9612856 h 15947979"/>
              <a:gd name="connsiteX2143" fmla="*/ 12622022 w 17486265"/>
              <a:gd name="connsiteY2143" fmla="*/ 9676699 h 15947979"/>
              <a:gd name="connsiteX2144" fmla="*/ 12558178 w 17486265"/>
              <a:gd name="connsiteY2144" fmla="*/ 9673824 h 15947979"/>
              <a:gd name="connsiteX2145" fmla="*/ 12561052 w 17486265"/>
              <a:gd name="connsiteY2145" fmla="*/ 9609980 h 15947979"/>
              <a:gd name="connsiteX2146" fmla="*/ 12593570 w 17486265"/>
              <a:gd name="connsiteY2146" fmla="*/ 9598196 h 15947979"/>
              <a:gd name="connsiteX2147" fmla="*/ 11891142 w 17486265"/>
              <a:gd name="connsiteY2147" fmla="*/ 9570701 h 15947979"/>
              <a:gd name="connsiteX2148" fmla="*/ 11919602 w 17486265"/>
              <a:gd name="connsiteY2148" fmla="*/ 9584020 h 15947979"/>
              <a:gd name="connsiteX2149" fmla="*/ 11916988 w 17486265"/>
              <a:gd name="connsiteY2149" fmla="*/ 9642019 h 15947979"/>
              <a:gd name="connsiteX2150" fmla="*/ 11858990 w 17486265"/>
              <a:gd name="connsiteY2150" fmla="*/ 9639408 h 15947979"/>
              <a:gd name="connsiteX2151" fmla="*/ 11861602 w 17486265"/>
              <a:gd name="connsiteY2151" fmla="*/ 9581408 h 15947979"/>
              <a:gd name="connsiteX2152" fmla="*/ 11891142 w 17486265"/>
              <a:gd name="connsiteY2152" fmla="*/ 9570701 h 15947979"/>
              <a:gd name="connsiteX2153" fmla="*/ 11188650 w 17486265"/>
              <a:gd name="connsiteY2153" fmla="*/ 9544628 h 15947979"/>
              <a:gd name="connsiteX2154" fmla="*/ 11213256 w 17486265"/>
              <a:gd name="connsiteY2154" fmla="*/ 9556144 h 15947979"/>
              <a:gd name="connsiteX2155" fmla="*/ 11210998 w 17486265"/>
              <a:gd name="connsiteY2155" fmla="*/ 9606288 h 15947979"/>
              <a:gd name="connsiteX2156" fmla="*/ 11160854 w 17486265"/>
              <a:gd name="connsiteY2156" fmla="*/ 9604030 h 15947979"/>
              <a:gd name="connsiteX2157" fmla="*/ 11163110 w 17486265"/>
              <a:gd name="connsiteY2157" fmla="*/ 9553885 h 15947979"/>
              <a:gd name="connsiteX2158" fmla="*/ 11188650 w 17486265"/>
              <a:gd name="connsiteY2158" fmla="*/ 9544628 h 15947979"/>
              <a:gd name="connsiteX2159" fmla="*/ 10486142 w 17486265"/>
              <a:gd name="connsiteY2159" fmla="*/ 9518357 h 15947979"/>
              <a:gd name="connsiteX2160" fmla="*/ 10507014 w 17486265"/>
              <a:gd name="connsiteY2160" fmla="*/ 9528124 h 15947979"/>
              <a:gd name="connsiteX2161" fmla="*/ 10505100 w 17486265"/>
              <a:gd name="connsiteY2161" fmla="*/ 9570663 h 15947979"/>
              <a:gd name="connsiteX2162" fmla="*/ 10462562 w 17486265"/>
              <a:gd name="connsiteY2162" fmla="*/ 9568746 h 15947979"/>
              <a:gd name="connsiteX2163" fmla="*/ 10464478 w 17486265"/>
              <a:gd name="connsiteY2163" fmla="*/ 9526208 h 15947979"/>
              <a:gd name="connsiteX2164" fmla="*/ 10486142 w 17486265"/>
              <a:gd name="connsiteY2164" fmla="*/ 9518357 h 15947979"/>
              <a:gd name="connsiteX2165" fmla="*/ 9783696 w 17486265"/>
              <a:gd name="connsiteY2165" fmla="*/ 9491212 h 15947979"/>
              <a:gd name="connsiteX2166" fmla="*/ 9801460 w 17486265"/>
              <a:gd name="connsiteY2166" fmla="*/ 9499527 h 15947979"/>
              <a:gd name="connsiteX2167" fmla="*/ 9799830 w 17486265"/>
              <a:gd name="connsiteY2167" fmla="*/ 9535726 h 15947979"/>
              <a:gd name="connsiteX2168" fmla="*/ 9763630 w 17486265"/>
              <a:gd name="connsiteY2168" fmla="*/ 9534096 h 15947979"/>
              <a:gd name="connsiteX2169" fmla="*/ 9765260 w 17486265"/>
              <a:gd name="connsiteY2169" fmla="*/ 9497895 h 15947979"/>
              <a:gd name="connsiteX2170" fmla="*/ 9783696 w 17486265"/>
              <a:gd name="connsiteY2170" fmla="*/ 9491212 h 15947979"/>
              <a:gd name="connsiteX2171" fmla="*/ 9081190 w 17486265"/>
              <a:gd name="connsiteY2171" fmla="*/ 9465602 h 15947979"/>
              <a:gd name="connsiteX2172" fmla="*/ 9094780 w 17486265"/>
              <a:gd name="connsiteY2172" fmla="*/ 9471962 h 15947979"/>
              <a:gd name="connsiteX2173" fmla="*/ 9093534 w 17486265"/>
              <a:gd name="connsiteY2173" fmla="*/ 9499662 h 15947979"/>
              <a:gd name="connsiteX2174" fmla="*/ 9065836 w 17486265"/>
              <a:gd name="connsiteY2174" fmla="*/ 9498413 h 15947979"/>
              <a:gd name="connsiteX2175" fmla="*/ 9067082 w 17486265"/>
              <a:gd name="connsiteY2175" fmla="*/ 9470715 h 15947979"/>
              <a:gd name="connsiteX2176" fmla="*/ 9081190 w 17486265"/>
              <a:gd name="connsiteY2176" fmla="*/ 9465602 h 15947979"/>
              <a:gd name="connsiteX2177" fmla="*/ 8378702 w 17486265"/>
              <a:gd name="connsiteY2177" fmla="*/ 9439353 h 15947979"/>
              <a:gd name="connsiteX2178" fmla="*/ 8388560 w 17486265"/>
              <a:gd name="connsiteY2178" fmla="*/ 9443966 h 15947979"/>
              <a:gd name="connsiteX2179" fmla="*/ 8387656 w 17486265"/>
              <a:gd name="connsiteY2179" fmla="*/ 9464058 h 15947979"/>
              <a:gd name="connsiteX2180" fmla="*/ 8367564 w 17486265"/>
              <a:gd name="connsiteY2180" fmla="*/ 9463153 h 15947979"/>
              <a:gd name="connsiteX2181" fmla="*/ 8368468 w 17486265"/>
              <a:gd name="connsiteY2181" fmla="*/ 9443062 h 15947979"/>
              <a:gd name="connsiteX2182" fmla="*/ 8378702 w 17486265"/>
              <a:gd name="connsiteY2182" fmla="*/ 9439353 h 15947979"/>
              <a:gd name="connsiteX2183" fmla="*/ 17175582 w 17486265"/>
              <a:gd name="connsiteY2183" fmla="*/ 9417684 h 15947979"/>
              <a:gd name="connsiteX2184" fmla="*/ 17231170 w 17486265"/>
              <a:gd name="connsiteY2184" fmla="*/ 9443697 h 15947979"/>
              <a:gd name="connsiteX2185" fmla="*/ 17226066 w 17486265"/>
              <a:gd name="connsiteY2185" fmla="*/ 9556983 h 15947979"/>
              <a:gd name="connsiteX2186" fmla="*/ 17112782 w 17486265"/>
              <a:gd name="connsiteY2186" fmla="*/ 9551881 h 15947979"/>
              <a:gd name="connsiteX2187" fmla="*/ 17117882 w 17486265"/>
              <a:gd name="connsiteY2187" fmla="*/ 9438595 h 15947979"/>
              <a:gd name="connsiteX2188" fmla="*/ 17175582 w 17486265"/>
              <a:gd name="connsiteY2188" fmla="*/ 9417684 h 15947979"/>
              <a:gd name="connsiteX2189" fmla="*/ 7669972 w 17486265"/>
              <a:gd name="connsiteY2189" fmla="*/ 9415535 h 15947979"/>
              <a:gd name="connsiteX2190" fmla="*/ 7682210 w 17486265"/>
              <a:gd name="connsiteY2190" fmla="*/ 9416086 h 15947979"/>
              <a:gd name="connsiteX2191" fmla="*/ 7681658 w 17486265"/>
              <a:gd name="connsiteY2191" fmla="*/ 9428324 h 15947979"/>
              <a:gd name="connsiteX2192" fmla="*/ 7669420 w 17486265"/>
              <a:gd name="connsiteY2192" fmla="*/ 9427773 h 15947979"/>
              <a:gd name="connsiteX2193" fmla="*/ 7669972 w 17486265"/>
              <a:gd name="connsiteY2193" fmla="*/ 9415535 h 15947979"/>
              <a:gd name="connsiteX2194" fmla="*/ 16473098 w 17486265"/>
              <a:gd name="connsiteY2194" fmla="*/ 9391437 h 15947979"/>
              <a:gd name="connsiteX2195" fmla="*/ 16524950 w 17486265"/>
              <a:gd name="connsiteY2195" fmla="*/ 9415704 h 15947979"/>
              <a:gd name="connsiteX2196" fmla="*/ 16520194 w 17486265"/>
              <a:gd name="connsiteY2196" fmla="*/ 9521383 h 15947979"/>
              <a:gd name="connsiteX2197" fmla="*/ 16414514 w 17486265"/>
              <a:gd name="connsiteY2197" fmla="*/ 9516623 h 15947979"/>
              <a:gd name="connsiteX2198" fmla="*/ 16419274 w 17486265"/>
              <a:gd name="connsiteY2198" fmla="*/ 9410945 h 15947979"/>
              <a:gd name="connsiteX2199" fmla="*/ 16473098 w 17486265"/>
              <a:gd name="connsiteY2199" fmla="*/ 9391437 h 15947979"/>
              <a:gd name="connsiteX2200" fmla="*/ 6972366 w 17486265"/>
              <a:gd name="connsiteY2200" fmla="*/ 9389036 h 15947979"/>
              <a:gd name="connsiteX2201" fmla="*/ 6974834 w 17486265"/>
              <a:gd name="connsiteY2201" fmla="*/ 9389147 h 15947979"/>
              <a:gd name="connsiteX2202" fmla="*/ 6974722 w 17486265"/>
              <a:gd name="connsiteY2202" fmla="*/ 9391613 h 15947979"/>
              <a:gd name="connsiteX2203" fmla="*/ 6972254 w 17486265"/>
              <a:gd name="connsiteY2203" fmla="*/ 9391503 h 15947979"/>
              <a:gd name="connsiteX2204" fmla="*/ 6972366 w 17486265"/>
              <a:gd name="connsiteY2204" fmla="*/ 9389036 h 15947979"/>
              <a:gd name="connsiteX2205" fmla="*/ 15770562 w 17486265"/>
              <a:gd name="connsiteY2205" fmla="*/ 9365796 h 15947979"/>
              <a:gd name="connsiteX2206" fmla="*/ 15818242 w 17486265"/>
              <a:gd name="connsiteY2206" fmla="*/ 9388111 h 15947979"/>
              <a:gd name="connsiteX2207" fmla="*/ 15813866 w 17486265"/>
              <a:gd name="connsiteY2207" fmla="*/ 9485287 h 15947979"/>
              <a:gd name="connsiteX2208" fmla="*/ 15716690 w 17486265"/>
              <a:gd name="connsiteY2208" fmla="*/ 9480911 h 15947979"/>
              <a:gd name="connsiteX2209" fmla="*/ 15721066 w 17486265"/>
              <a:gd name="connsiteY2209" fmla="*/ 9383734 h 15947979"/>
              <a:gd name="connsiteX2210" fmla="*/ 15770562 w 17486265"/>
              <a:gd name="connsiteY2210" fmla="*/ 9365796 h 15947979"/>
              <a:gd name="connsiteX2211" fmla="*/ 15068078 w 17486265"/>
              <a:gd name="connsiteY2211" fmla="*/ 9339550 h 15947979"/>
              <a:gd name="connsiteX2212" fmla="*/ 15112026 w 17486265"/>
              <a:gd name="connsiteY2212" fmla="*/ 9360118 h 15947979"/>
              <a:gd name="connsiteX2213" fmla="*/ 15107994 w 17486265"/>
              <a:gd name="connsiteY2213" fmla="*/ 9449687 h 15947979"/>
              <a:gd name="connsiteX2214" fmla="*/ 15018422 w 17486265"/>
              <a:gd name="connsiteY2214" fmla="*/ 9445653 h 15947979"/>
              <a:gd name="connsiteX2215" fmla="*/ 15022458 w 17486265"/>
              <a:gd name="connsiteY2215" fmla="*/ 9356083 h 15947979"/>
              <a:gd name="connsiteX2216" fmla="*/ 15068078 w 17486265"/>
              <a:gd name="connsiteY2216" fmla="*/ 9339550 h 15947979"/>
              <a:gd name="connsiteX2217" fmla="*/ 14365592 w 17486265"/>
              <a:gd name="connsiteY2217" fmla="*/ 9313303 h 15947979"/>
              <a:gd name="connsiteX2218" fmla="*/ 14405808 w 17486265"/>
              <a:gd name="connsiteY2218" fmla="*/ 9332125 h 15947979"/>
              <a:gd name="connsiteX2219" fmla="*/ 14402118 w 17486265"/>
              <a:gd name="connsiteY2219" fmla="*/ 9414087 h 15947979"/>
              <a:gd name="connsiteX2220" fmla="*/ 14320156 w 17486265"/>
              <a:gd name="connsiteY2220" fmla="*/ 9410395 h 15947979"/>
              <a:gd name="connsiteX2221" fmla="*/ 14323846 w 17486265"/>
              <a:gd name="connsiteY2221" fmla="*/ 9328433 h 15947979"/>
              <a:gd name="connsiteX2222" fmla="*/ 14365592 w 17486265"/>
              <a:gd name="connsiteY2222" fmla="*/ 9313303 h 15947979"/>
              <a:gd name="connsiteX2223" fmla="*/ 13663098 w 17486265"/>
              <a:gd name="connsiteY2223" fmla="*/ 9287233 h 15947979"/>
              <a:gd name="connsiteX2224" fmla="*/ 13699462 w 17486265"/>
              <a:gd name="connsiteY2224" fmla="*/ 9304250 h 15947979"/>
              <a:gd name="connsiteX2225" fmla="*/ 13696124 w 17486265"/>
              <a:gd name="connsiteY2225" fmla="*/ 9378358 h 15947979"/>
              <a:gd name="connsiteX2226" fmla="*/ 13622016 w 17486265"/>
              <a:gd name="connsiteY2226" fmla="*/ 9375021 h 15947979"/>
              <a:gd name="connsiteX2227" fmla="*/ 13625354 w 17486265"/>
              <a:gd name="connsiteY2227" fmla="*/ 9300913 h 15947979"/>
              <a:gd name="connsiteX2228" fmla="*/ 13663098 w 17486265"/>
              <a:gd name="connsiteY2228" fmla="*/ 9287233 h 15947979"/>
              <a:gd name="connsiteX2229" fmla="*/ 12960634 w 17486265"/>
              <a:gd name="connsiteY2229" fmla="*/ 9260545 h 15947979"/>
              <a:gd name="connsiteX2230" fmla="*/ 12993570 w 17486265"/>
              <a:gd name="connsiteY2230" fmla="*/ 9275959 h 15947979"/>
              <a:gd name="connsiteX2231" fmla="*/ 12990548 w 17486265"/>
              <a:gd name="connsiteY2231" fmla="*/ 9343081 h 15947979"/>
              <a:gd name="connsiteX2232" fmla="*/ 12923424 w 17486265"/>
              <a:gd name="connsiteY2232" fmla="*/ 9340058 h 15947979"/>
              <a:gd name="connsiteX2233" fmla="*/ 12926448 w 17486265"/>
              <a:gd name="connsiteY2233" fmla="*/ 9272935 h 15947979"/>
              <a:gd name="connsiteX2234" fmla="*/ 12960634 w 17486265"/>
              <a:gd name="connsiteY2234" fmla="*/ 9260545 h 15947979"/>
              <a:gd name="connsiteX2235" fmla="*/ 12258076 w 17486265"/>
              <a:gd name="connsiteY2235" fmla="*/ 9235394 h 15947979"/>
              <a:gd name="connsiteX2236" fmla="*/ 12286534 w 17486265"/>
              <a:gd name="connsiteY2236" fmla="*/ 9248712 h 15947979"/>
              <a:gd name="connsiteX2237" fmla="*/ 12283922 w 17486265"/>
              <a:gd name="connsiteY2237" fmla="*/ 9306712 h 15947979"/>
              <a:gd name="connsiteX2238" fmla="*/ 12225922 w 17486265"/>
              <a:gd name="connsiteY2238" fmla="*/ 9304100 h 15947979"/>
              <a:gd name="connsiteX2239" fmla="*/ 12228534 w 17486265"/>
              <a:gd name="connsiteY2239" fmla="*/ 9246100 h 15947979"/>
              <a:gd name="connsiteX2240" fmla="*/ 12258076 w 17486265"/>
              <a:gd name="connsiteY2240" fmla="*/ 9235394 h 15947979"/>
              <a:gd name="connsiteX2241" fmla="*/ 11555584 w 17486265"/>
              <a:gd name="connsiteY2241" fmla="*/ 9209321 h 15947979"/>
              <a:gd name="connsiteX2242" fmla="*/ 11580190 w 17486265"/>
              <a:gd name="connsiteY2242" fmla="*/ 9220837 h 15947979"/>
              <a:gd name="connsiteX2243" fmla="*/ 11577932 w 17486265"/>
              <a:gd name="connsiteY2243" fmla="*/ 9270981 h 15947979"/>
              <a:gd name="connsiteX2244" fmla="*/ 11527788 w 17486265"/>
              <a:gd name="connsiteY2244" fmla="*/ 9268723 h 15947979"/>
              <a:gd name="connsiteX2245" fmla="*/ 11530044 w 17486265"/>
              <a:gd name="connsiteY2245" fmla="*/ 9218578 h 15947979"/>
              <a:gd name="connsiteX2246" fmla="*/ 11555584 w 17486265"/>
              <a:gd name="connsiteY2246" fmla="*/ 9209321 h 15947979"/>
              <a:gd name="connsiteX2247" fmla="*/ 10853076 w 17486265"/>
              <a:gd name="connsiteY2247" fmla="*/ 9183049 h 15947979"/>
              <a:gd name="connsiteX2248" fmla="*/ 10873948 w 17486265"/>
              <a:gd name="connsiteY2248" fmla="*/ 9192817 h 15947979"/>
              <a:gd name="connsiteX2249" fmla="*/ 10872032 w 17486265"/>
              <a:gd name="connsiteY2249" fmla="*/ 9235355 h 15947979"/>
              <a:gd name="connsiteX2250" fmla="*/ 10829494 w 17486265"/>
              <a:gd name="connsiteY2250" fmla="*/ 9233438 h 15947979"/>
              <a:gd name="connsiteX2251" fmla="*/ 10831410 w 17486265"/>
              <a:gd name="connsiteY2251" fmla="*/ 9190901 h 15947979"/>
              <a:gd name="connsiteX2252" fmla="*/ 10853076 w 17486265"/>
              <a:gd name="connsiteY2252" fmla="*/ 9183049 h 15947979"/>
              <a:gd name="connsiteX2253" fmla="*/ 10150632 w 17486265"/>
              <a:gd name="connsiteY2253" fmla="*/ 9155904 h 15947979"/>
              <a:gd name="connsiteX2254" fmla="*/ 10168394 w 17486265"/>
              <a:gd name="connsiteY2254" fmla="*/ 9164218 h 15947979"/>
              <a:gd name="connsiteX2255" fmla="*/ 10166764 w 17486265"/>
              <a:gd name="connsiteY2255" fmla="*/ 9200417 h 15947979"/>
              <a:gd name="connsiteX2256" fmla="*/ 10130564 w 17486265"/>
              <a:gd name="connsiteY2256" fmla="*/ 9198787 h 15947979"/>
              <a:gd name="connsiteX2257" fmla="*/ 10132194 w 17486265"/>
              <a:gd name="connsiteY2257" fmla="*/ 9162587 h 15947979"/>
              <a:gd name="connsiteX2258" fmla="*/ 10150632 w 17486265"/>
              <a:gd name="connsiteY2258" fmla="*/ 9155904 h 15947979"/>
              <a:gd name="connsiteX2259" fmla="*/ 9448124 w 17486265"/>
              <a:gd name="connsiteY2259" fmla="*/ 9130295 h 15947979"/>
              <a:gd name="connsiteX2260" fmla="*/ 9461714 w 17486265"/>
              <a:gd name="connsiteY2260" fmla="*/ 9136654 h 15947979"/>
              <a:gd name="connsiteX2261" fmla="*/ 9460468 w 17486265"/>
              <a:gd name="connsiteY2261" fmla="*/ 9164355 h 15947979"/>
              <a:gd name="connsiteX2262" fmla="*/ 9432768 w 17486265"/>
              <a:gd name="connsiteY2262" fmla="*/ 9163106 h 15947979"/>
              <a:gd name="connsiteX2263" fmla="*/ 9434016 w 17486265"/>
              <a:gd name="connsiteY2263" fmla="*/ 9135407 h 15947979"/>
              <a:gd name="connsiteX2264" fmla="*/ 9448124 w 17486265"/>
              <a:gd name="connsiteY2264" fmla="*/ 9130295 h 15947979"/>
              <a:gd name="connsiteX2265" fmla="*/ 8745636 w 17486265"/>
              <a:gd name="connsiteY2265" fmla="*/ 9104045 h 15947979"/>
              <a:gd name="connsiteX2266" fmla="*/ 8755496 w 17486265"/>
              <a:gd name="connsiteY2266" fmla="*/ 9108658 h 15947979"/>
              <a:gd name="connsiteX2267" fmla="*/ 8754590 w 17486265"/>
              <a:gd name="connsiteY2267" fmla="*/ 9128750 h 15947979"/>
              <a:gd name="connsiteX2268" fmla="*/ 8734500 w 17486265"/>
              <a:gd name="connsiteY2268" fmla="*/ 9127844 h 15947979"/>
              <a:gd name="connsiteX2269" fmla="*/ 8735404 w 17486265"/>
              <a:gd name="connsiteY2269" fmla="*/ 9107754 h 15947979"/>
              <a:gd name="connsiteX2270" fmla="*/ 8745636 w 17486265"/>
              <a:gd name="connsiteY2270" fmla="*/ 9104045 h 15947979"/>
              <a:gd name="connsiteX2271" fmla="*/ 8036906 w 17486265"/>
              <a:gd name="connsiteY2271" fmla="*/ 9080226 h 15947979"/>
              <a:gd name="connsiteX2272" fmla="*/ 8049146 w 17486265"/>
              <a:gd name="connsiteY2272" fmla="*/ 9080777 h 15947979"/>
              <a:gd name="connsiteX2273" fmla="*/ 8048594 w 17486265"/>
              <a:gd name="connsiteY2273" fmla="*/ 9093015 h 15947979"/>
              <a:gd name="connsiteX2274" fmla="*/ 8036356 w 17486265"/>
              <a:gd name="connsiteY2274" fmla="*/ 9092463 h 15947979"/>
              <a:gd name="connsiteX2275" fmla="*/ 8036906 w 17486265"/>
              <a:gd name="connsiteY2275" fmla="*/ 9080226 h 15947979"/>
              <a:gd name="connsiteX2276" fmla="*/ 16840022 w 17486265"/>
              <a:gd name="connsiteY2276" fmla="*/ 9056306 h 15947979"/>
              <a:gd name="connsiteX2277" fmla="*/ 16891754 w 17486265"/>
              <a:gd name="connsiteY2277" fmla="*/ 9080515 h 15947979"/>
              <a:gd name="connsiteX2278" fmla="*/ 16887006 w 17486265"/>
              <a:gd name="connsiteY2278" fmla="*/ 9185947 h 15947979"/>
              <a:gd name="connsiteX2279" fmla="*/ 16781574 w 17486265"/>
              <a:gd name="connsiteY2279" fmla="*/ 9181198 h 15947979"/>
              <a:gd name="connsiteX2280" fmla="*/ 16786326 w 17486265"/>
              <a:gd name="connsiteY2280" fmla="*/ 9075766 h 15947979"/>
              <a:gd name="connsiteX2281" fmla="*/ 16840022 w 17486265"/>
              <a:gd name="connsiteY2281" fmla="*/ 9056306 h 15947979"/>
              <a:gd name="connsiteX2282" fmla="*/ 7339326 w 17486265"/>
              <a:gd name="connsiteY2282" fmla="*/ 9053704 h 15947979"/>
              <a:gd name="connsiteX2283" fmla="*/ 7341794 w 17486265"/>
              <a:gd name="connsiteY2283" fmla="*/ 9053814 h 15947979"/>
              <a:gd name="connsiteX2284" fmla="*/ 7341682 w 17486265"/>
              <a:gd name="connsiteY2284" fmla="*/ 9056281 h 15947979"/>
              <a:gd name="connsiteX2285" fmla="*/ 7339216 w 17486265"/>
              <a:gd name="connsiteY2285" fmla="*/ 9056170 h 15947979"/>
              <a:gd name="connsiteX2286" fmla="*/ 7339326 w 17486265"/>
              <a:gd name="connsiteY2286" fmla="*/ 9053704 h 15947979"/>
              <a:gd name="connsiteX2287" fmla="*/ 16137494 w 17486265"/>
              <a:gd name="connsiteY2287" fmla="*/ 9030490 h 15947979"/>
              <a:gd name="connsiteX2288" fmla="*/ 16185178 w 17486265"/>
              <a:gd name="connsiteY2288" fmla="*/ 9052805 h 15947979"/>
              <a:gd name="connsiteX2289" fmla="*/ 16180802 w 17486265"/>
              <a:gd name="connsiteY2289" fmla="*/ 9149981 h 15947979"/>
              <a:gd name="connsiteX2290" fmla="*/ 16083626 w 17486265"/>
              <a:gd name="connsiteY2290" fmla="*/ 9145604 h 15947979"/>
              <a:gd name="connsiteX2291" fmla="*/ 16088002 w 17486265"/>
              <a:gd name="connsiteY2291" fmla="*/ 9048427 h 15947979"/>
              <a:gd name="connsiteX2292" fmla="*/ 16137494 w 17486265"/>
              <a:gd name="connsiteY2292" fmla="*/ 9030490 h 15947979"/>
              <a:gd name="connsiteX2293" fmla="*/ 15435010 w 17486265"/>
              <a:gd name="connsiteY2293" fmla="*/ 9004242 h 15947979"/>
              <a:gd name="connsiteX2294" fmla="*/ 15478962 w 17486265"/>
              <a:gd name="connsiteY2294" fmla="*/ 9024810 h 15947979"/>
              <a:gd name="connsiteX2295" fmla="*/ 15474926 w 17486265"/>
              <a:gd name="connsiteY2295" fmla="*/ 9114380 h 15947979"/>
              <a:gd name="connsiteX2296" fmla="*/ 15385358 w 17486265"/>
              <a:gd name="connsiteY2296" fmla="*/ 9110345 h 15947979"/>
              <a:gd name="connsiteX2297" fmla="*/ 15389390 w 17486265"/>
              <a:gd name="connsiteY2297" fmla="*/ 9020776 h 15947979"/>
              <a:gd name="connsiteX2298" fmla="*/ 15435010 w 17486265"/>
              <a:gd name="connsiteY2298" fmla="*/ 9004242 h 15947979"/>
              <a:gd name="connsiteX2299" fmla="*/ 14732518 w 17486265"/>
              <a:gd name="connsiteY2299" fmla="*/ 8978169 h 15947979"/>
              <a:gd name="connsiteX2300" fmla="*/ 14772614 w 17486265"/>
              <a:gd name="connsiteY2300" fmla="*/ 8996934 h 15947979"/>
              <a:gd name="connsiteX2301" fmla="*/ 14768934 w 17486265"/>
              <a:gd name="connsiteY2301" fmla="*/ 9078649 h 15947979"/>
              <a:gd name="connsiteX2302" fmla="*/ 14687218 w 17486265"/>
              <a:gd name="connsiteY2302" fmla="*/ 9074970 h 15947979"/>
              <a:gd name="connsiteX2303" fmla="*/ 14690898 w 17486265"/>
              <a:gd name="connsiteY2303" fmla="*/ 8993253 h 15947979"/>
              <a:gd name="connsiteX2304" fmla="*/ 14732518 w 17486265"/>
              <a:gd name="connsiteY2304" fmla="*/ 8978169 h 15947979"/>
              <a:gd name="connsiteX2305" fmla="*/ 14030034 w 17486265"/>
              <a:gd name="connsiteY2305" fmla="*/ 8951923 h 15947979"/>
              <a:gd name="connsiteX2306" fmla="*/ 14066398 w 17486265"/>
              <a:gd name="connsiteY2306" fmla="*/ 8968941 h 15947979"/>
              <a:gd name="connsiteX2307" fmla="*/ 14063058 w 17486265"/>
              <a:gd name="connsiteY2307" fmla="*/ 9043049 h 15947979"/>
              <a:gd name="connsiteX2308" fmla="*/ 13988950 w 17486265"/>
              <a:gd name="connsiteY2308" fmla="*/ 9039712 h 15947979"/>
              <a:gd name="connsiteX2309" fmla="*/ 13992288 w 17486265"/>
              <a:gd name="connsiteY2309" fmla="*/ 8965604 h 15947979"/>
              <a:gd name="connsiteX2310" fmla="*/ 14030034 w 17486265"/>
              <a:gd name="connsiteY2310" fmla="*/ 8951923 h 15947979"/>
              <a:gd name="connsiteX2311" fmla="*/ 13327482 w 17486265"/>
              <a:gd name="connsiteY2311" fmla="*/ 8927207 h 15947979"/>
              <a:gd name="connsiteX2312" fmla="*/ 13359050 w 17486265"/>
              <a:gd name="connsiteY2312" fmla="*/ 8941981 h 15947979"/>
              <a:gd name="connsiteX2313" fmla="*/ 13356150 w 17486265"/>
              <a:gd name="connsiteY2313" fmla="*/ 9006318 h 15947979"/>
              <a:gd name="connsiteX2314" fmla="*/ 13291814 w 17486265"/>
              <a:gd name="connsiteY2314" fmla="*/ 9003421 h 15947979"/>
              <a:gd name="connsiteX2315" fmla="*/ 13294712 w 17486265"/>
              <a:gd name="connsiteY2315" fmla="*/ 8939084 h 15947979"/>
              <a:gd name="connsiteX2316" fmla="*/ 13327482 w 17486265"/>
              <a:gd name="connsiteY2316" fmla="*/ 8927207 h 15947979"/>
              <a:gd name="connsiteX2317" fmla="*/ 12625036 w 17486265"/>
              <a:gd name="connsiteY2317" fmla="*/ 8900062 h 15947979"/>
              <a:gd name="connsiteX2318" fmla="*/ 12653496 w 17486265"/>
              <a:gd name="connsiteY2318" fmla="*/ 8913380 h 15947979"/>
              <a:gd name="connsiteX2319" fmla="*/ 12650884 w 17486265"/>
              <a:gd name="connsiteY2319" fmla="*/ 8971380 h 15947979"/>
              <a:gd name="connsiteX2320" fmla="*/ 12592884 w 17486265"/>
              <a:gd name="connsiteY2320" fmla="*/ 8968769 h 15947979"/>
              <a:gd name="connsiteX2321" fmla="*/ 12595496 w 17486265"/>
              <a:gd name="connsiteY2321" fmla="*/ 8910768 h 15947979"/>
              <a:gd name="connsiteX2322" fmla="*/ 12625036 w 17486265"/>
              <a:gd name="connsiteY2322" fmla="*/ 8900062 h 15947979"/>
              <a:gd name="connsiteX2323" fmla="*/ 11922572 w 17486265"/>
              <a:gd name="connsiteY2323" fmla="*/ 8872767 h 15947979"/>
              <a:gd name="connsiteX2324" fmla="*/ 11948044 w 17486265"/>
              <a:gd name="connsiteY2324" fmla="*/ 8884686 h 15947979"/>
              <a:gd name="connsiteX2325" fmla="*/ 11945706 w 17486265"/>
              <a:gd name="connsiteY2325" fmla="*/ 8936595 h 15947979"/>
              <a:gd name="connsiteX2326" fmla="*/ 11893798 w 17486265"/>
              <a:gd name="connsiteY2326" fmla="*/ 8934257 h 15947979"/>
              <a:gd name="connsiteX2327" fmla="*/ 11896134 w 17486265"/>
              <a:gd name="connsiteY2327" fmla="*/ 8882349 h 15947979"/>
              <a:gd name="connsiteX2328" fmla="*/ 11922572 w 17486265"/>
              <a:gd name="connsiteY2328" fmla="*/ 8872767 h 15947979"/>
              <a:gd name="connsiteX2329" fmla="*/ 11220010 w 17486265"/>
              <a:gd name="connsiteY2329" fmla="*/ 8847742 h 15947979"/>
              <a:gd name="connsiteX2330" fmla="*/ 11240882 w 17486265"/>
              <a:gd name="connsiteY2330" fmla="*/ 8857510 h 15947979"/>
              <a:gd name="connsiteX2331" fmla="*/ 11238968 w 17486265"/>
              <a:gd name="connsiteY2331" fmla="*/ 8900047 h 15947979"/>
              <a:gd name="connsiteX2332" fmla="*/ 11196430 w 17486265"/>
              <a:gd name="connsiteY2332" fmla="*/ 8898131 h 15947979"/>
              <a:gd name="connsiteX2333" fmla="*/ 11198346 w 17486265"/>
              <a:gd name="connsiteY2333" fmla="*/ 8855593 h 15947979"/>
              <a:gd name="connsiteX2334" fmla="*/ 11220010 w 17486265"/>
              <a:gd name="connsiteY2334" fmla="*/ 8847742 h 15947979"/>
              <a:gd name="connsiteX2335" fmla="*/ 10517566 w 17486265"/>
              <a:gd name="connsiteY2335" fmla="*/ 8820596 h 15947979"/>
              <a:gd name="connsiteX2336" fmla="*/ 10535328 w 17486265"/>
              <a:gd name="connsiteY2336" fmla="*/ 8828909 h 15947979"/>
              <a:gd name="connsiteX2337" fmla="*/ 10533698 w 17486265"/>
              <a:gd name="connsiteY2337" fmla="*/ 8865109 h 15947979"/>
              <a:gd name="connsiteX2338" fmla="*/ 10497498 w 17486265"/>
              <a:gd name="connsiteY2338" fmla="*/ 8863479 h 15947979"/>
              <a:gd name="connsiteX2339" fmla="*/ 10499128 w 17486265"/>
              <a:gd name="connsiteY2339" fmla="*/ 8827278 h 15947979"/>
              <a:gd name="connsiteX2340" fmla="*/ 10517566 w 17486265"/>
              <a:gd name="connsiteY2340" fmla="*/ 8820596 h 15947979"/>
              <a:gd name="connsiteX2341" fmla="*/ 9815058 w 17486265"/>
              <a:gd name="connsiteY2341" fmla="*/ 8794987 h 15947979"/>
              <a:gd name="connsiteX2342" fmla="*/ 9828648 w 17486265"/>
              <a:gd name="connsiteY2342" fmla="*/ 8801347 h 15947979"/>
              <a:gd name="connsiteX2343" fmla="*/ 9827402 w 17486265"/>
              <a:gd name="connsiteY2343" fmla="*/ 8829048 h 15947979"/>
              <a:gd name="connsiteX2344" fmla="*/ 9799704 w 17486265"/>
              <a:gd name="connsiteY2344" fmla="*/ 8827798 h 15947979"/>
              <a:gd name="connsiteX2345" fmla="*/ 9800950 w 17486265"/>
              <a:gd name="connsiteY2345" fmla="*/ 8800099 h 15947979"/>
              <a:gd name="connsiteX2346" fmla="*/ 9815058 w 17486265"/>
              <a:gd name="connsiteY2346" fmla="*/ 8794987 h 15947979"/>
              <a:gd name="connsiteX2347" fmla="*/ 9112570 w 17486265"/>
              <a:gd name="connsiteY2347" fmla="*/ 8768738 h 15947979"/>
              <a:gd name="connsiteX2348" fmla="*/ 9122428 w 17486265"/>
              <a:gd name="connsiteY2348" fmla="*/ 8773351 h 15947979"/>
              <a:gd name="connsiteX2349" fmla="*/ 9121524 w 17486265"/>
              <a:gd name="connsiteY2349" fmla="*/ 8793443 h 15947979"/>
              <a:gd name="connsiteX2350" fmla="*/ 9101432 w 17486265"/>
              <a:gd name="connsiteY2350" fmla="*/ 8792538 h 15947979"/>
              <a:gd name="connsiteX2351" fmla="*/ 9102336 w 17486265"/>
              <a:gd name="connsiteY2351" fmla="*/ 8772446 h 15947979"/>
              <a:gd name="connsiteX2352" fmla="*/ 9112570 w 17486265"/>
              <a:gd name="connsiteY2352" fmla="*/ 8768738 h 15947979"/>
              <a:gd name="connsiteX2353" fmla="*/ 8403840 w 17486265"/>
              <a:gd name="connsiteY2353" fmla="*/ 8744919 h 15947979"/>
              <a:gd name="connsiteX2354" fmla="*/ 8416078 w 17486265"/>
              <a:gd name="connsiteY2354" fmla="*/ 8745470 h 15947979"/>
              <a:gd name="connsiteX2355" fmla="*/ 8415526 w 17486265"/>
              <a:gd name="connsiteY2355" fmla="*/ 8757708 h 15947979"/>
              <a:gd name="connsiteX2356" fmla="*/ 8403288 w 17486265"/>
              <a:gd name="connsiteY2356" fmla="*/ 8757157 h 15947979"/>
              <a:gd name="connsiteX2357" fmla="*/ 8403840 w 17486265"/>
              <a:gd name="connsiteY2357" fmla="*/ 8744919 h 15947979"/>
              <a:gd name="connsiteX2358" fmla="*/ 17206990 w 17486265"/>
              <a:gd name="connsiteY2358" fmla="*/ 8720799 h 15947979"/>
              <a:gd name="connsiteX2359" fmla="*/ 17258846 w 17486265"/>
              <a:gd name="connsiteY2359" fmla="*/ 8745065 h 15947979"/>
              <a:gd name="connsiteX2360" fmla="*/ 17254086 w 17486265"/>
              <a:gd name="connsiteY2360" fmla="*/ 8850744 h 15947979"/>
              <a:gd name="connsiteX2361" fmla="*/ 17148406 w 17486265"/>
              <a:gd name="connsiteY2361" fmla="*/ 8845983 h 15947979"/>
              <a:gd name="connsiteX2362" fmla="*/ 17153166 w 17486265"/>
              <a:gd name="connsiteY2362" fmla="*/ 8740306 h 15947979"/>
              <a:gd name="connsiteX2363" fmla="*/ 17206990 w 17486265"/>
              <a:gd name="connsiteY2363" fmla="*/ 8720799 h 15947979"/>
              <a:gd name="connsiteX2364" fmla="*/ 7706262 w 17486265"/>
              <a:gd name="connsiteY2364" fmla="*/ 8718396 h 15947979"/>
              <a:gd name="connsiteX2365" fmla="*/ 7708728 w 17486265"/>
              <a:gd name="connsiteY2365" fmla="*/ 8718506 h 15947979"/>
              <a:gd name="connsiteX2366" fmla="*/ 7708616 w 17486265"/>
              <a:gd name="connsiteY2366" fmla="*/ 8720973 h 15947979"/>
              <a:gd name="connsiteX2367" fmla="*/ 7706150 w 17486265"/>
              <a:gd name="connsiteY2367" fmla="*/ 8720862 h 15947979"/>
              <a:gd name="connsiteX2368" fmla="*/ 7706262 w 17486265"/>
              <a:gd name="connsiteY2368" fmla="*/ 8718396 h 15947979"/>
              <a:gd name="connsiteX2369" fmla="*/ 16504430 w 17486265"/>
              <a:gd name="connsiteY2369" fmla="*/ 8695180 h 15947979"/>
              <a:gd name="connsiteX2370" fmla="*/ 16552110 w 17486265"/>
              <a:gd name="connsiteY2370" fmla="*/ 8717494 h 15947979"/>
              <a:gd name="connsiteX2371" fmla="*/ 16547734 w 17486265"/>
              <a:gd name="connsiteY2371" fmla="*/ 8814671 h 15947979"/>
              <a:gd name="connsiteX2372" fmla="*/ 16450558 w 17486265"/>
              <a:gd name="connsiteY2372" fmla="*/ 8810294 h 15947979"/>
              <a:gd name="connsiteX2373" fmla="*/ 16454934 w 17486265"/>
              <a:gd name="connsiteY2373" fmla="*/ 8713118 h 15947979"/>
              <a:gd name="connsiteX2374" fmla="*/ 16504430 w 17486265"/>
              <a:gd name="connsiteY2374" fmla="*/ 8695180 h 15947979"/>
              <a:gd name="connsiteX2375" fmla="*/ 15801946 w 17486265"/>
              <a:gd name="connsiteY2375" fmla="*/ 8668934 h 15947979"/>
              <a:gd name="connsiteX2376" fmla="*/ 15845894 w 17486265"/>
              <a:gd name="connsiteY2376" fmla="*/ 8689502 h 15947979"/>
              <a:gd name="connsiteX2377" fmla="*/ 15841862 w 17486265"/>
              <a:gd name="connsiteY2377" fmla="*/ 8779071 h 15947979"/>
              <a:gd name="connsiteX2378" fmla="*/ 15752290 w 17486265"/>
              <a:gd name="connsiteY2378" fmla="*/ 8775037 h 15947979"/>
              <a:gd name="connsiteX2379" fmla="*/ 15756326 w 17486265"/>
              <a:gd name="connsiteY2379" fmla="*/ 8685468 h 15947979"/>
              <a:gd name="connsiteX2380" fmla="*/ 15801946 w 17486265"/>
              <a:gd name="connsiteY2380" fmla="*/ 8668934 h 15947979"/>
              <a:gd name="connsiteX2381" fmla="*/ 15099458 w 17486265"/>
              <a:gd name="connsiteY2381" fmla="*/ 8642688 h 15947979"/>
              <a:gd name="connsiteX2382" fmla="*/ 15139674 w 17486265"/>
              <a:gd name="connsiteY2382" fmla="*/ 8661508 h 15947979"/>
              <a:gd name="connsiteX2383" fmla="*/ 15135986 w 17486265"/>
              <a:gd name="connsiteY2383" fmla="*/ 8743471 h 15947979"/>
              <a:gd name="connsiteX2384" fmla="*/ 15054022 w 17486265"/>
              <a:gd name="connsiteY2384" fmla="*/ 8739779 h 15947979"/>
              <a:gd name="connsiteX2385" fmla="*/ 15057714 w 17486265"/>
              <a:gd name="connsiteY2385" fmla="*/ 8657817 h 15947979"/>
              <a:gd name="connsiteX2386" fmla="*/ 15099458 w 17486265"/>
              <a:gd name="connsiteY2386" fmla="*/ 8642688 h 15947979"/>
              <a:gd name="connsiteX2387" fmla="*/ 14396966 w 17486265"/>
              <a:gd name="connsiteY2387" fmla="*/ 8616617 h 15947979"/>
              <a:gd name="connsiteX2388" fmla="*/ 14433330 w 17486265"/>
              <a:gd name="connsiteY2388" fmla="*/ 8633633 h 15947979"/>
              <a:gd name="connsiteX2389" fmla="*/ 14429992 w 17486265"/>
              <a:gd name="connsiteY2389" fmla="*/ 8707742 h 15947979"/>
              <a:gd name="connsiteX2390" fmla="*/ 14355884 w 17486265"/>
              <a:gd name="connsiteY2390" fmla="*/ 8704405 h 15947979"/>
              <a:gd name="connsiteX2391" fmla="*/ 14359222 w 17486265"/>
              <a:gd name="connsiteY2391" fmla="*/ 8630297 h 15947979"/>
              <a:gd name="connsiteX2392" fmla="*/ 14396966 w 17486265"/>
              <a:gd name="connsiteY2392" fmla="*/ 8616617 h 15947979"/>
              <a:gd name="connsiteX2393" fmla="*/ 13694454 w 17486265"/>
              <a:gd name="connsiteY2393" fmla="*/ 8591001 h 15947979"/>
              <a:gd name="connsiteX2394" fmla="*/ 13726646 w 17486265"/>
              <a:gd name="connsiteY2394" fmla="*/ 8606066 h 15947979"/>
              <a:gd name="connsiteX2395" fmla="*/ 13723690 w 17486265"/>
              <a:gd name="connsiteY2395" fmla="*/ 8671673 h 15947979"/>
              <a:gd name="connsiteX2396" fmla="*/ 13658084 w 17486265"/>
              <a:gd name="connsiteY2396" fmla="*/ 8668718 h 15947979"/>
              <a:gd name="connsiteX2397" fmla="*/ 13661038 w 17486265"/>
              <a:gd name="connsiteY2397" fmla="*/ 8603111 h 15947979"/>
              <a:gd name="connsiteX2398" fmla="*/ 13694454 w 17486265"/>
              <a:gd name="connsiteY2398" fmla="*/ 8591001 h 15947979"/>
              <a:gd name="connsiteX2399" fmla="*/ 12991970 w 17486265"/>
              <a:gd name="connsiteY2399" fmla="*/ 8564755 h 15947979"/>
              <a:gd name="connsiteX2400" fmla="*/ 13020430 w 17486265"/>
              <a:gd name="connsiteY2400" fmla="*/ 8578073 h 15947979"/>
              <a:gd name="connsiteX2401" fmla="*/ 13017816 w 17486265"/>
              <a:gd name="connsiteY2401" fmla="*/ 8636073 h 15947979"/>
              <a:gd name="connsiteX2402" fmla="*/ 12959816 w 17486265"/>
              <a:gd name="connsiteY2402" fmla="*/ 8633461 h 15947979"/>
              <a:gd name="connsiteX2403" fmla="*/ 12962428 w 17486265"/>
              <a:gd name="connsiteY2403" fmla="*/ 8575460 h 15947979"/>
              <a:gd name="connsiteX2404" fmla="*/ 12991970 w 17486265"/>
              <a:gd name="connsiteY2404" fmla="*/ 8564755 h 15947979"/>
              <a:gd name="connsiteX2405" fmla="*/ 12289526 w 17486265"/>
              <a:gd name="connsiteY2405" fmla="*/ 8537610 h 15947979"/>
              <a:gd name="connsiteX2406" fmla="*/ 12314876 w 17486265"/>
              <a:gd name="connsiteY2406" fmla="*/ 8549472 h 15947979"/>
              <a:gd name="connsiteX2407" fmla="*/ 12312550 w 17486265"/>
              <a:gd name="connsiteY2407" fmla="*/ 8601135 h 15947979"/>
              <a:gd name="connsiteX2408" fmla="*/ 12260886 w 17486265"/>
              <a:gd name="connsiteY2408" fmla="*/ 8598808 h 15947979"/>
              <a:gd name="connsiteX2409" fmla="*/ 12263214 w 17486265"/>
              <a:gd name="connsiteY2409" fmla="*/ 8547146 h 15947979"/>
              <a:gd name="connsiteX2410" fmla="*/ 12289526 w 17486265"/>
              <a:gd name="connsiteY2410" fmla="*/ 8537610 h 15947979"/>
              <a:gd name="connsiteX2411" fmla="*/ 11586992 w 17486265"/>
              <a:gd name="connsiteY2411" fmla="*/ 8511360 h 15947979"/>
              <a:gd name="connsiteX2412" fmla="*/ 11608608 w 17486265"/>
              <a:gd name="connsiteY2412" fmla="*/ 8521477 h 15947979"/>
              <a:gd name="connsiteX2413" fmla="*/ 11606624 w 17486265"/>
              <a:gd name="connsiteY2413" fmla="*/ 8565531 h 15947979"/>
              <a:gd name="connsiteX2414" fmla="*/ 11562570 w 17486265"/>
              <a:gd name="connsiteY2414" fmla="*/ 8563548 h 15947979"/>
              <a:gd name="connsiteX2415" fmla="*/ 11564554 w 17486265"/>
              <a:gd name="connsiteY2415" fmla="*/ 8519493 h 15947979"/>
              <a:gd name="connsiteX2416" fmla="*/ 11586992 w 17486265"/>
              <a:gd name="connsiteY2416" fmla="*/ 8511360 h 15947979"/>
              <a:gd name="connsiteX2417" fmla="*/ 10884478 w 17486265"/>
              <a:gd name="connsiteY2417" fmla="*/ 8485746 h 15947979"/>
              <a:gd name="connsiteX2418" fmla="*/ 10901924 w 17486265"/>
              <a:gd name="connsiteY2418" fmla="*/ 8493910 h 15947979"/>
              <a:gd name="connsiteX2419" fmla="*/ 10900322 w 17486265"/>
              <a:gd name="connsiteY2419" fmla="*/ 8529464 h 15947979"/>
              <a:gd name="connsiteX2420" fmla="*/ 10864768 w 17486265"/>
              <a:gd name="connsiteY2420" fmla="*/ 8527864 h 15947979"/>
              <a:gd name="connsiteX2421" fmla="*/ 10866370 w 17486265"/>
              <a:gd name="connsiteY2421" fmla="*/ 8492310 h 15947979"/>
              <a:gd name="connsiteX2422" fmla="*/ 10884478 w 17486265"/>
              <a:gd name="connsiteY2422" fmla="*/ 8485746 h 15947979"/>
              <a:gd name="connsiteX2423" fmla="*/ 10181992 w 17486265"/>
              <a:gd name="connsiteY2423" fmla="*/ 8459678 h 15947979"/>
              <a:gd name="connsiteX2424" fmla="*/ 10195582 w 17486265"/>
              <a:gd name="connsiteY2424" fmla="*/ 8466038 h 15947979"/>
              <a:gd name="connsiteX2425" fmla="*/ 10194336 w 17486265"/>
              <a:gd name="connsiteY2425" fmla="*/ 8493738 h 15947979"/>
              <a:gd name="connsiteX2426" fmla="*/ 10166636 w 17486265"/>
              <a:gd name="connsiteY2426" fmla="*/ 8492490 h 15947979"/>
              <a:gd name="connsiteX2427" fmla="*/ 10167884 w 17486265"/>
              <a:gd name="connsiteY2427" fmla="*/ 8464791 h 15947979"/>
              <a:gd name="connsiteX2428" fmla="*/ 10181992 w 17486265"/>
              <a:gd name="connsiteY2428" fmla="*/ 8459678 h 15947979"/>
              <a:gd name="connsiteX2429" fmla="*/ 9479506 w 17486265"/>
              <a:gd name="connsiteY2429" fmla="*/ 8433429 h 15947979"/>
              <a:gd name="connsiteX2430" fmla="*/ 9489364 w 17486265"/>
              <a:gd name="connsiteY2430" fmla="*/ 8438042 h 15947979"/>
              <a:gd name="connsiteX2431" fmla="*/ 9488460 w 17486265"/>
              <a:gd name="connsiteY2431" fmla="*/ 8458134 h 15947979"/>
              <a:gd name="connsiteX2432" fmla="*/ 9468368 w 17486265"/>
              <a:gd name="connsiteY2432" fmla="*/ 8457230 h 15947979"/>
              <a:gd name="connsiteX2433" fmla="*/ 9469272 w 17486265"/>
              <a:gd name="connsiteY2433" fmla="*/ 8437138 h 15947979"/>
              <a:gd name="connsiteX2434" fmla="*/ 9479506 w 17486265"/>
              <a:gd name="connsiteY2434" fmla="*/ 8433429 h 15947979"/>
              <a:gd name="connsiteX2435" fmla="*/ 8770774 w 17486265"/>
              <a:gd name="connsiteY2435" fmla="*/ 8409611 h 15947979"/>
              <a:gd name="connsiteX2436" fmla="*/ 8783012 w 17486265"/>
              <a:gd name="connsiteY2436" fmla="*/ 8410163 h 15947979"/>
              <a:gd name="connsiteX2437" fmla="*/ 8782462 w 17486265"/>
              <a:gd name="connsiteY2437" fmla="*/ 8422400 h 15947979"/>
              <a:gd name="connsiteX2438" fmla="*/ 8770222 w 17486265"/>
              <a:gd name="connsiteY2438" fmla="*/ 8421850 h 15947979"/>
              <a:gd name="connsiteX2439" fmla="*/ 8770774 w 17486265"/>
              <a:gd name="connsiteY2439" fmla="*/ 8409611 h 15947979"/>
              <a:gd name="connsiteX2440" fmla="*/ 8073196 w 17486265"/>
              <a:gd name="connsiteY2440" fmla="*/ 8383088 h 15947979"/>
              <a:gd name="connsiteX2441" fmla="*/ 8075662 w 17486265"/>
              <a:gd name="connsiteY2441" fmla="*/ 8383198 h 15947979"/>
              <a:gd name="connsiteX2442" fmla="*/ 8075550 w 17486265"/>
              <a:gd name="connsiteY2442" fmla="*/ 8385666 h 15947979"/>
              <a:gd name="connsiteX2443" fmla="*/ 8073084 w 17486265"/>
              <a:gd name="connsiteY2443" fmla="*/ 8385555 h 15947979"/>
              <a:gd name="connsiteX2444" fmla="*/ 8073196 w 17486265"/>
              <a:gd name="connsiteY2444" fmla="*/ 8383088 h 15947979"/>
              <a:gd name="connsiteX2445" fmla="*/ 16871390 w 17486265"/>
              <a:gd name="connsiteY2445" fmla="*/ 8359849 h 15947979"/>
              <a:gd name="connsiteX2446" fmla="*/ 16919070 w 17486265"/>
              <a:gd name="connsiteY2446" fmla="*/ 8382163 h 15947979"/>
              <a:gd name="connsiteX2447" fmla="*/ 16914694 w 17486265"/>
              <a:gd name="connsiteY2447" fmla="*/ 8479340 h 15947979"/>
              <a:gd name="connsiteX2448" fmla="*/ 16817518 w 17486265"/>
              <a:gd name="connsiteY2448" fmla="*/ 8474961 h 15947979"/>
              <a:gd name="connsiteX2449" fmla="*/ 16821894 w 17486265"/>
              <a:gd name="connsiteY2449" fmla="*/ 8377785 h 15947979"/>
              <a:gd name="connsiteX2450" fmla="*/ 16871390 w 17486265"/>
              <a:gd name="connsiteY2450" fmla="*/ 8359849 h 15947979"/>
              <a:gd name="connsiteX2451" fmla="*/ 16168882 w 17486265"/>
              <a:gd name="connsiteY2451" fmla="*/ 8333626 h 15947979"/>
              <a:gd name="connsiteX2452" fmla="*/ 16212830 w 17486265"/>
              <a:gd name="connsiteY2452" fmla="*/ 8354193 h 15947979"/>
              <a:gd name="connsiteX2453" fmla="*/ 16208798 w 17486265"/>
              <a:gd name="connsiteY2453" fmla="*/ 8443761 h 15947979"/>
              <a:gd name="connsiteX2454" fmla="*/ 16119226 w 17486265"/>
              <a:gd name="connsiteY2454" fmla="*/ 8439728 h 15947979"/>
              <a:gd name="connsiteX2455" fmla="*/ 16123262 w 17486265"/>
              <a:gd name="connsiteY2455" fmla="*/ 8350158 h 15947979"/>
              <a:gd name="connsiteX2456" fmla="*/ 16168882 w 17486265"/>
              <a:gd name="connsiteY2456" fmla="*/ 8333626 h 15947979"/>
              <a:gd name="connsiteX2457" fmla="*/ 15466394 w 17486265"/>
              <a:gd name="connsiteY2457" fmla="*/ 8307379 h 15947979"/>
              <a:gd name="connsiteX2458" fmla="*/ 15506610 w 17486265"/>
              <a:gd name="connsiteY2458" fmla="*/ 8326200 h 15947979"/>
              <a:gd name="connsiteX2459" fmla="*/ 15502918 w 17486265"/>
              <a:gd name="connsiteY2459" fmla="*/ 8408163 h 15947979"/>
              <a:gd name="connsiteX2460" fmla="*/ 15420958 w 17486265"/>
              <a:gd name="connsiteY2460" fmla="*/ 8404470 h 15947979"/>
              <a:gd name="connsiteX2461" fmla="*/ 15424650 w 17486265"/>
              <a:gd name="connsiteY2461" fmla="*/ 8322508 h 15947979"/>
              <a:gd name="connsiteX2462" fmla="*/ 15466394 w 17486265"/>
              <a:gd name="connsiteY2462" fmla="*/ 8307379 h 15947979"/>
              <a:gd name="connsiteX2463" fmla="*/ 14763902 w 17486265"/>
              <a:gd name="connsiteY2463" fmla="*/ 8281308 h 15947979"/>
              <a:gd name="connsiteX2464" fmla="*/ 14800264 w 17486265"/>
              <a:gd name="connsiteY2464" fmla="*/ 8298326 h 15947979"/>
              <a:gd name="connsiteX2465" fmla="*/ 14796926 w 17486265"/>
              <a:gd name="connsiteY2465" fmla="*/ 8372433 h 15947979"/>
              <a:gd name="connsiteX2466" fmla="*/ 14722818 w 17486265"/>
              <a:gd name="connsiteY2466" fmla="*/ 8369096 h 15947979"/>
              <a:gd name="connsiteX2467" fmla="*/ 14726156 w 17486265"/>
              <a:gd name="connsiteY2467" fmla="*/ 8294987 h 15947979"/>
              <a:gd name="connsiteX2468" fmla="*/ 14763902 w 17486265"/>
              <a:gd name="connsiteY2468" fmla="*/ 8281308 h 15947979"/>
              <a:gd name="connsiteX2469" fmla="*/ 14061390 w 17486265"/>
              <a:gd name="connsiteY2469" fmla="*/ 8255692 h 15947979"/>
              <a:gd name="connsiteX2470" fmla="*/ 14093580 w 17486265"/>
              <a:gd name="connsiteY2470" fmla="*/ 8270757 h 15947979"/>
              <a:gd name="connsiteX2471" fmla="*/ 14090626 w 17486265"/>
              <a:gd name="connsiteY2471" fmla="*/ 8336364 h 15947979"/>
              <a:gd name="connsiteX2472" fmla="*/ 14025018 w 17486265"/>
              <a:gd name="connsiteY2472" fmla="*/ 8333411 h 15947979"/>
              <a:gd name="connsiteX2473" fmla="*/ 14027974 w 17486265"/>
              <a:gd name="connsiteY2473" fmla="*/ 8267803 h 15947979"/>
              <a:gd name="connsiteX2474" fmla="*/ 14061390 w 17486265"/>
              <a:gd name="connsiteY2474" fmla="*/ 8255692 h 15947979"/>
              <a:gd name="connsiteX2475" fmla="*/ 13358904 w 17486265"/>
              <a:gd name="connsiteY2475" fmla="*/ 8229446 h 15947979"/>
              <a:gd name="connsiteX2476" fmla="*/ 13387364 w 17486265"/>
              <a:gd name="connsiteY2476" fmla="*/ 8242764 h 15947979"/>
              <a:gd name="connsiteX2477" fmla="*/ 13384752 w 17486265"/>
              <a:gd name="connsiteY2477" fmla="*/ 8300764 h 15947979"/>
              <a:gd name="connsiteX2478" fmla="*/ 13326752 w 17486265"/>
              <a:gd name="connsiteY2478" fmla="*/ 8298153 h 15947979"/>
              <a:gd name="connsiteX2479" fmla="*/ 13329364 w 17486265"/>
              <a:gd name="connsiteY2479" fmla="*/ 8240152 h 15947979"/>
              <a:gd name="connsiteX2480" fmla="*/ 13358904 w 17486265"/>
              <a:gd name="connsiteY2480" fmla="*/ 8229446 h 15947979"/>
              <a:gd name="connsiteX2481" fmla="*/ 12656412 w 17486265"/>
              <a:gd name="connsiteY2481" fmla="*/ 8203373 h 15947979"/>
              <a:gd name="connsiteX2482" fmla="*/ 12681018 w 17486265"/>
              <a:gd name="connsiteY2482" fmla="*/ 8214889 h 15947979"/>
              <a:gd name="connsiteX2483" fmla="*/ 12678760 w 17486265"/>
              <a:gd name="connsiteY2483" fmla="*/ 8265034 h 15947979"/>
              <a:gd name="connsiteX2484" fmla="*/ 12628616 w 17486265"/>
              <a:gd name="connsiteY2484" fmla="*/ 8262775 h 15947979"/>
              <a:gd name="connsiteX2485" fmla="*/ 12630872 w 17486265"/>
              <a:gd name="connsiteY2485" fmla="*/ 8212629 h 15947979"/>
              <a:gd name="connsiteX2486" fmla="*/ 12656412 w 17486265"/>
              <a:gd name="connsiteY2486" fmla="*/ 8203373 h 15947979"/>
              <a:gd name="connsiteX2487" fmla="*/ 11953904 w 17486265"/>
              <a:gd name="connsiteY2487" fmla="*/ 8177101 h 15947979"/>
              <a:gd name="connsiteX2488" fmla="*/ 11974776 w 17486265"/>
              <a:gd name="connsiteY2488" fmla="*/ 8186869 h 15947979"/>
              <a:gd name="connsiteX2489" fmla="*/ 11972860 w 17486265"/>
              <a:gd name="connsiteY2489" fmla="*/ 8229407 h 15947979"/>
              <a:gd name="connsiteX2490" fmla="*/ 11930322 w 17486265"/>
              <a:gd name="connsiteY2490" fmla="*/ 8227491 h 15947979"/>
              <a:gd name="connsiteX2491" fmla="*/ 11932238 w 17486265"/>
              <a:gd name="connsiteY2491" fmla="*/ 8184953 h 15947979"/>
              <a:gd name="connsiteX2492" fmla="*/ 11953904 w 17486265"/>
              <a:gd name="connsiteY2492" fmla="*/ 8177101 h 15947979"/>
              <a:gd name="connsiteX2493" fmla="*/ 11251412 w 17486265"/>
              <a:gd name="connsiteY2493" fmla="*/ 8150437 h 15947979"/>
              <a:gd name="connsiteX2494" fmla="*/ 11268858 w 17486265"/>
              <a:gd name="connsiteY2494" fmla="*/ 8158602 h 15947979"/>
              <a:gd name="connsiteX2495" fmla="*/ 11267256 w 17486265"/>
              <a:gd name="connsiteY2495" fmla="*/ 8194155 h 15947979"/>
              <a:gd name="connsiteX2496" fmla="*/ 11231704 w 17486265"/>
              <a:gd name="connsiteY2496" fmla="*/ 8192555 h 15947979"/>
              <a:gd name="connsiteX2497" fmla="*/ 11233304 w 17486265"/>
              <a:gd name="connsiteY2497" fmla="*/ 8157001 h 15947979"/>
              <a:gd name="connsiteX2498" fmla="*/ 11251412 w 17486265"/>
              <a:gd name="connsiteY2498" fmla="*/ 8150437 h 15947979"/>
              <a:gd name="connsiteX2499" fmla="*/ 10548926 w 17486265"/>
              <a:gd name="connsiteY2499" fmla="*/ 8124369 h 15947979"/>
              <a:gd name="connsiteX2500" fmla="*/ 10562516 w 17486265"/>
              <a:gd name="connsiteY2500" fmla="*/ 8130730 h 15947979"/>
              <a:gd name="connsiteX2501" fmla="*/ 10561270 w 17486265"/>
              <a:gd name="connsiteY2501" fmla="*/ 8158430 h 15947979"/>
              <a:gd name="connsiteX2502" fmla="*/ 10533570 w 17486265"/>
              <a:gd name="connsiteY2502" fmla="*/ 8157181 h 15947979"/>
              <a:gd name="connsiteX2503" fmla="*/ 10534818 w 17486265"/>
              <a:gd name="connsiteY2503" fmla="*/ 8129483 h 15947979"/>
              <a:gd name="connsiteX2504" fmla="*/ 10548926 w 17486265"/>
              <a:gd name="connsiteY2504" fmla="*/ 8124369 h 15947979"/>
              <a:gd name="connsiteX2505" fmla="*/ 9846438 w 17486265"/>
              <a:gd name="connsiteY2505" fmla="*/ 8098122 h 15947979"/>
              <a:gd name="connsiteX2506" fmla="*/ 9856296 w 17486265"/>
              <a:gd name="connsiteY2506" fmla="*/ 8102735 h 15947979"/>
              <a:gd name="connsiteX2507" fmla="*/ 9855392 w 17486265"/>
              <a:gd name="connsiteY2507" fmla="*/ 8122827 h 15947979"/>
              <a:gd name="connsiteX2508" fmla="*/ 9835300 w 17486265"/>
              <a:gd name="connsiteY2508" fmla="*/ 8121922 h 15947979"/>
              <a:gd name="connsiteX2509" fmla="*/ 9836204 w 17486265"/>
              <a:gd name="connsiteY2509" fmla="*/ 8101830 h 15947979"/>
              <a:gd name="connsiteX2510" fmla="*/ 9846438 w 17486265"/>
              <a:gd name="connsiteY2510" fmla="*/ 8098122 h 15947979"/>
              <a:gd name="connsiteX2511" fmla="*/ 9137708 w 17486265"/>
              <a:gd name="connsiteY2511" fmla="*/ 8074303 h 15947979"/>
              <a:gd name="connsiteX2512" fmla="*/ 9149946 w 17486265"/>
              <a:gd name="connsiteY2512" fmla="*/ 8074854 h 15947979"/>
              <a:gd name="connsiteX2513" fmla="*/ 9149394 w 17486265"/>
              <a:gd name="connsiteY2513" fmla="*/ 8087092 h 15947979"/>
              <a:gd name="connsiteX2514" fmla="*/ 9137156 w 17486265"/>
              <a:gd name="connsiteY2514" fmla="*/ 8086541 h 15947979"/>
              <a:gd name="connsiteX2515" fmla="*/ 9137708 w 17486265"/>
              <a:gd name="connsiteY2515" fmla="*/ 8074303 h 15947979"/>
              <a:gd name="connsiteX2516" fmla="*/ 8440130 w 17486265"/>
              <a:gd name="connsiteY2516" fmla="*/ 8047780 h 15947979"/>
              <a:gd name="connsiteX2517" fmla="*/ 8442596 w 17486265"/>
              <a:gd name="connsiteY2517" fmla="*/ 8047890 h 15947979"/>
              <a:gd name="connsiteX2518" fmla="*/ 8442484 w 17486265"/>
              <a:gd name="connsiteY2518" fmla="*/ 8050357 h 15947979"/>
              <a:gd name="connsiteX2519" fmla="*/ 8440018 w 17486265"/>
              <a:gd name="connsiteY2519" fmla="*/ 8050246 h 15947979"/>
              <a:gd name="connsiteX2520" fmla="*/ 8440130 w 17486265"/>
              <a:gd name="connsiteY2520" fmla="*/ 8047780 h 15947979"/>
              <a:gd name="connsiteX2521" fmla="*/ 17238330 w 17486265"/>
              <a:gd name="connsiteY2521" fmla="*/ 8024369 h 15947979"/>
              <a:gd name="connsiteX2522" fmla="*/ 17286134 w 17486265"/>
              <a:gd name="connsiteY2522" fmla="*/ 8046738 h 15947979"/>
              <a:gd name="connsiteX2523" fmla="*/ 17281746 w 17486265"/>
              <a:gd name="connsiteY2523" fmla="*/ 8144163 h 15947979"/>
              <a:gd name="connsiteX2524" fmla="*/ 17184322 w 17486265"/>
              <a:gd name="connsiteY2524" fmla="*/ 8139776 h 15947979"/>
              <a:gd name="connsiteX2525" fmla="*/ 17188710 w 17486265"/>
              <a:gd name="connsiteY2525" fmla="*/ 8042352 h 15947979"/>
              <a:gd name="connsiteX2526" fmla="*/ 17238330 w 17486265"/>
              <a:gd name="connsiteY2526" fmla="*/ 8024369 h 15947979"/>
              <a:gd name="connsiteX2527" fmla="*/ 16535838 w 17486265"/>
              <a:gd name="connsiteY2527" fmla="*/ 7998295 h 15947979"/>
              <a:gd name="connsiteX2528" fmla="*/ 16579786 w 17486265"/>
              <a:gd name="connsiteY2528" fmla="*/ 8018864 h 15947979"/>
              <a:gd name="connsiteX2529" fmla="*/ 16575754 w 17486265"/>
              <a:gd name="connsiteY2529" fmla="*/ 8108433 h 15947979"/>
              <a:gd name="connsiteX2530" fmla="*/ 16486186 w 17486265"/>
              <a:gd name="connsiteY2530" fmla="*/ 8104398 h 15947979"/>
              <a:gd name="connsiteX2531" fmla="*/ 16490218 w 17486265"/>
              <a:gd name="connsiteY2531" fmla="*/ 8014830 h 15947979"/>
              <a:gd name="connsiteX2532" fmla="*/ 16535838 w 17486265"/>
              <a:gd name="connsiteY2532" fmla="*/ 7998295 h 15947979"/>
              <a:gd name="connsiteX2533" fmla="*/ 15833330 w 17486265"/>
              <a:gd name="connsiteY2533" fmla="*/ 7972090 h 15947979"/>
              <a:gd name="connsiteX2534" fmla="*/ 15873546 w 17486265"/>
              <a:gd name="connsiteY2534" fmla="*/ 7990891 h 15947979"/>
              <a:gd name="connsiteX2535" fmla="*/ 15869854 w 17486265"/>
              <a:gd name="connsiteY2535" fmla="*/ 8072853 h 15947979"/>
              <a:gd name="connsiteX2536" fmla="*/ 15787894 w 17486265"/>
              <a:gd name="connsiteY2536" fmla="*/ 8069161 h 15947979"/>
              <a:gd name="connsiteX2537" fmla="*/ 15791582 w 17486265"/>
              <a:gd name="connsiteY2537" fmla="*/ 7987199 h 15947979"/>
              <a:gd name="connsiteX2538" fmla="*/ 15833330 w 17486265"/>
              <a:gd name="connsiteY2538" fmla="*/ 7972090 h 15947979"/>
              <a:gd name="connsiteX2539" fmla="*/ 15130838 w 17486265"/>
              <a:gd name="connsiteY2539" fmla="*/ 7946023 h 15947979"/>
              <a:gd name="connsiteX2540" fmla="*/ 15167198 w 17486265"/>
              <a:gd name="connsiteY2540" fmla="*/ 7963037 h 15947979"/>
              <a:gd name="connsiteX2541" fmla="*/ 15163862 w 17486265"/>
              <a:gd name="connsiteY2541" fmla="*/ 8037124 h 15947979"/>
              <a:gd name="connsiteX2542" fmla="*/ 15089754 w 17486265"/>
              <a:gd name="connsiteY2542" fmla="*/ 8033787 h 15947979"/>
              <a:gd name="connsiteX2543" fmla="*/ 15093090 w 17486265"/>
              <a:gd name="connsiteY2543" fmla="*/ 7959700 h 15947979"/>
              <a:gd name="connsiteX2544" fmla="*/ 15130838 w 17486265"/>
              <a:gd name="connsiteY2544" fmla="*/ 7946023 h 15947979"/>
              <a:gd name="connsiteX2545" fmla="*/ 14428370 w 17486265"/>
              <a:gd name="connsiteY2545" fmla="*/ 7919337 h 15947979"/>
              <a:gd name="connsiteX2546" fmla="*/ 14461306 w 17486265"/>
              <a:gd name="connsiteY2546" fmla="*/ 7934755 h 15947979"/>
              <a:gd name="connsiteX2547" fmla="*/ 14458284 w 17486265"/>
              <a:gd name="connsiteY2547" fmla="*/ 8001849 h 15947979"/>
              <a:gd name="connsiteX2548" fmla="*/ 14391160 w 17486265"/>
              <a:gd name="connsiteY2548" fmla="*/ 7998826 h 15947979"/>
              <a:gd name="connsiteX2549" fmla="*/ 14394184 w 17486265"/>
              <a:gd name="connsiteY2549" fmla="*/ 7931731 h 15947979"/>
              <a:gd name="connsiteX2550" fmla="*/ 14428370 w 17486265"/>
              <a:gd name="connsiteY2550" fmla="*/ 7919337 h 15947979"/>
              <a:gd name="connsiteX2551" fmla="*/ 13725840 w 17486265"/>
              <a:gd name="connsiteY2551" fmla="*/ 7894167 h 15947979"/>
              <a:gd name="connsiteX2552" fmla="*/ 13754298 w 17486265"/>
              <a:gd name="connsiteY2552" fmla="*/ 7907490 h 15947979"/>
              <a:gd name="connsiteX2553" fmla="*/ 13751686 w 17486265"/>
              <a:gd name="connsiteY2553" fmla="*/ 7965485 h 15947979"/>
              <a:gd name="connsiteX2554" fmla="*/ 13693686 w 17486265"/>
              <a:gd name="connsiteY2554" fmla="*/ 7962872 h 15947979"/>
              <a:gd name="connsiteX2555" fmla="*/ 13696298 w 17486265"/>
              <a:gd name="connsiteY2555" fmla="*/ 7904873 h 15947979"/>
              <a:gd name="connsiteX2556" fmla="*/ 13725840 w 17486265"/>
              <a:gd name="connsiteY2556" fmla="*/ 7894167 h 15947979"/>
              <a:gd name="connsiteX2557" fmla="*/ 13023348 w 17486265"/>
              <a:gd name="connsiteY2557" fmla="*/ 7868097 h 15947979"/>
              <a:gd name="connsiteX2558" fmla="*/ 13047952 w 17486265"/>
              <a:gd name="connsiteY2558" fmla="*/ 7879617 h 15947979"/>
              <a:gd name="connsiteX2559" fmla="*/ 13045694 w 17486265"/>
              <a:gd name="connsiteY2559" fmla="*/ 7929759 h 15947979"/>
              <a:gd name="connsiteX2560" fmla="*/ 12995550 w 17486265"/>
              <a:gd name="connsiteY2560" fmla="*/ 7927499 h 15947979"/>
              <a:gd name="connsiteX2561" fmla="*/ 12997806 w 17486265"/>
              <a:gd name="connsiteY2561" fmla="*/ 7877352 h 15947979"/>
              <a:gd name="connsiteX2562" fmla="*/ 13023348 w 17486265"/>
              <a:gd name="connsiteY2562" fmla="*/ 7868097 h 15947979"/>
              <a:gd name="connsiteX2563" fmla="*/ 12320878 w 17486265"/>
              <a:gd name="connsiteY2563" fmla="*/ 7840932 h 15947979"/>
              <a:gd name="connsiteX2564" fmla="*/ 12342374 w 17486265"/>
              <a:gd name="connsiteY2564" fmla="*/ 7850995 h 15947979"/>
              <a:gd name="connsiteX2565" fmla="*/ 12340402 w 17486265"/>
              <a:gd name="connsiteY2565" fmla="*/ 7894801 h 15947979"/>
              <a:gd name="connsiteX2566" fmla="*/ 12296594 w 17486265"/>
              <a:gd name="connsiteY2566" fmla="*/ 7892829 h 15947979"/>
              <a:gd name="connsiteX2567" fmla="*/ 12298566 w 17486265"/>
              <a:gd name="connsiteY2567" fmla="*/ 7849019 h 15947979"/>
              <a:gd name="connsiteX2568" fmla="*/ 12320878 w 17486265"/>
              <a:gd name="connsiteY2568" fmla="*/ 7840932 h 15947979"/>
              <a:gd name="connsiteX2569" fmla="*/ 11618374 w 17486265"/>
              <a:gd name="connsiteY2569" fmla="*/ 7815151 h 15947979"/>
              <a:gd name="connsiteX2570" fmla="*/ 11635820 w 17486265"/>
              <a:gd name="connsiteY2570" fmla="*/ 7823317 h 15947979"/>
              <a:gd name="connsiteX2571" fmla="*/ 11634218 w 17486265"/>
              <a:gd name="connsiteY2571" fmla="*/ 7858871 h 15947979"/>
              <a:gd name="connsiteX2572" fmla="*/ 11598664 w 17486265"/>
              <a:gd name="connsiteY2572" fmla="*/ 7857270 h 15947979"/>
              <a:gd name="connsiteX2573" fmla="*/ 11600266 w 17486265"/>
              <a:gd name="connsiteY2573" fmla="*/ 7821715 h 15947979"/>
              <a:gd name="connsiteX2574" fmla="*/ 11618374 w 17486265"/>
              <a:gd name="connsiteY2574" fmla="*/ 7815151 h 15947979"/>
              <a:gd name="connsiteX2575" fmla="*/ 10915862 w 17486265"/>
              <a:gd name="connsiteY2575" fmla="*/ 7789116 h 15947979"/>
              <a:gd name="connsiteX2576" fmla="*/ 10929452 w 17486265"/>
              <a:gd name="connsiteY2576" fmla="*/ 7795477 h 15947979"/>
              <a:gd name="connsiteX2577" fmla="*/ 10928204 w 17486265"/>
              <a:gd name="connsiteY2577" fmla="*/ 7823175 h 15947979"/>
              <a:gd name="connsiteX2578" fmla="*/ 10900506 w 17486265"/>
              <a:gd name="connsiteY2578" fmla="*/ 7821930 h 15947979"/>
              <a:gd name="connsiteX2579" fmla="*/ 10901752 w 17486265"/>
              <a:gd name="connsiteY2579" fmla="*/ 7794227 h 15947979"/>
              <a:gd name="connsiteX2580" fmla="*/ 10915862 w 17486265"/>
              <a:gd name="connsiteY2580" fmla="*/ 7789116 h 15947979"/>
              <a:gd name="connsiteX2581" fmla="*/ 10213372 w 17486265"/>
              <a:gd name="connsiteY2581" fmla="*/ 7762879 h 15947979"/>
              <a:gd name="connsiteX2582" fmla="*/ 10223230 w 17486265"/>
              <a:gd name="connsiteY2582" fmla="*/ 7767493 h 15947979"/>
              <a:gd name="connsiteX2583" fmla="*/ 10222326 w 17486265"/>
              <a:gd name="connsiteY2583" fmla="*/ 7787580 h 15947979"/>
              <a:gd name="connsiteX2584" fmla="*/ 10202234 w 17486265"/>
              <a:gd name="connsiteY2584" fmla="*/ 7786677 h 15947979"/>
              <a:gd name="connsiteX2585" fmla="*/ 10203140 w 17486265"/>
              <a:gd name="connsiteY2585" fmla="*/ 7766587 h 15947979"/>
              <a:gd name="connsiteX2586" fmla="*/ 10213372 w 17486265"/>
              <a:gd name="connsiteY2586" fmla="*/ 7762879 h 15947979"/>
              <a:gd name="connsiteX2587" fmla="*/ 9504642 w 17486265"/>
              <a:gd name="connsiteY2587" fmla="*/ 7739064 h 15947979"/>
              <a:gd name="connsiteX2588" fmla="*/ 9516880 w 17486265"/>
              <a:gd name="connsiteY2588" fmla="*/ 7739621 h 15947979"/>
              <a:gd name="connsiteX2589" fmla="*/ 9516330 w 17486265"/>
              <a:gd name="connsiteY2589" fmla="*/ 7751855 h 15947979"/>
              <a:gd name="connsiteX2590" fmla="*/ 9504090 w 17486265"/>
              <a:gd name="connsiteY2590" fmla="*/ 7751309 h 15947979"/>
              <a:gd name="connsiteX2591" fmla="*/ 9504642 w 17486265"/>
              <a:gd name="connsiteY2591" fmla="*/ 7739064 h 15947979"/>
              <a:gd name="connsiteX2592" fmla="*/ 8807064 w 17486265"/>
              <a:gd name="connsiteY2592" fmla="*/ 7712550 h 15947979"/>
              <a:gd name="connsiteX2593" fmla="*/ 8809530 w 17486265"/>
              <a:gd name="connsiteY2593" fmla="*/ 7712661 h 15947979"/>
              <a:gd name="connsiteX2594" fmla="*/ 8809418 w 17486265"/>
              <a:gd name="connsiteY2594" fmla="*/ 7715130 h 15947979"/>
              <a:gd name="connsiteX2595" fmla="*/ 8806952 w 17486265"/>
              <a:gd name="connsiteY2595" fmla="*/ 7715016 h 15947979"/>
              <a:gd name="connsiteX2596" fmla="*/ 8807064 w 17486265"/>
              <a:gd name="connsiteY2596" fmla="*/ 7712550 h 15947979"/>
              <a:gd name="connsiteX2597" fmla="*/ 16902774 w 17486265"/>
              <a:gd name="connsiteY2597" fmla="*/ 7663006 h 15947979"/>
              <a:gd name="connsiteX2598" fmla="*/ 16946722 w 17486265"/>
              <a:gd name="connsiteY2598" fmla="*/ 7683574 h 15947979"/>
              <a:gd name="connsiteX2599" fmla="*/ 16942690 w 17486265"/>
              <a:gd name="connsiteY2599" fmla="*/ 7773139 h 15947979"/>
              <a:gd name="connsiteX2600" fmla="*/ 16853118 w 17486265"/>
              <a:gd name="connsiteY2600" fmla="*/ 7769109 h 15947979"/>
              <a:gd name="connsiteX2601" fmla="*/ 16857154 w 17486265"/>
              <a:gd name="connsiteY2601" fmla="*/ 7679541 h 15947979"/>
              <a:gd name="connsiteX2602" fmla="*/ 16902774 w 17486265"/>
              <a:gd name="connsiteY2602" fmla="*/ 7663006 h 15947979"/>
              <a:gd name="connsiteX2603" fmla="*/ 16200278 w 17486265"/>
              <a:gd name="connsiteY2603" fmla="*/ 7636937 h 15947979"/>
              <a:gd name="connsiteX2604" fmla="*/ 16240374 w 17486265"/>
              <a:gd name="connsiteY2604" fmla="*/ 7655700 h 15947979"/>
              <a:gd name="connsiteX2605" fmla="*/ 16236694 w 17486265"/>
              <a:gd name="connsiteY2605" fmla="*/ 7737415 h 15947979"/>
              <a:gd name="connsiteX2606" fmla="*/ 16154978 w 17486265"/>
              <a:gd name="connsiteY2606" fmla="*/ 7733736 h 15947979"/>
              <a:gd name="connsiteX2607" fmla="*/ 16158658 w 17486265"/>
              <a:gd name="connsiteY2607" fmla="*/ 7652021 h 15947979"/>
              <a:gd name="connsiteX2608" fmla="*/ 16200278 w 17486265"/>
              <a:gd name="connsiteY2608" fmla="*/ 7636937 h 15947979"/>
              <a:gd name="connsiteX2609" fmla="*/ 15497770 w 17486265"/>
              <a:gd name="connsiteY2609" fmla="*/ 7610718 h 15947979"/>
              <a:gd name="connsiteX2610" fmla="*/ 15534134 w 17486265"/>
              <a:gd name="connsiteY2610" fmla="*/ 7627734 h 15947979"/>
              <a:gd name="connsiteX2611" fmla="*/ 15530794 w 17486265"/>
              <a:gd name="connsiteY2611" fmla="*/ 7701839 h 15947979"/>
              <a:gd name="connsiteX2612" fmla="*/ 15456686 w 17486265"/>
              <a:gd name="connsiteY2612" fmla="*/ 7698505 h 15947979"/>
              <a:gd name="connsiteX2613" fmla="*/ 15460022 w 17486265"/>
              <a:gd name="connsiteY2613" fmla="*/ 7624396 h 15947979"/>
              <a:gd name="connsiteX2614" fmla="*/ 15497770 w 17486265"/>
              <a:gd name="connsiteY2614" fmla="*/ 7610718 h 15947979"/>
              <a:gd name="connsiteX2615" fmla="*/ 14795248 w 17486265"/>
              <a:gd name="connsiteY2615" fmla="*/ 7585279 h 15947979"/>
              <a:gd name="connsiteX2616" fmla="*/ 14827320 w 17486265"/>
              <a:gd name="connsiteY2616" fmla="*/ 7600289 h 15947979"/>
              <a:gd name="connsiteX2617" fmla="*/ 14824376 w 17486265"/>
              <a:gd name="connsiteY2617" fmla="*/ 7665649 h 15947979"/>
              <a:gd name="connsiteX2618" fmla="*/ 14759018 w 17486265"/>
              <a:gd name="connsiteY2618" fmla="*/ 7662705 h 15947979"/>
              <a:gd name="connsiteX2619" fmla="*/ 14761960 w 17486265"/>
              <a:gd name="connsiteY2619" fmla="*/ 7597345 h 15947979"/>
              <a:gd name="connsiteX2620" fmla="*/ 14795248 w 17486265"/>
              <a:gd name="connsiteY2620" fmla="*/ 7585279 h 15947979"/>
              <a:gd name="connsiteX2621" fmla="*/ 14092772 w 17486265"/>
              <a:gd name="connsiteY2621" fmla="*/ 7558864 h 15947979"/>
              <a:gd name="connsiteX2622" fmla="*/ 14121232 w 17486265"/>
              <a:gd name="connsiteY2622" fmla="*/ 7572182 h 15947979"/>
              <a:gd name="connsiteX2623" fmla="*/ 14118620 w 17486265"/>
              <a:gd name="connsiteY2623" fmla="*/ 7630181 h 15947979"/>
              <a:gd name="connsiteX2624" fmla="*/ 14060620 w 17486265"/>
              <a:gd name="connsiteY2624" fmla="*/ 7627570 h 15947979"/>
              <a:gd name="connsiteX2625" fmla="*/ 14063232 w 17486265"/>
              <a:gd name="connsiteY2625" fmla="*/ 7569569 h 15947979"/>
              <a:gd name="connsiteX2626" fmla="*/ 14092772 w 17486265"/>
              <a:gd name="connsiteY2626" fmla="*/ 7558864 h 15947979"/>
              <a:gd name="connsiteX2627" fmla="*/ 13390356 w 17486265"/>
              <a:gd name="connsiteY2627" fmla="*/ 7531091 h 15947979"/>
              <a:gd name="connsiteX2628" fmla="*/ 13416144 w 17486265"/>
              <a:gd name="connsiteY2628" fmla="*/ 7543159 h 15947979"/>
              <a:gd name="connsiteX2629" fmla="*/ 13413776 w 17486265"/>
              <a:gd name="connsiteY2629" fmla="*/ 7595716 h 15947979"/>
              <a:gd name="connsiteX2630" fmla="*/ 13361220 w 17486265"/>
              <a:gd name="connsiteY2630" fmla="*/ 7593349 h 15947979"/>
              <a:gd name="connsiteX2631" fmla="*/ 13363588 w 17486265"/>
              <a:gd name="connsiteY2631" fmla="*/ 7540792 h 15947979"/>
              <a:gd name="connsiteX2632" fmla="*/ 13390356 w 17486265"/>
              <a:gd name="connsiteY2632" fmla="*/ 7531091 h 15947979"/>
              <a:gd name="connsiteX2633" fmla="*/ 12687772 w 17486265"/>
              <a:gd name="connsiteY2633" fmla="*/ 7506527 h 15947979"/>
              <a:gd name="connsiteX2634" fmla="*/ 12708644 w 17486265"/>
              <a:gd name="connsiteY2634" fmla="*/ 7516295 h 15947979"/>
              <a:gd name="connsiteX2635" fmla="*/ 12706728 w 17486265"/>
              <a:gd name="connsiteY2635" fmla="*/ 7558833 h 15947979"/>
              <a:gd name="connsiteX2636" fmla="*/ 12664190 w 17486265"/>
              <a:gd name="connsiteY2636" fmla="*/ 7556918 h 15947979"/>
              <a:gd name="connsiteX2637" fmla="*/ 12666106 w 17486265"/>
              <a:gd name="connsiteY2637" fmla="*/ 7514379 h 15947979"/>
              <a:gd name="connsiteX2638" fmla="*/ 12687772 w 17486265"/>
              <a:gd name="connsiteY2638" fmla="*/ 7506527 h 15947979"/>
              <a:gd name="connsiteX2639" fmla="*/ 11985306 w 17486265"/>
              <a:gd name="connsiteY2639" fmla="*/ 7479847 h 15947979"/>
              <a:gd name="connsiteX2640" fmla="*/ 12002752 w 17486265"/>
              <a:gd name="connsiteY2640" fmla="*/ 7488011 h 15947979"/>
              <a:gd name="connsiteX2641" fmla="*/ 12001150 w 17486265"/>
              <a:gd name="connsiteY2641" fmla="*/ 7523563 h 15947979"/>
              <a:gd name="connsiteX2642" fmla="*/ 11965598 w 17486265"/>
              <a:gd name="connsiteY2642" fmla="*/ 7521963 h 15947979"/>
              <a:gd name="connsiteX2643" fmla="*/ 11967198 w 17486265"/>
              <a:gd name="connsiteY2643" fmla="*/ 7486410 h 15947979"/>
              <a:gd name="connsiteX2644" fmla="*/ 11985306 w 17486265"/>
              <a:gd name="connsiteY2644" fmla="*/ 7479847 h 15947979"/>
              <a:gd name="connsiteX2645" fmla="*/ 11282778 w 17486265"/>
              <a:gd name="connsiteY2645" fmla="*/ 7454684 h 15947979"/>
              <a:gd name="connsiteX2646" fmla="*/ 11295746 w 17486265"/>
              <a:gd name="connsiteY2646" fmla="*/ 7460753 h 15947979"/>
              <a:gd name="connsiteX2647" fmla="*/ 11294556 w 17486265"/>
              <a:gd name="connsiteY2647" fmla="*/ 7487181 h 15947979"/>
              <a:gd name="connsiteX2648" fmla="*/ 11268128 w 17486265"/>
              <a:gd name="connsiteY2648" fmla="*/ 7485992 h 15947979"/>
              <a:gd name="connsiteX2649" fmla="*/ 11269318 w 17486265"/>
              <a:gd name="connsiteY2649" fmla="*/ 7459561 h 15947979"/>
              <a:gd name="connsiteX2650" fmla="*/ 11282778 w 17486265"/>
              <a:gd name="connsiteY2650" fmla="*/ 7454684 h 15947979"/>
              <a:gd name="connsiteX2651" fmla="*/ 10580306 w 17486265"/>
              <a:gd name="connsiteY2651" fmla="*/ 7427567 h 15947979"/>
              <a:gd name="connsiteX2652" fmla="*/ 10590166 w 17486265"/>
              <a:gd name="connsiteY2652" fmla="*/ 7432181 h 15947979"/>
              <a:gd name="connsiteX2653" fmla="*/ 10589262 w 17486265"/>
              <a:gd name="connsiteY2653" fmla="*/ 7452271 h 15947979"/>
              <a:gd name="connsiteX2654" fmla="*/ 10569170 w 17486265"/>
              <a:gd name="connsiteY2654" fmla="*/ 7451368 h 15947979"/>
              <a:gd name="connsiteX2655" fmla="*/ 10570074 w 17486265"/>
              <a:gd name="connsiteY2655" fmla="*/ 7431275 h 15947979"/>
              <a:gd name="connsiteX2656" fmla="*/ 10580306 w 17486265"/>
              <a:gd name="connsiteY2656" fmla="*/ 7427567 h 15947979"/>
              <a:gd name="connsiteX2657" fmla="*/ 9871576 w 17486265"/>
              <a:gd name="connsiteY2657" fmla="*/ 7403757 h 15947979"/>
              <a:gd name="connsiteX2658" fmla="*/ 9883814 w 17486265"/>
              <a:gd name="connsiteY2658" fmla="*/ 7404309 h 15947979"/>
              <a:gd name="connsiteX2659" fmla="*/ 9883262 w 17486265"/>
              <a:gd name="connsiteY2659" fmla="*/ 7416545 h 15947979"/>
              <a:gd name="connsiteX2660" fmla="*/ 9871024 w 17486265"/>
              <a:gd name="connsiteY2660" fmla="*/ 7415995 h 15947979"/>
              <a:gd name="connsiteX2661" fmla="*/ 9871576 w 17486265"/>
              <a:gd name="connsiteY2661" fmla="*/ 7403757 h 15947979"/>
              <a:gd name="connsiteX2662" fmla="*/ 9173998 w 17486265"/>
              <a:gd name="connsiteY2662" fmla="*/ 7377244 h 15947979"/>
              <a:gd name="connsiteX2663" fmla="*/ 9176464 w 17486265"/>
              <a:gd name="connsiteY2663" fmla="*/ 7377355 h 15947979"/>
              <a:gd name="connsiteX2664" fmla="*/ 9176352 w 17486265"/>
              <a:gd name="connsiteY2664" fmla="*/ 7379822 h 15947979"/>
              <a:gd name="connsiteX2665" fmla="*/ 9173886 w 17486265"/>
              <a:gd name="connsiteY2665" fmla="*/ 7379713 h 15947979"/>
              <a:gd name="connsiteX2666" fmla="*/ 9173998 w 17486265"/>
              <a:gd name="connsiteY2666" fmla="*/ 7377244 h 15947979"/>
              <a:gd name="connsiteX2667" fmla="*/ 17269710 w 17486265"/>
              <a:gd name="connsiteY2667" fmla="*/ 7327694 h 15947979"/>
              <a:gd name="connsiteX2668" fmla="*/ 17313658 w 17486265"/>
              <a:gd name="connsiteY2668" fmla="*/ 7348261 h 15947979"/>
              <a:gd name="connsiteX2669" fmla="*/ 17309626 w 17486265"/>
              <a:gd name="connsiteY2669" fmla="*/ 7437832 h 15947979"/>
              <a:gd name="connsiteX2670" fmla="*/ 17220054 w 17486265"/>
              <a:gd name="connsiteY2670" fmla="*/ 7433797 h 15947979"/>
              <a:gd name="connsiteX2671" fmla="*/ 17224090 w 17486265"/>
              <a:gd name="connsiteY2671" fmla="*/ 7344228 h 15947979"/>
              <a:gd name="connsiteX2672" fmla="*/ 17269710 w 17486265"/>
              <a:gd name="connsiteY2672" fmla="*/ 7327694 h 15947979"/>
              <a:gd name="connsiteX2673" fmla="*/ 16567222 w 17486265"/>
              <a:gd name="connsiteY2673" fmla="*/ 7301450 h 15947979"/>
              <a:gd name="connsiteX2674" fmla="*/ 16607438 w 17486265"/>
              <a:gd name="connsiteY2674" fmla="*/ 7320272 h 15947979"/>
              <a:gd name="connsiteX2675" fmla="*/ 16603746 w 17486265"/>
              <a:gd name="connsiteY2675" fmla="*/ 7402233 h 15947979"/>
              <a:gd name="connsiteX2676" fmla="*/ 16521786 w 17486265"/>
              <a:gd name="connsiteY2676" fmla="*/ 7398542 h 15947979"/>
              <a:gd name="connsiteX2677" fmla="*/ 16525478 w 17486265"/>
              <a:gd name="connsiteY2677" fmla="*/ 7316580 h 15947979"/>
              <a:gd name="connsiteX2678" fmla="*/ 16567222 w 17486265"/>
              <a:gd name="connsiteY2678" fmla="*/ 7301450 h 15947979"/>
              <a:gd name="connsiteX2679" fmla="*/ 15864730 w 17486265"/>
              <a:gd name="connsiteY2679" fmla="*/ 7275384 h 15947979"/>
              <a:gd name="connsiteX2680" fmla="*/ 15901094 w 17486265"/>
              <a:gd name="connsiteY2680" fmla="*/ 7292400 h 15947979"/>
              <a:gd name="connsiteX2681" fmla="*/ 15897754 w 17486265"/>
              <a:gd name="connsiteY2681" fmla="*/ 7366509 h 15947979"/>
              <a:gd name="connsiteX2682" fmla="*/ 15823646 w 17486265"/>
              <a:gd name="connsiteY2682" fmla="*/ 7363170 h 15947979"/>
              <a:gd name="connsiteX2683" fmla="*/ 15826982 w 17486265"/>
              <a:gd name="connsiteY2683" fmla="*/ 7289062 h 15947979"/>
              <a:gd name="connsiteX2684" fmla="*/ 15864730 w 17486265"/>
              <a:gd name="connsiteY2684" fmla="*/ 7275384 h 15947979"/>
              <a:gd name="connsiteX2685" fmla="*/ 15162270 w 17486265"/>
              <a:gd name="connsiteY2685" fmla="*/ 7248092 h 15947979"/>
              <a:gd name="connsiteX2686" fmla="*/ 15195642 w 17486265"/>
              <a:gd name="connsiteY2686" fmla="*/ 7263710 h 15947979"/>
              <a:gd name="connsiteX2687" fmla="*/ 15192578 w 17486265"/>
              <a:gd name="connsiteY2687" fmla="*/ 7331727 h 15947979"/>
              <a:gd name="connsiteX2688" fmla="*/ 15124562 w 17486265"/>
              <a:gd name="connsiteY2688" fmla="*/ 7328663 h 15947979"/>
              <a:gd name="connsiteX2689" fmla="*/ 15127626 w 17486265"/>
              <a:gd name="connsiteY2689" fmla="*/ 7260646 h 15947979"/>
              <a:gd name="connsiteX2690" fmla="*/ 15162270 w 17486265"/>
              <a:gd name="connsiteY2690" fmla="*/ 7248092 h 15947979"/>
              <a:gd name="connsiteX2691" fmla="*/ 14459708 w 17486265"/>
              <a:gd name="connsiteY2691" fmla="*/ 7223550 h 15947979"/>
              <a:gd name="connsiteX2692" fmla="*/ 14488166 w 17486265"/>
              <a:gd name="connsiteY2692" fmla="*/ 7236869 h 15947979"/>
              <a:gd name="connsiteX2693" fmla="*/ 14485554 w 17486265"/>
              <a:gd name="connsiteY2693" fmla="*/ 7294868 h 15947979"/>
              <a:gd name="connsiteX2694" fmla="*/ 14427554 w 17486265"/>
              <a:gd name="connsiteY2694" fmla="*/ 7292257 h 15947979"/>
              <a:gd name="connsiteX2695" fmla="*/ 14430166 w 17486265"/>
              <a:gd name="connsiteY2695" fmla="*/ 7234257 h 15947979"/>
              <a:gd name="connsiteX2696" fmla="*/ 14459708 w 17486265"/>
              <a:gd name="connsiteY2696" fmla="*/ 7223550 h 15947979"/>
              <a:gd name="connsiteX2697" fmla="*/ 13757262 w 17486265"/>
              <a:gd name="connsiteY2697" fmla="*/ 7196409 h 15947979"/>
              <a:gd name="connsiteX2698" fmla="*/ 13782612 w 17486265"/>
              <a:gd name="connsiteY2698" fmla="*/ 7208271 h 15947979"/>
              <a:gd name="connsiteX2699" fmla="*/ 13780284 w 17486265"/>
              <a:gd name="connsiteY2699" fmla="*/ 7259936 h 15947979"/>
              <a:gd name="connsiteX2700" fmla="*/ 13728622 w 17486265"/>
              <a:gd name="connsiteY2700" fmla="*/ 7257609 h 15947979"/>
              <a:gd name="connsiteX2701" fmla="*/ 13730948 w 17486265"/>
              <a:gd name="connsiteY2701" fmla="*/ 7205946 h 15947979"/>
              <a:gd name="connsiteX2702" fmla="*/ 13757262 w 17486265"/>
              <a:gd name="connsiteY2702" fmla="*/ 7196409 h 15947979"/>
              <a:gd name="connsiteX2703" fmla="*/ 13054746 w 17486265"/>
              <a:gd name="connsiteY2703" fmla="*/ 7170316 h 15947979"/>
              <a:gd name="connsiteX2704" fmla="*/ 13076242 w 17486265"/>
              <a:gd name="connsiteY2704" fmla="*/ 7180376 h 15947979"/>
              <a:gd name="connsiteX2705" fmla="*/ 13074270 w 17486265"/>
              <a:gd name="connsiteY2705" fmla="*/ 7224183 h 15947979"/>
              <a:gd name="connsiteX2706" fmla="*/ 13030462 w 17486265"/>
              <a:gd name="connsiteY2706" fmla="*/ 7222210 h 15947979"/>
              <a:gd name="connsiteX2707" fmla="*/ 13032434 w 17486265"/>
              <a:gd name="connsiteY2707" fmla="*/ 7178402 h 15947979"/>
              <a:gd name="connsiteX2708" fmla="*/ 13054746 w 17486265"/>
              <a:gd name="connsiteY2708" fmla="*/ 7170316 h 15947979"/>
              <a:gd name="connsiteX2709" fmla="*/ 12352236 w 17486265"/>
              <a:gd name="connsiteY2709" fmla="*/ 7144705 h 15947979"/>
              <a:gd name="connsiteX2710" fmla="*/ 12369560 w 17486265"/>
              <a:gd name="connsiteY2710" fmla="*/ 7152813 h 15947979"/>
              <a:gd name="connsiteX2711" fmla="*/ 12367970 w 17486265"/>
              <a:gd name="connsiteY2711" fmla="*/ 7188117 h 15947979"/>
              <a:gd name="connsiteX2712" fmla="*/ 12332664 w 17486265"/>
              <a:gd name="connsiteY2712" fmla="*/ 7186528 h 15947979"/>
              <a:gd name="connsiteX2713" fmla="*/ 12334254 w 17486265"/>
              <a:gd name="connsiteY2713" fmla="*/ 7151223 h 15947979"/>
              <a:gd name="connsiteX2714" fmla="*/ 12352236 w 17486265"/>
              <a:gd name="connsiteY2714" fmla="*/ 7144705 h 15947979"/>
              <a:gd name="connsiteX2715" fmla="*/ 11649756 w 17486265"/>
              <a:gd name="connsiteY2715" fmla="*/ 7118468 h 15947979"/>
              <a:gd name="connsiteX2716" fmla="*/ 11663346 w 17486265"/>
              <a:gd name="connsiteY2716" fmla="*/ 7124830 h 15947979"/>
              <a:gd name="connsiteX2717" fmla="*/ 11662100 w 17486265"/>
              <a:gd name="connsiteY2717" fmla="*/ 7152530 h 15947979"/>
              <a:gd name="connsiteX2718" fmla="*/ 11634400 w 17486265"/>
              <a:gd name="connsiteY2718" fmla="*/ 7151279 h 15947979"/>
              <a:gd name="connsiteX2719" fmla="*/ 11635646 w 17486265"/>
              <a:gd name="connsiteY2719" fmla="*/ 7123582 h 15947979"/>
              <a:gd name="connsiteX2720" fmla="*/ 11649756 w 17486265"/>
              <a:gd name="connsiteY2720" fmla="*/ 7118468 h 15947979"/>
              <a:gd name="connsiteX2721" fmla="*/ 10947268 w 17486265"/>
              <a:gd name="connsiteY2721" fmla="*/ 7092227 h 15947979"/>
              <a:gd name="connsiteX2722" fmla="*/ 10957126 w 17486265"/>
              <a:gd name="connsiteY2722" fmla="*/ 7096841 h 15947979"/>
              <a:gd name="connsiteX2723" fmla="*/ 10956222 w 17486265"/>
              <a:gd name="connsiteY2723" fmla="*/ 7116933 h 15947979"/>
              <a:gd name="connsiteX2724" fmla="*/ 10936130 w 17486265"/>
              <a:gd name="connsiteY2724" fmla="*/ 7116027 h 15947979"/>
              <a:gd name="connsiteX2725" fmla="*/ 10937034 w 17486265"/>
              <a:gd name="connsiteY2725" fmla="*/ 7095937 h 15947979"/>
              <a:gd name="connsiteX2726" fmla="*/ 10947268 w 17486265"/>
              <a:gd name="connsiteY2726" fmla="*/ 7092227 h 15947979"/>
              <a:gd name="connsiteX2727" fmla="*/ 10238512 w 17486265"/>
              <a:gd name="connsiteY2727" fmla="*/ 7068441 h 15947979"/>
              <a:gd name="connsiteX2728" fmla="*/ 10250750 w 17486265"/>
              <a:gd name="connsiteY2728" fmla="*/ 7068993 h 15947979"/>
              <a:gd name="connsiteX2729" fmla="*/ 10250198 w 17486265"/>
              <a:gd name="connsiteY2729" fmla="*/ 7081230 h 15947979"/>
              <a:gd name="connsiteX2730" fmla="*/ 10237960 w 17486265"/>
              <a:gd name="connsiteY2730" fmla="*/ 7080678 h 15947979"/>
              <a:gd name="connsiteX2731" fmla="*/ 10238512 w 17486265"/>
              <a:gd name="connsiteY2731" fmla="*/ 7068441 h 15947979"/>
              <a:gd name="connsiteX2732" fmla="*/ 9540932 w 17486265"/>
              <a:gd name="connsiteY2732" fmla="*/ 7041926 h 15947979"/>
              <a:gd name="connsiteX2733" fmla="*/ 9543400 w 17486265"/>
              <a:gd name="connsiteY2733" fmla="*/ 7042035 h 15947979"/>
              <a:gd name="connsiteX2734" fmla="*/ 9543288 w 17486265"/>
              <a:gd name="connsiteY2734" fmla="*/ 7044503 h 15947979"/>
              <a:gd name="connsiteX2735" fmla="*/ 9540820 w 17486265"/>
              <a:gd name="connsiteY2735" fmla="*/ 7044393 h 15947979"/>
              <a:gd name="connsiteX2736" fmla="*/ 9540932 w 17486265"/>
              <a:gd name="connsiteY2736" fmla="*/ 7041926 h 15947979"/>
              <a:gd name="connsiteX2737" fmla="*/ 16934158 w 17486265"/>
              <a:gd name="connsiteY2737" fmla="*/ 6966140 h 15947979"/>
              <a:gd name="connsiteX2738" fmla="*/ 16974374 w 17486265"/>
              <a:gd name="connsiteY2738" fmla="*/ 6984960 h 15947979"/>
              <a:gd name="connsiteX2739" fmla="*/ 16970682 w 17486265"/>
              <a:gd name="connsiteY2739" fmla="*/ 7066923 h 15947979"/>
              <a:gd name="connsiteX2740" fmla="*/ 16888722 w 17486265"/>
              <a:gd name="connsiteY2740" fmla="*/ 7063232 h 15947979"/>
              <a:gd name="connsiteX2741" fmla="*/ 16892410 w 17486265"/>
              <a:gd name="connsiteY2741" fmla="*/ 6981268 h 15947979"/>
              <a:gd name="connsiteX2742" fmla="*/ 16934158 w 17486265"/>
              <a:gd name="connsiteY2742" fmla="*/ 6966140 h 15947979"/>
              <a:gd name="connsiteX2743" fmla="*/ 16231666 w 17486265"/>
              <a:gd name="connsiteY2743" fmla="*/ 6940070 h 15947979"/>
              <a:gd name="connsiteX2744" fmla="*/ 16268030 w 17486265"/>
              <a:gd name="connsiteY2744" fmla="*/ 6957085 h 15947979"/>
              <a:gd name="connsiteX2745" fmla="*/ 16264690 w 17486265"/>
              <a:gd name="connsiteY2745" fmla="*/ 7031196 h 15947979"/>
              <a:gd name="connsiteX2746" fmla="*/ 16190582 w 17486265"/>
              <a:gd name="connsiteY2746" fmla="*/ 7027859 h 15947979"/>
              <a:gd name="connsiteX2747" fmla="*/ 16193918 w 17486265"/>
              <a:gd name="connsiteY2747" fmla="*/ 6953750 h 15947979"/>
              <a:gd name="connsiteX2748" fmla="*/ 16231666 w 17486265"/>
              <a:gd name="connsiteY2748" fmla="*/ 6940070 h 15947979"/>
              <a:gd name="connsiteX2749" fmla="*/ 15529158 w 17486265"/>
              <a:gd name="connsiteY2749" fmla="*/ 6914285 h 15947979"/>
              <a:gd name="connsiteX2750" fmla="*/ 15561470 w 17486265"/>
              <a:gd name="connsiteY2750" fmla="*/ 6929407 h 15947979"/>
              <a:gd name="connsiteX2751" fmla="*/ 15558506 w 17486265"/>
              <a:gd name="connsiteY2751" fmla="*/ 6995259 h 15947979"/>
              <a:gd name="connsiteX2752" fmla="*/ 15492654 w 17486265"/>
              <a:gd name="connsiteY2752" fmla="*/ 6992294 h 15947979"/>
              <a:gd name="connsiteX2753" fmla="*/ 15495618 w 17486265"/>
              <a:gd name="connsiteY2753" fmla="*/ 6926439 h 15947979"/>
              <a:gd name="connsiteX2754" fmla="*/ 15529158 w 17486265"/>
              <a:gd name="connsiteY2754" fmla="*/ 6914285 h 15947979"/>
              <a:gd name="connsiteX2755" fmla="*/ 14826640 w 17486265"/>
              <a:gd name="connsiteY2755" fmla="*/ 6888240 h 15947979"/>
              <a:gd name="connsiteX2756" fmla="*/ 14855100 w 17486265"/>
              <a:gd name="connsiteY2756" fmla="*/ 6901557 h 15947979"/>
              <a:gd name="connsiteX2757" fmla="*/ 14852488 w 17486265"/>
              <a:gd name="connsiteY2757" fmla="*/ 6959557 h 15947979"/>
              <a:gd name="connsiteX2758" fmla="*/ 14794488 w 17486265"/>
              <a:gd name="connsiteY2758" fmla="*/ 6956946 h 15947979"/>
              <a:gd name="connsiteX2759" fmla="*/ 14797100 w 17486265"/>
              <a:gd name="connsiteY2759" fmla="*/ 6898945 h 15947979"/>
              <a:gd name="connsiteX2760" fmla="*/ 14826640 w 17486265"/>
              <a:gd name="connsiteY2760" fmla="*/ 6888240 h 15947979"/>
              <a:gd name="connsiteX2761" fmla="*/ 14124156 w 17486265"/>
              <a:gd name="connsiteY2761" fmla="*/ 6861996 h 15947979"/>
              <a:gd name="connsiteX2762" fmla="*/ 14148882 w 17486265"/>
              <a:gd name="connsiteY2762" fmla="*/ 6873567 h 15947979"/>
              <a:gd name="connsiteX2763" fmla="*/ 14146612 w 17486265"/>
              <a:gd name="connsiteY2763" fmla="*/ 6923959 h 15947979"/>
              <a:gd name="connsiteX2764" fmla="*/ 14096220 w 17486265"/>
              <a:gd name="connsiteY2764" fmla="*/ 6921691 h 15947979"/>
              <a:gd name="connsiteX2765" fmla="*/ 14098490 w 17486265"/>
              <a:gd name="connsiteY2765" fmla="*/ 6871299 h 15947979"/>
              <a:gd name="connsiteX2766" fmla="*/ 14124156 w 17486265"/>
              <a:gd name="connsiteY2766" fmla="*/ 6861996 h 15947979"/>
              <a:gd name="connsiteX2767" fmla="*/ 13421638 w 17486265"/>
              <a:gd name="connsiteY2767" fmla="*/ 6835902 h 15947979"/>
              <a:gd name="connsiteX2768" fmla="*/ 13442512 w 17486265"/>
              <a:gd name="connsiteY2768" fmla="*/ 6845671 h 15947979"/>
              <a:gd name="connsiteX2769" fmla="*/ 13440596 w 17486265"/>
              <a:gd name="connsiteY2769" fmla="*/ 6888207 h 15947979"/>
              <a:gd name="connsiteX2770" fmla="*/ 13398058 w 17486265"/>
              <a:gd name="connsiteY2770" fmla="*/ 6886292 h 15947979"/>
              <a:gd name="connsiteX2771" fmla="*/ 13399974 w 17486265"/>
              <a:gd name="connsiteY2771" fmla="*/ 6843754 h 15947979"/>
              <a:gd name="connsiteX2772" fmla="*/ 13421638 w 17486265"/>
              <a:gd name="connsiteY2772" fmla="*/ 6835902 h 15947979"/>
              <a:gd name="connsiteX2773" fmla="*/ 12719174 w 17486265"/>
              <a:gd name="connsiteY2773" fmla="*/ 6809220 h 15947979"/>
              <a:gd name="connsiteX2774" fmla="*/ 12736620 w 17486265"/>
              <a:gd name="connsiteY2774" fmla="*/ 6817383 h 15947979"/>
              <a:gd name="connsiteX2775" fmla="*/ 12735018 w 17486265"/>
              <a:gd name="connsiteY2775" fmla="*/ 6852938 h 15947979"/>
              <a:gd name="connsiteX2776" fmla="*/ 12699464 w 17486265"/>
              <a:gd name="connsiteY2776" fmla="*/ 6851337 h 15947979"/>
              <a:gd name="connsiteX2777" fmla="*/ 12701066 w 17486265"/>
              <a:gd name="connsiteY2777" fmla="*/ 6815782 h 15947979"/>
              <a:gd name="connsiteX2778" fmla="*/ 12719174 w 17486265"/>
              <a:gd name="connsiteY2778" fmla="*/ 6809220 h 15947979"/>
              <a:gd name="connsiteX2779" fmla="*/ 12016688 w 17486265"/>
              <a:gd name="connsiteY2779" fmla="*/ 6783156 h 15947979"/>
              <a:gd name="connsiteX2780" fmla="*/ 12030280 w 17486265"/>
              <a:gd name="connsiteY2780" fmla="*/ 6789516 h 15947979"/>
              <a:gd name="connsiteX2781" fmla="*/ 12029032 w 17486265"/>
              <a:gd name="connsiteY2781" fmla="*/ 6817216 h 15947979"/>
              <a:gd name="connsiteX2782" fmla="*/ 12001332 w 17486265"/>
              <a:gd name="connsiteY2782" fmla="*/ 6815968 h 15947979"/>
              <a:gd name="connsiteX2783" fmla="*/ 12002580 w 17486265"/>
              <a:gd name="connsiteY2783" fmla="*/ 6788268 h 15947979"/>
              <a:gd name="connsiteX2784" fmla="*/ 12016688 w 17486265"/>
              <a:gd name="connsiteY2784" fmla="*/ 6783156 h 15947979"/>
              <a:gd name="connsiteX2785" fmla="*/ 11314202 w 17486265"/>
              <a:gd name="connsiteY2785" fmla="*/ 6756911 h 15947979"/>
              <a:gd name="connsiteX2786" fmla="*/ 11324060 w 17486265"/>
              <a:gd name="connsiteY2786" fmla="*/ 6761526 h 15947979"/>
              <a:gd name="connsiteX2787" fmla="*/ 11323156 w 17486265"/>
              <a:gd name="connsiteY2787" fmla="*/ 6781617 h 15947979"/>
              <a:gd name="connsiteX2788" fmla="*/ 11303064 w 17486265"/>
              <a:gd name="connsiteY2788" fmla="*/ 6780712 h 15947979"/>
              <a:gd name="connsiteX2789" fmla="*/ 11303968 w 17486265"/>
              <a:gd name="connsiteY2789" fmla="*/ 6760620 h 15947979"/>
              <a:gd name="connsiteX2790" fmla="*/ 11314202 w 17486265"/>
              <a:gd name="connsiteY2790" fmla="*/ 6756911 h 15947979"/>
              <a:gd name="connsiteX2791" fmla="*/ 10605472 w 17486265"/>
              <a:gd name="connsiteY2791" fmla="*/ 6733101 h 15947979"/>
              <a:gd name="connsiteX2792" fmla="*/ 10617710 w 17486265"/>
              <a:gd name="connsiteY2792" fmla="*/ 6733649 h 15947979"/>
              <a:gd name="connsiteX2793" fmla="*/ 10617158 w 17486265"/>
              <a:gd name="connsiteY2793" fmla="*/ 6745889 h 15947979"/>
              <a:gd name="connsiteX2794" fmla="*/ 10604920 w 17486265"/>
              <a:gd name="connsiteY2794" fmla="*/ 6745337 h 15947979"/>
              <a:gd name="connsiteX2795" fmla="*/ 10605472 w 17486265"/>
              <a:gd name="connsiteY2795" fmla="*/ 6733101 h 15947979"/>
              <a:gd name="connsiteX2796" fmla="*/ 9907868 w 17486265"/>
              <a:gd name="connsiteY2796" fmla="*/ 6706604 h 15947979"/>
              <a:gd name="connsiteX2797" fmla="*/ 9910334 w 17486265"/>
              <a:gd name="connsiteY2797" fmla="*/ 6706719 h 15947979"/>
              <a:gd name="connsiteX2798" fmla="*/ 9910222 w 17486265"/>
              <a:gd name="connsiteY2798" fmla="*/ 6709184 h 15947979"/>
              <a:gd name="connsiteX2799" fmla="*/ 9907756 w 17486265"/>
              <a:gd name="connsiteY2799" fmla="*/ 6709075 h 15947979"/>
              <a:gd name="connsiteX2800" fmla="*/ 9907868 w 17486265"/>
              <a:gd name="connsiteY2800" fmla="*/ 6706604 h 15947979"/>
              <a:gd name="connsiteX2801" fmla="*/ 17301090 w 17486265"/>
              <a:gd name="connsiteY2801" fmla="*/ 6630829 h 15947979"/>
              <a:gd name="connsiteX2802" fmla="*/ 17341306 w 17486265"/>
              <a:gd name="connsiteY2802" fmla="*/ 6649650 h 15947979"/>
              <a:gd name="connsiteX2803" fmla="*/ 17337614 w 17486265"/>
              <a:gd name="connsiteY2803" fmla="*/ 6731612 h 15947979"/>
              <a:gd name="connsiteX2804" fmla="*/ 17255654 w 17486265"/>
              <a:gd name="connsiteY2804" fmla="*/ 6727921 h 15947979"/>
              <a:gd name="connsiteX2805" fmla="*/ 17259346 w 17486265"/>
              <a:gd name="connsiteY2805" fmla="*/ 6645958 h 15947979"/>
              <a:gd name="connsiteX2806" fmla="*/ 17301090 w 17486265"/>
              <a:gd name="connsiteY2806" fmla="*/ 6630829 h 15947979"/>
              <a:gd name="connsiteX2807" fmla="*/ 16598598 w 17486265"/>
              <a:gd name="connsiteY2807" fmla="*/ 6604761 h 15947979"/>
              <a:gd name="connsiteX2808" fmla="*/ 16634962 w 17486265"/>
              <a:gd name="connsiteY2808" fmla="*/ 6621777 h 15947979"/>
              <a:gd name="connsiteX2809" fmla="*/ 16631622 w 17486265"/>
              <a:gd name="connsiteY2809" fmla="*/ 6695885 h 15947979"/>
              <a:gd name="connsiteX2810" fmla="*/ 16557514 w 17486265"/>
              <a:gd name="connsiteY2810" fmla="*/ 6692549 h 15947979"/>
              <a:gd name="connsiteX2811" fmla="*/ 16560850 w 17486265"/>
              <a:gd name="connsiteY2811" fmla="*/ 6618439 h 15947979"/>
              <a:gd name="connsiteX2812" fmla="*/ 16598598 w 17486265"/>
              <a:gd name="connsiteY2812" fmla="*/ 6604761 h 15947979"/>
              <a:gd name="connsiteX2813" fmla="*/ 15896034 w 17486265"/>
              <a:gd name="connsiteY2813" fmla="*/ 6580221 h 15947979"/>
              <a:gd name="connsiteX2814" fmla="*/ 15927482 w 17486265"/>
              <a:gd name="connsiteY2814" fmla="*/ 6594937 h 15947979"/>
              <a:gd name="connsiteX2815" fmla="*/ 15924598 w 17486265"/>
              <a:gd name="connsiteY2815" fmla="*/ 6659028 h 15947979"/>
              <a:gd name="connsiteX2816" fmla="*/ 15860506 w 17486265"/>
              <a:gd name="connsiteY2816" fmla="*/ 6656143 h 15947979"/>
              <a:gd name="connsiteX2817" fmla="*/ 15863394 w 17486265"/>
              <a:gd name="connsiteY2817" fmla="*/ 6592052 h 15947979"/>
              <a:gd name="connsiteX2818" fmla="*/ 15896034 w 17486265"/>
              <a:gd name="connsiteY2818" fmla="*/ 6580221 h 15947979"/>
              <a:gd name="connsiteX2819" fmla="*/ 15193602 w 17486265"/>
              <a:gd name="connsiteY2819" fmla="*/ 6552905 h 15947979"/>
              <a:gd name="connsiteX2820" fmla="*/ 15222058 w 17486265"/>
              <a:gd name="connsiteY2820" fmla="*/ 6566222 h 15947979"/>
              <a:gd name="connsiteX2821" fmla="*/ 15219446 w 17486265"/>
              <a:gd name="connsiteY2821" fmla="*/ 6624223 h 15947979"/>
              <a:gd name="connsiteX2822" fmla="*/ 15161446 w 17486265"/>
              <a:gd name="connsiteY2822" fmla="*/ 6621610 h 15947979"/>
              <a:gd name="connsiteX2823" fmla="*/ 15164058 w 17486265"/>
              <a:gd name="connsiteY2823" fmla="*/ 6563611 h 15947979"/>
              <a:gd name="connsiteX2824" fmla="*/ 15193602 w 17486265"/>
              <a:gd name="connsiteY2824" fmla="*/ 6552905 h 15947979"/>
              <a:gd name="connsiteX2825" fmla="*/ 14491090 w 17486265"/>
              <a:gd name="connsiteY2825" fmla="*/ 6526683 h 15947979"/>
              <a:gd name="connsiteX2826" fmla="*/ 14515818 w 17486265"/>
              <a:gd name="connsiteY2826" fmla="*/ 6538254 h 15947979"/>
              <a:gd name="connsiteX2827" fmla="*/ 14513544 w 17486265"/>
              <a:gd name="connsiteY2827" fmla="*/ 6588648 h 15947979"/>
              <a:gd name="connsiteX2828" fmla="*/ 14463154 w 17486265"/>
              <a:gd name="connsiteY2828" fmla="*/ 6586379 h 15947979"/>
              <a:gd name="connsiteX2829" fmla="*/ 14465424 w 17486265"/>
              <a:gd name="connsiteY2829" fmla="*/ 6535986 h 15947979"/>
              <a:gd name="connsiteX2830" fmla="*/ 14491090 w 17486265"/>
              <a:gd name="connsiteY2830" fmla="*/ 6526683 h 15947979"/>
              <a:gd name="connsiteX2831" fmla="*/ 13788576 w 17486265"/>
              <a:gd name="connsiteY2831" fmla="*/ 6500591 h 15947979"/>
              <a:gd name="connsiteX2832" fmla="*/ 13809448 w 17486265"/>
              <a:gd name="connsiteY2832" fmla="*/ 6510358 h 15947979"/>
              <a:gd name="connsiteX2833" fmla="*/ 13807532 w 17486265"/>
              <a:gd name="connsiteY2833" fmla="*/ 6552895 h 15947979"/>
              <a:gd name="connsiteX2834" fmla="*/ 13764994 w 17486265"/>
              <a:gd name="connsiteY2834" fmla="*/ 6550979 h 15947979"/>
              <a:gd name="connsiteX2835" fmla="*/ 13766910 w 17486265"/>
              <a:gd name="connsiteY2835" fmla="*/ 6508442 h 15947979"/>
              <a:gd name="connsiteX2836" fmla="*/ 13788576 w 17486265"/>
              <a:gd name="connsiteY2836" fmla="*/ 6500591 h 15947979"/>
              <a:gd name="connsiteX2837" fmla="*/ 13086110 w 17486265"/>
              <a:gd name="connsiteY2837" fmla="*/ 6473906 h 15947979"/>
              <a:gd name="connsiteX2838" fmla="*/ 13103556 w 17486265"/>
              <a:gd name="connsiteY2838" fmla="*/ 6482069 h 15947979"/>
              <a:gd name="connsiteX2839" fmla="*/ 13101954 w 17486265"/>
              <a:gd name="connsiteY2839" fmla="*/ 6517623 h 15947979"/>
              <a:gd name="connsiteX2840" fmla="*/ 13066400 w 17486265"/>
              <a:gd name="connsiteY2840" fmla="*/ 6516023 h 15947979"/>
              <a:gd name="connsiteX2841" fmla="*/ 13068002 w 17486265"/>
              <a:gd name="connsiteY2841" fmla="*/ 6480468 h 15947979"/>
              <a:gd name="connsiteX2842" fmla="*/ 13086110 w 17486265"/>
              <a:gd name="connsiteY2842" fmla="*/ 6473906 h 15947979"/>
              <a:gd name="connsiteX2843" fmla="*/ 12383624 w 17486265"/>
              <a:gd name="connsiteY2843" fmla="*/ 6447842 h 15947979"/>
              <a:gd name="connsiteX2844" fmla="*/ 12397214 w 17486265"/>
              <a:gd name="connsiteY2844" fmla="*/ 6454203 h 15947979"/>
              <a:gd name="connsiteX2845" fmla="*/ 12395968 w 17486265"/>
              <a:gd name="connsiteY2845" fmla="*/ 6481903 h 15947979"/>
              <a:gd name="connsiteX2846" fmla="*/ 12368268 w 17486265"/>
              <a:gd name="connsiteY2846" fmla="*/ 6480654 h 15947979"/>
              <a:gd name="connsiteX2847" fmla="*/ 12369514 w 17486265"/>
              <a:gd name="connsiteY2847" fmla="*/ 6452956 h 15947979"/>
              <a:gd name="connsiteX2848" fmla="*/ 12383624 w 17486265"/>
              <a:gd name="connsiteY2848" fmla="*/ 6447842 h 15947979"/>
              <a:gd name="connsiteX2849" fmla="*/ 11681134 w 17486265"/>
              <a:gd name="connsiteY2849" fmla="*/ 6421598 h 15947979"/>
              <a:gd name="connsiteX2850" fmla="*/ 11690994 w 17486265"/>
              <a:gd name="connsiteY2850" fmla="*/ 6426213 h 15947979"/>
              <a:gd name="connsiteX2851" fmla="*/ 11690090 w 17486265"/>
              <a:gd name="connsiteY2851" fmla="*/ 6446304 h 15947979"/>
              <a:gd name="connsiteX2852" fmla="*/ 11669998 w 17486265"/>
              <a:gd name="connsiteY2852" fmla="*/ 6445399 h 15947979"/>
              <a:gd name="connsiteX2853" fmla="*/ 11670902 w 17486265"/>
              <a:gd name="connsiteY2853" fmla="*/ 6425307 h 15947979"/>
              <a:gd name="connsiteX2854" fmla="*/ 11681134 w 17486265"/>
              <a:gd name="connsiteY2854" fmla="*/ 6421598 h 15947979"/>
              <a:gd name="connsiteX2855" fmla="*/ 10972404 w 17486265"/>
              <a:gd name="connsiteY2855" fmla="*/ 6397786 h 15947979"/>
              <a:gd name="connsiteX2856" fmla="*/ 10984642 w 17486265"/>
              <a:gd name="connsiteY2856" fmla="*/ 6398337 h 15947979"/>
              <a:gd name="connsiteX2857" fmla="*/ 10984090 w 17486265"/>
              <a:gd name="connsiteY2857" fmla="*/ 6410574 h 15947979"/>
              <a:gd name="connsiteX2858" fmla="*/ 10971852 w 17486265"/>
              <a:gd name="connsiteY2858" fmla="*/ 6410024 h 15947979"/>
              <a:gd name="connsiteX2859" fmla="*/ 10972404 w 17486265"/>
              <a:gd name="connsiteY2859" fmla="*/ 6397786 h 15947979"/>
              <a:gd name="connsiteX2860" fmla="*/ 10274826 w 17486265"/>
              <a:gd name="connsiteY2860" fmla="*/ 6371269 h 15947979"/>
              <a:gd name="connsiteX2861" fmla="*/ 10277292 w 17486265"/>
              <a:gd name="connsiteY2861" fmla="*/ 6371380 h 15947979"/>
              <a:gd name="connsiteX2862" fmla="*/ 10277180 w 17486265"/>
              <a:gd name="connsiteY2862" fmla="*/ 6373847 h 15947979"/>
              <a:gd name="connsiteX2863" fmla="*/ 10274714 w 17486265"/>
              <a:gd name="connsiteY2863" fmla="*/ 6373737 h 15947979"/>
              <a:gd name="connsiteX2864" fmla="*/ 10274826 w 17486265"/>
              <a:gd name="connsiteY2864" fmla="*/ 6371269 h 15947979"/>
              <a:gd name="connsiteX2865" fmla="*/ 16965534 w 17486265"/>
              <a:gd name="connsiteY2865" fmla="*/ 6269448 h 15947979"/>
              <a:gd name="connsiteX2866" fmla="*/ 17001894 w 17486265"/>
              <a:gd name="connsiteY2866" fmla="*/ 6286465 h 15947979"/>
              <a:gd name="connsiteX2867" fmla="*/ 16998558 w 17486265"/>
              <a:gd name="connsiteY2867" fmla="*/ 6360574 h 15947979"/>
              <a:gd name="connsiteX2868" fmla="*/ 16924450 w 17486265"/>
              <a:gd name="connsiteY2868" fmla="*/ 6357237 h 15947979"/>
              <a:gd name="connsiteX2869" fmla="*/ 16927786 w 17486265"/>
              <a:gd name="connsiteY2869" fmla="*/ 6283127 h 15947979"/>
              <a:gd name="connsiteX2870" fmla="*/ 16965534 w 17486265"/>
              <a:gd name="connsiteY2870" fmla="*/ 6269448 h 15947979"/>
              <a:gd name="connsiteX2871" fmla="*/ 16263018 w 17486265"/>
              <a:gd name="connsiteY2871" fmla="*/ 6243838 h 15947979"/>
              <a:gd name="connsiteX2872" fmla="*/ 16295210 w 17486265"/>
              <a:gd name="connsiteY2872" fmla="*/ 6258902 h 15947979"/>
              <a:gd name="connsiteX2873" fmla="*/ 16292254 w 17486265"/>
              <a:gd name="connsiteY2873" fmla="*/ 6324508 h 15947979"/>
              <a:gd name="connsiteX2874" fmla="*/ 16226650 w 17486265"/>
              <a:gd name="connsiteY2874" fmla="*/ 6321555 h 15947979"/>
              <a:gd name="connsiteX2875" fmla="*/ 16229602 w 17486265"/>
              <a:gd name="connsiteY2875" fmla="*/ 6255948 h 15947979"/>
              <a:gd name="connsiteX2876" fmla="*/ 16263018 w 17486265"/>
              <a:gd name="connsiteY2876" fmla="*/ 6243838 h 15947979"/>
              <a:gd name="connsiteX2877" fmla="*/ 15560534 w 17486265"/>
              <a:gd name="connsiteY2877" fmla="*/ 6217593 h 15947979"/>
              <a:gd name="connsiteX2878" fmla="*/ 15588994 w 17486265"/>
              <a:gd name="connsiteY2878" fmla="*/ 6230911 h 15947979"/>
              <a:gd name="connsiteX2879" fmla="*/ 15586382 w 17486265"/>
              <a:gd name="connsiteY2879" fmla="*/ 6288911 h 15947979"/>
              <a:gd name="connsiteX2880" fmla="*/ 15528382 w 17486265"/>
              <a:gd name="connsiteY2880" fmla="*/ 6286297 h 15947979"/>
              <a:gd name="connsiteX2881" fmla="*/ 15530994 w 17486265"/>
              <a:gd name="connsiteY2881" fmla="*/ 6228299 h 15947979"/>
              <a:gd name="connsiteX2882" fmla="*/ 15560534 w 17486265"/>
              <a:gd name="connsiteY2882" fmla="*/ 6217593 h 15947979"/>
              <a:gd name="connsiteX2883" fmla="*/ 14858112 w 17486265"/>
              <a:gd name="connsiteY2883" fmla="*/ 6189994 h 15947979"/>
              <a:gd name="connsiteX2884" fmla="*/ 14883778 w 17486265"/>
              <a:gd name="connsiteY2884" fmla="*/ 6202006 h 15947979"/>
              <a:gd name="connsiteX2885" fmla="*/ 14881422 w 17486265"/>
              <a:gd name="connsiteY2885" fmla="*/ 6254315 h 15947979"/>
              <a:gd name="connsiteX2886" fmla="*/ 14829112 w 17486265"/>
              <a:gd name="connsiteY2886" fmla="*/ 6251960 h 15947979"/>
              <a:gd name="connsiteX2887" fmla="*/ 14831468 w 17486265"/>
              <a:gd name="connsiteY2887" fmla="*/ 6199652 h 15947979"/>
              <a:gd name="connsiteX2888" fmla="*/ 14858112 w 17486265"/>
              <a:gd name="connsiteY2888" fmla="*/ 6189994 h 15947979"/>
              <a:gd name="connsiteX2889" fmla="*/ 14155558 w 17486265"/>
              <a:gd name="connsiteY2889" fmla="*/ 6164206 h 15947979"/>
              <a:gd name="connsiteX2890" fmla="*/ 14177172 w 17486265"/>
              <a:gd name="connsiteY2890" fmla="*/ 6174322 h 15947979"/>
              <a:gd name="connsiteX2891" fmla="*/ 14175190 w 17486265"/>
              <a:gd name="connsiteY2891" fmla="*/ 6218377 h 15947979"/>
              <a:gd name="connsiteX2892" fmla="*/ 14131134 w 17486265"/>
              <a:gd name="connsiteY2892" fmla="*/ 6216393 h 15947979"/>
              <a:gd name="connsiteX2893" fmla="*/ 14133118 w 17486265"/>
              <a:gd name="connsiteY2893" fmla="*/ 6172339 h 15947979"/>
              <a:gd name="connsiteX2894" fmla="*/ 14155558 w 17486265"/>
              <a:gd name="connsiteY2894" fmla="*/ 6164206 h 15947979"/>
              <a:gd name="connsiteX2895" fmla="*/ 13453044 w 17486265"/>
              <a:gd name="connsiteY2895" fmla="*/ 6138592 h 15947979"/>
              <a:gd name="connsiteX2896" fmla="*/ 13470490 w 17486265"/>
              <a:gd name="connsiteY2896" fmla="*/ 6146757 h 15947979"/>
              <a:gd name="connsiteX2897" fmla="*/ 13468888 w 17486265"/>
              <a:gd name="connsiteY2897" fmla="*/ 6182311 h 15947979"/>
              <a:gd name="connsiteX2898" fmla="*/ 13433334 w 17486265"/>
              <a:gd name="connsiteY2898" fmla="*/ 6180710 h 15947979"/>
              <a:gd name="connsiteX2899" fmla="*/ 13434936 w 17486265"/>
              <a:gd name="connsiteY2899" fmla="*/ 6145156 h 15947979"/>
              <a:gd name="connsiteX2900" fmla="*/ 13453044 w 17486265"/>
              <a:gd name="connsiteY2900" fmla="*/ 6138592 h 15947979"/>
              <a:gd name="connsiteX2901" fmla="*/ 12750558 w 17486265"/>
              <a:gd name="connsiteY2901" fmla="*/ 6112529 h 15947979"/>
              <a:gd name="connsiteX2902" fmla="*/ 12764148 w 17486265"/>
              <a:gd name="connsiteY2902" fmla="*/ 6118890 h 15947979"/>
              <a:gd name="connsiteX2903" fmla="*/ 12762902 w 17486265"/>
              <a:gd name="connsiteY2903" fmla="*/ 6146590 h 15947979"/>
              <a:gd name="connsiteX2904" fmla="*/ 12735202 w 17486265"/>
              <a:gd name="connsiteY2904" fmla="*/ 6145341 h 15947979"/>
              <a:gd name="connsiteX2905" fmla="*/ 12736450 w 17486265"/>
              <a:gd name="connsiteY2905" fmla="*/ 6117642 h 15947979"/>
              <a:gd name="connsiteX2906" fmla="*/ 12750558 w 17486265"/>
              <a:gd name="connsiteY2906" fmla="*/ 6112529 h 15947979"/>
              <a:gd name="connsiteX2907" fmla="*/ 12048070 w 17486265"/>
              <a:gd name="connsiteY2907" fmla="*/ 6086285 h 15947979"/>
              <a:gd name="connsiteX2908" fmla="*/ 12057928 w 17486265"/>
              <a:gd name="connsiteY2908" fmla="*/ 6090899 h 15947979"/>
              <a:gd name="connsiteX2909" fmla="*/ 12057024 w 17486265"/>
              <a:gd name="connsiteY2909" fmla="*/ 6110989 h 15947979"/>
              <a:gd name="connsiteX2910" fmla="*/ 12036932 w 17486265"/>
              <a:gd name="connsiteY2910" fmla="*/ 6110084 h 15947979"/>
              <a:gd name="connsiteX2911" fmla="*/ 12037836 w 17486265"/>
              <a:gd name="connsiteY2911" fmla="*/ 6089992 h 15947979"/>
              <a:gd name="connsiteX2912" fmla="*/ 12048070 w 17486265"/>
              <a:gd name="connsiteY2912" fmla="*/ 6086285 h 15947979"/>
              <a:gd name="connsiteX2913" fmla="*/ 11339222 w 17486265"/>
              <a:gd name="connsiteY2913" fmla="*/ 6062342 h 15947979"/>
              <a:gd name="connsiteX2914" fmla="*/ 11351706 w 17486265"/>
              <a:gd name="connsiteY2914" fmla="*/ 6062905 h 15947979"/>
              <a:gd name="connsiteX2915" fmla="*/ 11351144 w 17486265"/>
              <a:gd name="connsiteY2915" fmla="*/ 6075390 h 15947979"/>
              <a:gd name="connsiteX2916" fmla="*/ 11338660 w 17486265"/>
              <a:gd name="connsiteY2916" fmla="*/ 6074827 h 15947979"/>
              <a:gd name="connsiteX2917" fmla="*/ 11339222 w 17486265"/>
              <a:gd name="connsiteY2917" fmla="*/ 6062342 h 15947979"/>
              <a:gd name="connsiteX2918" fmla="*/ 10641760 w 17486265"/>
              <a:gd name="connsiteY2918" fmla="*/ 6035955 h 15947979"/>
              <a:gd name="connsiteX2919" fmla="*/ 10644226 w 17486265"/>
              <a:gd name="connsiteY2919" fmla="*/ 6036066 h 15947979"/>
              <a:gd name="connsiteX2920" fmla="*/ 10644114 w 17486265"/>
              <a:gd name="connsiteY2920" fmla="*/ 6038532 h 15947979"/>
              <a:gd name="connsiteX2921" fmla="*/ 10641648 w 17486265"/>
              <a:gd name="connsiteY2921" fmla="*/ 6038422 h 15947979"/>
              <a:gd name="connsiteX2922" fmla="*/ 10641760 w 17486265"/>
              <a:gd name="connsiteY2922" fmla="*/ 6035955 h 15947979"/>
              <a:gd name="connsiteX2923" fmla="*/ 17332466 w 17486265"/>
              <a:gd name="connsiteY2923" fmla="*/ 5934138 h 15947979"/>
              <a:gd name="connsiteX2924" fmla="*/ 17368830 w 17486265"/>
              <a:gd name="connsiteY2924" fmla="*/ 5951156 h 15947979"/>
              <a:gd name="connsiteX2925" fmla="*/ 17365490 w 17486265"/>
              <a:gd name="connsiteY2925" fmla="*/ 6025263 h 15947979"/>
              <a:gd name="connsiteX2926" fmla="*/ 17291382 w 17486265"/>
              <a:gd name="connsiteY2926" fmla="*/ 6021926 h 15947979"/>
              <a:gd name="connsiteX2927" fmla="*/ 17294722 w 17486265"/>
              <a:gd name="connsiteY2927" fmla="*/ 5947819 h 15947979"/>
              <a:gd name="connsiteX2928" fmla="*/ 17332466 w 17486265"/>
              <a:gd name="connsiteY2928" fmla="*/ 5934138 h 15947979"/>
              <a:gd name="connsiteX2929" fmla="*/ 16630022 w 17486265"/>
              <a:gd name="connsiteY2929" fmla="*/ 5906997 h 15947979"/>
              <a:gd name="connsiteX2930" fmla="*/ 16663274 w 17486265"/>
              <a:gd name="connsiteY2930" fmla="*/ 5922558 h 15947979"/>
              <a:gd name="connsiteX2931" fmla="*/ 16660222 w 17486265"/>
              <a:gd name="connsiteY2931" fmla="*/ 5990330 h 15947979"/>
              <a:gd name="connsiteX2932" fmla="*/ 16592450 w 17486265"/>
              <a:gd name="connsiteY2932" fmla="*/ 5987277 h 15947979"/>
              <a:gd name="connsiteX2933" fmla="*/ 16595502 w 17486265"/>
              <a:gd name="connsiteY2933" fmla="*/ 5919507 h 15947979"/>
              <a:gd name="connsiteX2934" fmla="*/ 16630022 w 17486265"/>
              <a:gd name="connsiteY2934" fmla="*/ 5906997 h 15947979"/>
              <a:gd name="connsiteX2935" fmla="*/ 15927470 w 17486265"/>
              <a:gd name="connsiteY2935" fmla="*/ 5882282 h 15947979"/>
              <a:gd name="connsiteX2936" fmla="*/ 15955926 w 17486265"/>
              <a:gd name="connsiteY2936" fmla="*/ 5895600 h 15947979"/>
              <a:gd name="connsiteX2937" fmla="*/ 15953314 w 17486265"/>
              <a:gd name="connsiteY2937" fmla="*/ 5953600 h 15947979"/>
              <a:gd name="connsiteX2938" fmla="*/ 15895314 w 17486265"/>
              <a:gd name="connsiteY2938" fmla="*/ 5950988 h 15947979"/>
              <a:gd name="connsiteX2939" fmla="*/ 15897926 w 17486265"/>
              <a:gd name="connsiteY2939" fmla="*/ 5892989 h 15947979"/>
              <a:gd name="connsiteX2940" fmla="*/ 15927470 w 17486265"/>
              <a:gd name="connsiteY2940" fmla="*/ 5882282 h 15947979"/>
              <a:gd name="connsiteX2941" fmla="*/ 15224978 w 17486265"/>
              <a:gd name="connsiteY2941" fmla="*/ 5856212 h 15947979"/>
              <a:gd name="connsiteX2942" fmla="*/ 15249582 w 17486265"/>
              <a:gd name="connsiteY2942" fmla="*/ 5867728 h 15947979"/>
              <a:gd name="connsiteX2943" fmla="*/ 15247326 w 17486265"/>
              <a:gd name="connsiteY2943" fmla="*/ 5917873 h 15947979"/>
              <a:gd name="connsiteX2944" fmla="*/ 15197178 w 17486265"/>
              <a:gd name="connsiteY2944" fmla="*/ 5915614 h 15947979"/>
              <a:gd name="connsiteX2945" fmla="*/ 15199438 w 17486265"/>
              <a:gd name="connsiteY2945" fmla="*/ 5865468 h 15947979"/>
              <a:gd name="connsiteX2946" fmla="*/ 15224978 w 17486265"/>
              <a:gd name="connsiteY2946" fmla="*/ 5856212 h 15947979"/>
              <a:gd name="connsiteX2947" fmla="*/ 14522510 w 17486265"/>
              <a:gd name="connsiteY2947" fmla="*/ 5829044 h 15947979"/>
              <a:gd name="connsiteX2948" fmla="*/ 14544004 w 17486265"/>
              <a:gd name="connsiteY2948" fmla="*/ 5839103 h 15947979"/>
              <a:gd name="connsiteX2949" fmla="*/ 14542032 w 17486265"/>
              <a:gd name="connsiteY2949" fmla="*/ 5882911 h 15947979"/>
              <a:gd name="connsiteX2950" fmla="*/ 14498226 w 17486265"/>
              <a:gd name="connsiteY2950" fmla="*/ 5880937 h 15947979"/>
              <a:gd name="connsiteX2951" fmla="*/ 14500198 w 17486265"/>
              <a:gd name="connsiteY2951" fmla="*/ 5837130 h 15947979"/>
              <a:gd name="connsiteX2952" fmla="*/ 14522510 w 17486265"/>
              <a:gd name="connsiteY2952" fmla="*/ 5829044 h 15947979"/>
              <a:gd name="connsiteX2953" fmla="*/ 13819978 w 17486265"/>
              <a:gd name="connsiteY2953" fmla="*/ 5803283 h 15947979"/>
              <a:gd name="connsiteX2954" fmla="*/ 13837424 w 17486265"/>
              <a:gd name="connsiteY2954" fmla="*/ 5811446 h 15947979"/>
              <a:gd name="connsiteX2955" fmla="*/ 13835822 w 17486265"/>
              <a:gd name="connsiteY2955" fmla="*/ 5846998 h 15947979"/>
              <a:gd name="connsiteX2956" fmla="*/ 13800268 w 17486265"/>
              <a:gd name="connsiteY2956" fmla="*/ 5845399 h 15947979"/>
              <a:gd name="connsiteX2957" fmla="*/ 13801870 w 17486265"/>
              <a:gd name="connsiteY2957" fmla="*/ 5809845 h 15947979"/>
              <a:gd name="connsiteX2958" fmla="*/ 13819978 w 17486265"/>
              <a:gd name="connsiteY2958" fmla="*/ 5803283 h 15947979"/>
              <a:gd name="connsiteX2959" fmla="*/ 13117492 w 17486265"/>
              <a:gd name="connsiteY2959" fmla="*/ 5777218 h 15947979"/>
              <a:gd name="connsiteX2960" fmla="*/ 13131082 w 17486265"/>
              <a:gd name="connsiteY2960" fmla="*/ 5783579 h 15947979"/>
              <a:gd name="connsiteX2961" fmla="*/ 13129836 w 17486265"/>
              <a:gd name="connsiteY2961" fmla="*/ 5811279 h 15947979"/>
              <a:gd name="connsiteX2962" fmla="*/ 13102136 w 17486265"/>
              <a:gd name="connsiteY2962" fmla="*/ 5810031 h 15947979"/>
              <a:gd name="connsiteX2963" fmla="*/ 13103382 w 17486265"/>
              <a:gd name="connsiteY2963" fmla="*/ 5782331 h 15947979"/>
              <a:gd name="connsiteX2964" fmla="*/ 13117492 w 17486265"/>
              <a:gd name="connsiteY2964" fmla="*/ 5777218 h 15947979"/>
              <a:gd name="connsiteX2965" fmla="*/ 12415002 w 17486265"/>
              <a:gd name="connsiteY2965" fmla="*/ 5750973 h 15947979"/>
              <a:gd name="connsiteX2966" fmla="*/ 12424862 w 17486265"/>
              <a:gd name="connsiteY2966" fmla="*/ 5755586 h 15947979"/>
              <a:gd name="connsiteX2967" fmla="*/ 12423958 w 17486265"/>
              <a:gd name="connsiteY2967" fmla="*/ 5775678 h 15947979"/>
              <a:gd name="connsiteX2968" fmla="*/ 12403866 w 17486265"/>
              <a:gd name="connsiteY2968" fmla="*/ 5774772 h 15947979"/>
              <a:gd name="connsiteX2969" fmla="*/ 12404770 w 17486265"/>
              <a:gd name="connsiteY2969" fmla="*/ 5754680 h 15947979"/>
              <a:gd name="connsiteX2970" fmla="*/ 12415002 w 17486265"/>
              <a:gd name="connsiteY2970" fmla="*/ 5750973 h 15947979"/>
              <a:gd name="connsiteX2971" fmla="*/ 11706274 w 17486265"/>
              <a:gd name="connsiteY2971" fmla="*/ 5727158 h 15947979"/>
              <a:gd name="connsiteX2972" fmla="*/ 11718512 w 17486265"/>
              <a:gd name="connsiteY2972" fmla="*/ 5727709 h 15947979"/>
              <a:gd name="connsiteX2973" fmla="*/ 11717960 w 17486265"/>
              <a:gd name="connsiteY2973" fmla="*/ 5739947 h 15947979"/>
              <a:gd name="connsiteX2974" fmla="*/ 11705722 w 17486265"/>
              <a:gd name="connsiteY2974" fmla="*/ 5739397 h 15947979"/>
              <a:gd name="connsiteX2975" fmla="*/ 11706274 w 17486265"/>
              <a:gd name="connsiteY2975" fmla="*/ 5727158 h 15947979"/>
              <a:gd name="connsiteX2976" fmla="*/ 11008694 w 17486265"/>
              <a:gd name="connsiteY2976" fmla="*/ 5700641 h 15947979"/>
              <a:gd name="connsiteX2977" fmla="*/ 11011160 w 17486265"/>
              <a:gd name="connsiteY2977" fmla="*/ 5700752 h 15947979"/>
              <a:gd name="connsiteX2978" fmla="*/ 11011048 w 17486265"/>
              <a:gd name="connsiteY2978" fmla="*/ 5703219 h 15947979"/>
              <a:gd name="connsiteX2979" fmla="*/ 11008582 w 17486265"/>
              <a:gd name="connsiteY2979" fmla="*/ 5703107 h 15947979"/>
              <a:gd name="connsiteX2980" fmla="*/ 11008694 w 17486265"/>
              <a:gd name="connsiteY2980" fmla="*/ 5700641 h 15947979"/>
              <a:gd name="connsiteX2981" fmla="*/ 16996966 w 17486265"/>
              <a:gd name="connsiteY2981" fmla="*/ 5571511 h 15947979"/>
              <a:gd name="connsiteX2982" fmla="*/ 17030338 w 17486265"/>
              <a:gd name="connsiteY2982" fmla="*/ 5587129 h 15947979"/>
              <a:gd name="connsiteX2983" fmla="*/ 17027274 w 17486265"/>
              <a:gd name="connsiteY2983" fmla="*/ 5655149 h 15947979"/>
              <a:gd name="connsiteX2984" fmla="*/ 16959258 w 17486265"/>
              <a:gd name="connsiteY2984" fmla="*/ 5652084 h 15947979"/>
              <a:gd name="connsiteX2985" fmla="*/ 16962322 w 17486265"/>
              <a:gd name="connsiteY2985" fmla="*/ 5584067 h 15947979"/>
              <a:gd name="connsiteX2986" fmla="*/ 16996966 w 17486265"/>
              <a:gd name="connsiteY2986" fmla="*/ 5571511 h 15947979"/>
              <a:gd name="connsiteX2987" fmla="*/ 16294406 w 17486265"/>
              <a:gd name="connsiteY2987" fmla="*/ 5546969 h 15947979"/>
              <a:gd name="connsiteX2988" fmla="*/ 16322862 w 17486265"/>
              <a:gd name="connsiteY2988" fmla="*/ 5560285 h 15947979"/>
              <a:gd name="connsiteX2989" fmla="*/ 16320250 w 17486265"/>
              <a:gd name="connsiteY2989" fmla="*/ 5618288 h 15947979"/>
              <a:gd name="connsiteX2990" fmla="*/ 16262250 w 17486265"/>
              <a:gd name="connsiteY2990" fmla="*/ 5615676 h 15947979"/>
              <a:gd name="connsiteX2991" fmla="*/ 16264862 w 17486265"/>
              <a:gd name="connsiteY2991" fmla="*/ 5557675 h 15947979"/>
              <a:gd name="connsiteX2992" fmla="*/ 16294406 w 17486265"/>
              <a:gd name="connsiteY2992" fmla="*/ 5546969 h 15947979"/>
              <a:gd name="connsiteX2993" fmla="*/ 15591914 w 17486265"/>
              <a:gd name="connsiteY2993" fmla="*/ 5520898 h 15947979"/>
              <a:gd name="connsiteX2994" fmla="*/ 15616518 w 17486265"/>
              <a:gd name="connsiteY2994" fmla="*/ 5532413 h 15947979"/>
              <a:gd name="connsiteX2995" fmla="*/ 15614258 w 17486265"/>
              <a:gd name="connsiteY2995" fmla="*/ 5582559 h 15947979"/>
              <a:gd name="connsiteX2996" fmla="*/ 15564114 w 17486265"/>
              <a:gd name="connsiteY2996" fmla="*/ 5580299 h 15947979"/>
              <a:gd name="connsiteX2997" fmla="*/ 15566370 w 17486265"/>
              <a:gd name="connsiteY2997" fmla="*/ 5530154 h 15947979"/>
              <a:gd name="connsiteX2998" fmla="*/ 15591914 w 17486265"/>
              <a:gd name="connsiteY2998" fmla="*/ 5520898 h 15947979"/>
              <a:gd name="connsiteX2999" fmla="*/ 14889402 w 17486265"/>
              <a:gd name="connsiteY2999" fmla="*/ 5494629 h 15947979"/>
              <a:gd name="connsiteX3000" fmla="*/ 14910274 w 17486265"/>
              <a:gd name="connsiteY3000" fmla="*/ 5504395 h 15947979"/>
              <a:gd name="connsiteX3001" fmla="*/ 14908360 w 17486265"/>
              <a:gd name="connsiteY3001" fmla="*/ 5546933 h 15947979"/>
              <a:gd name="connsiteX3002" fmla="*/ 14865822 w 17486265"/>
              <a:gd name="connsiteY3002" fmla="*/ 5545018 h 15947979"/>
              <a:gd name="connsiteX3003" fmla="*/ 14867738 w 17486265"/>
              <a:gd name="connsiteY3003" fmla="*/ 5502480 h 15947979"/>
              <a:gd name="connsiteX3004" fmla="*/ 14889402 w 17486265"/>
              <a:gd name="connsiteY3004" fmla="*/ 5494629 h 15947979"/>
              <a:gd name="connsiteX3005" fmla="*/ 14186938 w 17486265"/>
              <a:gd name="connsiteY3005" fmla="*/ 5467944 h 15947979"/>
              <a:gd name="connsiteX3006" fmla="*/ 14204384 w 17486265"/>
              <a:gd name="connsiteY3006" fmla="*/ 5476107 h 15947979"/>
              <a:gd name="connsiteX3007" fmla="*/ 14202782 w 17486265"/>
              <a:gd name="connsiteY3007" fmla="*/ 5511660 h 15947979"/>
              <a:gd name="connsiteX3008" fmla="*/ 14167228 w 17486265"/>
              <a:gd name="connsiteY3008" fmla="*/ 5510060 h 15947979"/>
              <a:gd name="connsiteX3009" fmla="*/ 14168830 w 17486265"/>
              <a:gd name="connsiteY3009" fmla="*/ 5474506 h 15947979"/>
              <a:gd name="connsiteX3010" fmla="*/ 14186938 w 17486265"/>
              <a:gd name="connsiteY3010" fmla="*/ 5467944 h 15947979"/>
              <a:gd name="connsiteX3011" fmla="*/ 13484426 w 17486265"/>
              <a:gd name="connsiteY3011" fmla="*/ 5441902 h 15947979"/>
              <a:gd name="connsiteX3012" fmla="*/ 13498016 w 17486265"/>
              <a:gd name="connsiteY3012" fmla="*/ 5448262 h 15947979"/>
              <a:gd name="connsiteX3013" fmla="*/ 13496770 w 17486265"/>
              <a:gd name="connsiteY3013" fmla="*/ 5475962 h 15947979"/>
              <a:gd name="connsiteX3014" fmla="*/ 13469070 w 17486265"/>
              <a:gd name="connsiteY3014" fmla="*/ 5474714 h 15947979"/>
              <a:gd name="connsiteX3015" fmla="*/ 13470320 w 17486265"/>
              <a:gd name="connsiteY3015" fmla="*/ 5447014 h 15947979"/>
              <a:gd name="connsiteX3016" fmla="*/ 13484426 w 17486265"/>
              <a:gd name="connsiteY3016" fmla="*/ 5441902 h 15947979"/>
              <a:gd name="connsiteX3017" fmla="*/ 12781938 w 17486265"/>
              <a:gd name="connsiteY3017" fmla="*/ 5415657 h 15947979"/>
              <a:gd name="connsiteX3018" fmla="*/ 12791796 w 17486265"/>
              <a:gd name="connsiteY3018" fmla="*/ 5420271 h 15947979"/>
              <a:gd name="connsiteX3019" fmla="*/ 12790892 w 17486265"/>
              <a:gd name="connsiteY3019" fmla="*/ 5440362 h 15947979"/>
              <a:gd name="connsiteX3020" fmla="*/ 12770800 w 17486265"/>
              <a:gd name="connsiteY3020" fmla="*/ 5439457 h 15947979"/>
              <a:gd name="connsiteX3021" fmla="*/ 12771704 w 17486265"/>
              <a:gd name="connsiteY3021" fmla="*/ 5419365 h 15947979"/>
              <a:gd name="connsiteX3022" fmla="*/ 12781938 w 17486265"/>
              <a:gd name="connsiteY3022" fmla="*/ 5415657 h 15947979"/>
              <a:gd name="connsiteX3023" fmla="*/ 12073208 w 17486265"/>
              <a:gd name="connsiteY3023" fmla="*/ 5391842 h 15947979"/>
              <a:gd name="connsiteX3024" fmla="*/ 12085446 w 17486265"/>
              <a:gd name="connsiteY3024" fmla="*/ 5392393 h 15947979"/>
              <a:gd name="connsiteX3025" fmla="*/ 12084894 w 17486265"/>
              <a:gd name="connsiteY3025" fmla="*/ 5404631 h 15947979"/>
              <a:gd name="connsiteX3026" fmla="*/ 12072656 w 17486265"/>
              <a:gd name="connsiteY3026" fmla="*/ 5404080 h 15947979"/>
              <a:gd name="connsiteX3027" fmla="*/ 12073208 w 17486265"/>
              <a:gd name="connsiteY3027" fmla="*/ 5391842 h 15947979"/>
              <a:gd name="connsiteX3028" fmla="*/ 11375630 w 17486265"/>
              <a:gd name="connsiteY3028" fmla="*/ 5365321 h 15947979"/>
              <a:gd name="connsiteX3029" fmla="*/ 11378096 w 17486265"/>
              <a:gd name="connsiteY3029" fmla="*/ 5365432 h 15947979"/>
              <a:gd name="connsiteX3030" fmla="*/ 11377984 w 17486265"/>
              <a:gd name="connsiteY3030" fmla="*/ 5367899 h 15947979"/>
              <a:gd name="connsiteX3031" fmla="*/ 11375518 w 17486265"/>
              <a:gd name="connsiteY3031" fmla="*/ 5367788 h 15947979"/>
              <a:gd name="connsiteX3032" fmla="*/ 11375630 w 17486265"/>
              <a:gd name="connsiteY3032" fmla="*/ 5365321 h 15947979"/>
              <a:gd name="connsiteX3033" fmla="*/ 16661338 w 17486265"/>
              <a:gd name="connsiteY3033" fmla="*/ 5211659 h 15947979"/>
              <a:gd name="connsiteX3034" fmla="*/ 16689798 w 17486265"/>
              <a:gd name="connsiteY3034" fmla="*/ 5224977 h 15947979"/>
              <a:gd name="connsiteX3035" fmla="*/ 16687186 w 17486265"/>
              <a:gd name="connsiteY3035" fmla="*/ 5282976 h 15947979"/>
              <a:gd name="connsiteX3036" fmla="*/ 16629186 w 17486265"/>
              <a:gd name="connsiteY3036" fmla="*/ 5280366 h 15947979"/>
              <a:gd name="connsiteX3037" fmla="*/ 16631798 w 17486265"/>
              <a:gd name="connsiteY3037" fmla="*/ 5222364 h 15947979"/>
              <a:gd name="connsiteX3038" fmla="*/ 16661338 w 17486265"/>
              <a:gd name="connsiteY3038" fmla="*/ 5211659 h 15947979"/>
              <a:gd name="connsiteX3039" fmla="*/ 15958854 w 17486265"/>
              <a:gd name="connsiteY3039" fmla="*/ 5185414 h 15947979"/>
              <a:gd name="connsiteX3040" fmla="*/ 15983578 w 17486265"/>
              <a:gd name="connsiteY3040" fmla="*/ 5196986 h 15947979"/>
              <a:gd name="connsiteX3041" fmla="*/ 15981306 w 17486265"/>
              <a:gd name="connsiteY3041" fmla="*/ 5247378 h 15947979"/>
              <a:gd name="connsiteX3042" fmla="*/ 15930914 w 17486265"/>
              <a:gd name="connsiteY3042" fmla="*/ 5245109 h 15947979"/>
              <a:gd name="connsiteX3043" fmla="*/ 15933186 w 17486265"/>
              <a:gd name="connsiteY3043" fmla="*/ 5194717 h 15947979"/>
              <a:gd name="connsiteX3044" fmla="*/ 15958854 w 17486265"/>
              <a:gd name="connsiteY3044" fmla="*/ 5185414 h 15947979"/>
              <a:gd name="connsiteX3045" fmla="*/ 15256338 w 17486265"/>
              <a:gd name="connsiteY3045" fmla="*/ 5159317 h 15947979"/>
              <a:gd name="connsiteX3046" fmla="*/ 15277210 w 17486265"/>
              <a:gd name="connsiteY3046" fmla="*/ 5169085 h 15947979"/>
              <a:gd name="connsiteX3047" fmla="*/ 15275294 w 17486265"/>
              <a:gd name="connsiteY3047" fmla="*/ 5211623 h 15947979"/>
              <a:gd name="connsiteX3048" fmla="*/ 15232758 w 17486265"/>
              <a:gd name="connsiteY3048" fmla="*/ 5209707 h 15947979"/>
              <a:gd name="connsiteX3049" fmla="*/ 15234674 w 17486265"/>
              <a:gd name="connsiteY3049" fmla="*/ 5167169 h 15947979"/>
              <a:gd name="connsiteX3050" fmla="*/ 15256338 w 17486265"/>
              <a:gd name="connsiteY3050" fmla="*/ 5159317 h 15947979"/>
              <a:gd name="connsiteX3051" fmla="*/ 14553872 w 17486265"/>
              <a:gd name="connsiteY3051" fmla="*/ 5132632 h 15947979"/>
              <a:gd name="connsiteX3052" fmla="*/ 14571316 w 17486265"/>
              <a:gd name="connsiteY3052" fmla="*/ 5140797 h 15947979"/>
              <a:gd name="connsiteX3053" fmla="*/ 14569716 w 17486265"/>
              <a:gd name="connsiteY3053" fmla="*/ 5176349 h 15947979"/>
              <a:gd name="connsiteX3054" fmla="*/ 14534162 w 17486265"/>
              <a:gd name="connsiteY3054" fmla="*/ 5174750 h 15947979"/>
              <a:gd name="connsiteX3055" fmla="*/ 14535764 w 17486265"/>
              <a:gd name="connsiteY3055" fmla="*/ 5139194 h 15947979"/>
              <a:gd name="connsiteX3056" fmla="*/ 14553872 w 17486265"/>
              <a:gd name="connsiteY3056" fmla="*/ 5132632 h 15947979"/>
              <a:gd name="connsiteX3057" fmla="*/ 13851386 w 17486265"/>
              <a:gd name="connsiteY3057" fmla="*/ 5106567 h 15947979"/>
              <a:gd name="connsiteX3058" fmla="*/ 13864976 w 17486265"/>
              <a:gd name="connsiteY3058" fmla="*/ 5112928 h 15947979"/>
              <a:gd name="connsiteX3059" fmla="*/ 13863732 w 17486265"/>
              <a:gd name="connsiteY3059" fmla="*/ 5140627 h 15947979"/>
              <a:gd name="connsiteX3060" fmla="*/ 13836030 w 17486265"/>
              <a:gd name="connsiteY3060" fmla="*/ 5139380 h 15947979"/>
              <a:gd name="connsiteX3061" fmla="*/ 13837278 w 17486265"/>
              <a:gd name="connsiteY3061" fmla="*/ 5111680 h 15947979"/>
              <a:gd name="connsiteX3062" fmla="*/ 13851386 w 17486265"/>
              <a:gd name="connsiteY3062" fmla="*/ 5106567 h 15947979"/>
              <a:gd name="connsiteX3063" fmla="*/ 13148872 w 17486265"/>
              <a:gd name="connsiteY3063" fmla="*/ 5080345 h 15947979"/>
              <a:gd name="connsiteX3064" fmla="*/ 13158732 w 17486265"/>
              <a:gd name="connsiteY3064" fmla="*/ 5084958 h 15947979"/>
              <a:gd name="connsiteX3065" fmla="*/ 13157828 w 17486265"/>
              <a:gd name="connsiteY3065" fmla="*/ 5105050 h 15947979"/>
              <a:gd name="connsiteX3066" fmla="*/ 13137736 w 17486265"/>
              <a:gd name="connsiteY3066" fmla="*/ 5104145 h 15947979"/>
              <a:gd name="connsiteX3067" fmla="*/ 13138640 w 17486265"/>
              <a:gd name="connsiteY3067" fmla="*/ 5084052 h 15947979"/>
              <a:gd name="connsiteX3068" fmla="*/ 13148872 w 17486265"/>
              <a:gd name="connsiteY3068" fmla="*/ 5080345 h 15947979"/>
              <a:gd name="connsiteX3069" fmla="*/ 12440142 w 17486265"/>
              <a:gd name="connsiteY3069" fmla="*/ 5056530 h 15947979"/>
              <a:gd name="connsiteX3070" fmla="*/ 12452380 w 17486265"/>
              <a:gd name="connsiteY3070" fmla="*/ 5057081 h 15947979"/>
              <a:gd name="connsiteX3071" fmla="*/ 12451828 w 17486265"/>
              <a:gd name="connsiteY3071" fmla="*/ 5069319 h 15947979"/>
              <a:gd name="connsiteX3072" fmla="*/ 12439590 w 17486265"/>
              <a:gd name="connsiteY3072" fmla="*/ 5068768 h 15947979"/>
              <a:gd name="connsiteX3073" fmla="*/ 12440142 w 17486265"/>
              <a:gd name="connsiteY3073" fmla="*/ 5056530 h 15947979"/>
              <a:gd name="connsiteX3074" fmla="*/ 11742564 w 17486265"/>
              <a:gd name="connsiteY3074" fmla="*/ 5030011 h 15947979"/>
              <a:gd name="connsiteX3075" fmla="*/ 11745030 w 17486265"/>
              <a:gd name="connsiteY3075" fmla="*/ 5030121 h 15947979"/>
              <a:gd name="connsiteX3076" fmla="*/ 11744918 w 17486265"/>
              <a:gd name="connsiteY3076" fmla="*/ 5032588 h 15947979"/>
              <a:gd name="connsiteX3077" fmla="*/ 11742452 w 17486265"/>
              <a:gd name="connsiteY3077" fmla="*/ 5032477 h 15947979"/>
              <a:gd name="connsiteX3078" fmla="*/ 11742564 w 17486265"/>
              <a:gd name="connsiteY3078" fmla="*/ 5030011 h 15947979"/>
              <a:gd name="connsiteX3079" fmla="*/ 17028274 w 17486265"/>
              <a:gd name="connsiteY3079" fmla="*/ 4876348 h 15947979"/>
              <a:gd name="connsiteX3080" fmla="*/ 17056730 w 17486265"/>
              <a:gd name="connsiteY3080" fmla="*/ 4889666 h 15947979"/>
              <a:gd name="connsiteX3081" fmla="*/ 17054118 w 17486265"/>
              <a:gd name="connsiteY3081" fmla="*/ 4947667 h 15947979"/>
              <a:gd name="connsiteX3082" fmla="*/ 16996118 w 17486265"/>
              <a:gd name="connsiteY3082" fmla="*/ 4945055 h 15947979"/>
              <a:gd name="connsiteX3083" fmla="*/ 16998730 w 17486265"/>
              <a:gd name="connsiteY3083" fmla="*/ 4887055 h 15947979"/>
              <a:gd name="connsiteX3084" fmla="*/ 17028274 w 17486265"/>
              <a:gd name="connsiteY3084" fmla="*/ 4876348 h 15947979"/>
              <a:gd name="connsiteX3085" fmla="*/ 16325858 w 17486265"/>
              <a:gd name="connsiteY3085" fmla="*/ 4848573 h 15947979"/>
              <a:gd name="connsiteX3086" fmla="*/ 16351646 w 17486265"/>
              <a:gd name="connsiteY3086" fmla="*/ 4860642 h 15947979"/>
              <a:gd name="connsiteX3087" fmla="*/ 16349278 w 17486265"/>
              <a:gd name="connsiteY3087" fmla="*/ 4913198 h 15947979"/>
              <a:gd name="connsiteX3088" fmla="*/ 16296722 w 17486265"/>
              <a:gd name="connsiteY3088" fmla="*/ 4910832 h 15947979"/>
              <a:gd name="connsiteX3089" fmla="*/ 16299086 w 17486265"/>
              <a:gd name="connsiteY3089" fmla="*/ 4858275 h 15947979"/>
              <a:gd name="connsiteX3090" fmla="*/ 16325858 w 17486265"/>
              <a:gd name="connsiteY3090" fmla="*/ 4848573 h 15947979"/>
              <a:gd name="connsiteX3091" fmla="*/ 15623310 w 17486265"/>
              <a:gd name="connsiteY3091" fmla="*/ 4823111 h 15947979"/>
              <a:gd name="connsiteX3092" fmla="*/ 15644806 w 17486265"/>
              <a:gd name="connsiteY3092" fmla="*/ 4833170 h 15947979"/>
              <a:gd name="connsiteX3093" fmla="*/ 15642834 w 17486265"/>
              <a:gd name="connsiteY3093" fmla="*/ 4876978 h 15947979"/>
              <a:gd name="connsiteX3094" fmla="*/ 15599026 w 17486265"/>
              <a:gd name="connsiteY3094" fmla="*/ 4875005 h 15947979"/>
              <a:gd name="connsiteX3095" fmla="*/ 15600998 w 17486265"/>
              <a:gd name="connsiteY3095" fmla="*/ 4831197 h 15947979"/>
              <a:gd name="connsiteX3096" fmla="*/ 15623310 w 17486265"/>
              <a:gd name="connsiteY3096" fmla="*/ 4823111 h 15947979"/>
              <a:gd name="connsiteX3097" fmla="*/ 14920806 w 17486265"/>
              <a:gd name="connsiteY3097" fmla="*/ 4797322 h 15947979"/>
              <a:gd name="connsiteX3098" fmla="*/ 14938250 w 17486265"/>
              <a:gd name="connsiteY3098" fmla="*/ 4805487 h 15947979"/>
              <a:gd name="connsiteX3099" fmla="*/ 14936650 w 17486265"/>
              <a:gd name="connsiteY3099" fmla="*/ 4841040 h 15947979"/>
              <a:gd name="connsiteX3100" fmla="*/ 14901096 w 17486265"/>
              <a:gd name="connsiteY3100" fmla="*/ 4839441 h 15947979"/>
              <a:gd name="connsiteX3101" fmla="*/ 14902698 w 17486265"/>
              <a:gd name="connsiteY3101" fmla="*/ 4803885 h 15947979"/>
              <a:gd name="connsiteX3102" fmla="*/ 14920806 w 17486265"/>
              <a:gd name="connsiteY3102" fmla="*/ 4797322 h 15947979"/>
              <a:gd name="connsiteX3103" fmla="*/ 14218320 w 17486265"/>
              <a:gd name="connsiteY3103" fmla="*/ 4771257 h 15947979"/>
              <a:gd name="connsiteX3104" fmla="*/ 14231910 w 17486265"/>
              <a:gd name="connsiteY3104" fmla="*/ 4777619 h 15947979"/>
              <a:gd name="connsiteX3105" fmla="*/ 14230664 w 17486265"/>
              <a:gd name="connsiteY3105" fmla="*/ 4805317 h 15947979"/>
              <a:gd name="connsiteX3106" fmla="*/ 14202964 w 17486265"/>
              <a:gd name="connsiteY3106" fmla="*/ 4804071 h 15947979"/>
              <a:gd name="connsiteX3107" fmla="*/ 14204210 w 17486265"/>
              <a:gd name="connsiteY3107" fmla="*/ 4776371 h 15947979"/>
              <a:gd name="connsiteX3108" fmla="*/ 14218320 w 17486265"/>
              <a:gd name="connsiteY3108" fmla="*/ 4771257 h 15947979"/>
              <a:gd name="connsiteX3109" fmla="*/ 13515830 w 17486265"/>
              <a:gd name="connsiteY3109" fmla="*/ 4745011 h 15947979"/>
              <a:gd name="connsiteX3110" fmla="*/ 13525690 w 17486265"/>
              <a:gd name="connsiteY3110" fmla="*/ 4749625 h 15947979"/>
              <a:gd name="connsiteX3111" fmla="*/ 13524786 w 17486265"/>
              <a:gd name="connsiteY3111" fmla="*/ 4769716 h 15947979"/>
              <a:gd name="connsiteX3112" fmla="*/ 13504694 w 17486265"/>
              <a:gd name="connsiteY3112" fmla="*/ 4768812 h 15947979"/>
              <a:gd name="connsiteX3113" fmla="*/ 13505598 w 17486265"/>
              <a:gd name="connsiteY3113" fmla="*/ 4748721 h 15947979"/>
              <a:gd name="connsiteX3114" fmla="*/ 13515830 w 17486265"/>
              <a:gd name="connsiteY3114" fmla="*/ 4745011 h 15947979"/>
              <a:gd name="connsiteX3115" fmla="*/ 12807076 w 17486265"/>
              <a:gd name="connsiteY3115" fmla="*/ 4721220 h 15947979"/>
              <a:gd name="connsiteX3116" fmla="*/ 12819314 w 17486265"/>
              <a:gd name="connsiteY3116" fmla="*/ 4721769 h 15947979"/>
              <a:gd name="connsiteX3117" fmla="*/ 12818762 w 17486265"/>
              <a:gd name="connsiteY3117" fmla="*/ 4734008 h 15947979"/>
              <a:gd name="connsiteX3118" fmla="*/ 12806524 w 17486265"/>
              <a:gd name="connsiteY3118" fmla="*/ 4733457 h 15947979"/>
              <a:gd name="connsiteX3119" fmla="*/ 12807076 w 17486265"/>
              <a:gd name="connsiteY3119" fmla="*/ 4721220 h 15947979"/>
              <a:gd name="connsiteX3120" fmla="*/ 12109498 w 17486265"/>
              <a:gd name="connsiteY3120" fmla="*/ 4694700 h 15947979"/>
              <a:gd name="connsiteX3121" fmla="*/ 12111964 w 17486265"/>
              <a:gd name="connsiteY3121" fmla="*/ 4694811 h 15947979"/>
              <a:gd name="connsiteX3122" fmla="*/ 12111852 w 17486265"/>
              <a:gd name="connsiteY3122" fmla="*/ 4697277 h 15947979"/>
              <a:gd name="connsiteX3123" fmla="*/ 12109386 w 17486265"/>
              <a:gd name="connsiteY3123" fmla="*/ 4697166 h 15947979"/>
              <a:gd name="connsiteX3124" fmla="*/ 12109498 w 17486265"/>
              <a:gd name="connsiteY3124" fmla="*/ 4694700 h 15947979"/>
              <a:gd name="connsiteX3125" fmla="*/ 16692722 w 17486265"/>
              <a:gd name="connsiteY3125" fmla="*/ 4514795 h 15947979"/>
              <a:gd name="connsiteX3126" fmla="*/ 16717446 w 17486265"/>
              <a:gd name="connsiteY3126" fmla="*/ 4526366 h 15947979"/>
              <a:gd name="connsiteX3127" fmla="*/ 16715178 w 17486265"/>
              <a:gd name="connsiteY3127" fmla="*/ 4576758 h 15947979"/>
              <a:gd name="connsiteX3128" fmla="*/ 16664782 w 17486265"/>
              <a:gd name="connsiteY3128" fmla="*/ 4574489 h 15947979"/>
              <a:gd name="connsiteX3129" fmla="*/ 16667054 w 17486265"/>
              <a:gd name="connsiteY3129" fmla="*/ 4524098 h 15947979"/>
              <a:gd name="connsiteX3130" fmla="*/ 16692722 w 17486265"/>
              <a:gd name="connsiteY3130" fmla="*/ 4514795 h 15947979"/>
              <a:gd name="connsiteX3131" fmla="*/ 15990206 w 17486265"/>
              <a:gd name="connsiteY3131" fmla="*/ 4488698 h 15947979"/>
              <a:gd name="connsiteX3132" fmla="*/ 16011078 w 17486265"/>
              <a:gd name="connsiteY3132" fmla="*/ 4498465 h 15947979"/>
              <a:gd name="connsiteX3133" fmla="*/ 16009162 w 17486265"/>
              <a:gd name="connsiteY3133" fmla="*/ 4541003 h 15947979"/>
              <a:gd name="connsiteX3134" fmla="*/ 15966626 w 17486265"/>
              <a:gd name="connsiteY3134" fmla="*/ 4539087 h 15947979"/>
              <a:gd name="connsiteX3135" fmla="*/ 15968542 w 17486265"/>
              <a:gd name="connsiteY3135" fmla="*/ 4496549 h 15947979"/>
              <a:gd name="connsiteX3136" fmla="*/ 15990206 w 17486265"/>
              <a:gd name="connsiteY3136" fmla="*/ 4488698 h 15947979"/>
              <a:gd name="connsiteX3137" fmla="*/ 15287762 w 17486265"/>
              <a:gd name="connsiteY3137" fmla="*/ 4461555 h 15947979"/>
              <a:gd name="connsiteX3138" fmla="*/ 15305522 w 17486265"/>
              <a:gd name="connsiteY3138" fmla="*/ 4469868 h 15947979"/>
              <a:gd name="connsiteX3139" fmla="*/ 15303894 w 17486265"/>
              <a:gd name="connsiteY3139" fmla="*/ 4506069 h 15947979"/>
              <a:gd name="connsiteX3140" fmla="*/ 15267694 w 17486265"/>
              <a:gd name="connsiteY3140" fmla="*/ 4504438 h 15947979"/>
              <a:gd name="connsiteX3141" fmla="*/ 15269322 w 17486265"/>
              <a:gd name="connsiteY3141" fmla="*/ 4468237 h 15947979"/>
              <a:gd name="connsiteX3142" fmla="*/ 15287762 w 17486265"/>
              <a:gd name="connsiteY3142" fmla="*/ 4461555 h 15947979"/>
              <a:gd name="connsiteX3143" fmla="*/ 14585254 w 17486265"/>
              <a:gd name="connsiteY3143" fmla="*/ 4435948 h 15947979"/>
              <a:gd name="connsiteX3144" fmla="*/ 14598844 w 17486265"/>
              <a:gd name="connsiteY3144" fmla="*/ 4442308 h 15947979"/>
              <a:gd name="connsiteX3145" fmla="*/ 14597598 w 17486265"/>
              <a:gd name="connsiteY3145" fmla="*/ 4470008 h 15947979"/>
              <a:gd name="connsiteX3146" fmla="*/ 14569900 w 17486265"/>
              <a:gd name="connsiteY3146" fmla="*/ 4468758 h 15947979"/>
              <a:gd name="connsiteX3147" fmla="*/ 14571146 w 17486265"/>
              <a:gd name="connsiteY3147" fmla="*/ 4441061 h 15947979"/>
              <a:gd name="connsiteX3148" fmla="*/ 14585254 w 17486265"/>
              <a:gd name="connsiteY3148" fmla="*/ 4435948 h 15947979"/>
              <a:gd name="connsiteX3149" fmla="*/ 13882766 w 17486265"/>
              <a:gd name="connsiteY3149" fmla="*/ 4409701 h 15947979"/>
              <a:gd name="connsiteX3150" fmla="*/ 13892624 w 17486265"/>
              <a:gd name="connsiteY3150" fmla="*/ 4414314 h 15947979"/>
              <a:gd name="connsiteX3151" fmla="*/ 13891722 w 17486265"/>
              <a:gd name="connsiteY3151" fmla="*/ 4434406 h 15947979"/>
              <a:gd name="connsiteX3152" fmla="*/ 13871628 w 17486265"/>
              <a:gd name="connsiteY3152" fmla="*/ 4433502 h 15947979"/>
              <a:gd name="connsiteX3153" fmla="*/ 13872532 w 17486265"/>
              <a:gd name="connsiteY3153" fmla="*/ 4413410 h 15947979"/>
              <a:gd name="connsiteX3154" fmla="*/ 13882766 w 17486265"/>
              <a:gd name="connsiteY3154" fmla="*/ 4409701 h 15947979"/>
              <a:gd name="connsiteX3155" fmla="*/ 13174036 w 17486265"/>
              <a:gd name="connsiteY3155" fmla="*/ 4385886 h 15947979"/>
              <a:gd name="connsiteX3156" fmla="*/ 13186274 w 17486265"/>
              <a:gd name="connsiteY3156" fmla="*/ 4386436 h 15947979"/>
              <a:gd name="connsiteX3157" fmla="*/ 13185722 w 17486265"/>
              <a:gd name="connsiteY3157" fmla="*/ 4398674 h 15947979"/>
              <a:gd name="connsiteX3158" fmla="*/ 13173484 w 17486265"/>
              <a:gd name="connsiteY3158" fmla="*/ 4398124 h 15947979"/>
              <a:gd name="connsiteX3159" fmla="*/ 13174036 w 17486265"/>
              <a:gd name="connsiteY3159" fmla="*/ 4385886 h 15947979"/>
              <a:gd name="connsiteX3160" fmla="*/ 12476430 w 17486265"/>
              <a:gd name="connsiteY3160" fmla="*/ 4359389 h 15947979"/>
              <a:gd name="connsiteX3161" fmla="*/ 12478900 w 17486265"/>
              <a:gd name="connsiteY3161" fmla="*/ 4359499 h 15947979"/>
              <a:gd name="connsiteX3162" fmla="*/ 12478786 w 17486265"/>
              <a:gd name="connsiteY3162" fmla="*/ 4361966 h 15947979"/>
              <a:gd name="connsiteX3163" fmla="*/ 12476320 w 17486265"/>
              <a:gd name="connsiteY3163" fmla="*/ 4361856 h 15947979"/>
              <a:gd name="connsiteX3164" fmla="*/ 12476430 w 17486265"/>
              <a:gd name="connsiteY3164" fmla="*/ 4359389 h 15947979"/>
              <a:gd name="connsiteX3165" fmla="*/ 17059650 w 17486265"/>
              <a:gd name="connsiteY3165" fmla="*/ 4179658 h 15947979"/>
              <a:gd name="connsiteX3166" fmla="*/ 17084254 w 17486265"/>
              <a:gd name="connsiteY3166" fmla="*/ 4191174 h 15947979"/>
              <a:gd name="connsiteX3167" fmla="*/ 17081998 w 17486265"/>
              <a:gd name="connsiteY3167" fmla="*/ 4241319 h 15947979"/>
              <a:gd name="connsiteX3168" fmla="*/ 17031850 w 17486265"/>
              <a:gd name="connsiteY3168" fmla="*/ 4239060 h 15947979"/>
              <a:gd name="connsiteX3169" fmla="*/ 17034110 w 17486265"/>
              <a:gd name="connsiteY3169" fmla="*/ 4188914 h 15947979"/>
              <a:gd name="connsiteX3170" fmla="*/ 17059650 w 17486265"/>
              <a:gd name="connsiteY3170" fmla="*/ 4179658 h 15947979"/>
              <a:gd name="connsiteX3171" fmla="*/ 16357138 w 17486265"/>
              <a:gd name="connsiteY3171" fmla="*/ 4153388 h 15947979"/>
              <a:gd name="connsiteX3172" fmla="*/ 16378010 w 17486265"/>
              <a:gd name="connsiteY3172" fmla="*/ 4163155 h 15947979"/>
              <a:gd name="connsiteX3173" fmla="*/ 16376094 w 17486265"/>
              <a:gd name="connsiteY3173" fmla="*/ 4205694 h 15947979"/>
              <a:gd name="connsiteX3174" fmla="*/ 16333558 w 17486265"/>
              <a:gd name="connsiteY3174" fmla="*/ 4203777 h 15947979"/>
              <a:gd name="connsiteX3175" fmla="*/ 16335474 w 17486265"/>
              <a:gd name="connsiteY3175" fmla="*/ 4161239 h 15947979"/>
              <a:gd name="connsiteX3176" fmla="*/ 16357138 w 17486265"/>
              <a:gd name="connsiteY3176" fmla="*/ 4153388 h 15947979"/>
              <a:gd name="connsiteX3177" fmla="*/ 15654674 w 17486265"/>
              <a:gd name="connsiteY3177" fmla="*/ 4126702 h 15947979"/>
              <a:gd name="connsiteX3178" fmla="*/ 15672122 w 17486265"/>
              <a:gd name="connsiteY3178" fmla="*/ 4134867 h 15947979"/>
              <a:gd name="connsiteX3179" fmla="*/ 15670518 w 17486265"/>
              <a:gd name="connsiteY3179" fmla="*/ 4170421 h 15947979"/>
              <a:gd name="connsiteX3180" fmla="*/ 15634966 w 17486265"/>
              <a:gd name="connsiteY3180" fmla="*/ 4168820 h 15947979"/>
              <a:gd name="connsiteX3181" fmla="*/ 15636566 w 17486265"/>
              <a:gd name="connsiteY3181" fmla="*/ 4133266 h 15947979"/>
              <a:gd name="connsiteX3182" fmla="*/ 15654674 w 17486265"/>
              <a:gd name="connsiteY3182" fmla="*/ 4126702 h 15947979"/>
              <a:gd name="connsiteX3183" fmla="*/ 14952186 w 17486265"/>
              <a:gd name="connsiteY3183" fmla="*/ 4100636 h 15947979"/>
              <a:gd name="connsiteX3184" fmla="*/ 14965778 w 17486265"/>
              <a:gd name="connsiteY3184" fmla="*/ 4106997 h 15947979"/>
              <a:gd name="connsiteX3185" fmla="*/ 14964534 w 17486265"/>
              <a:gd name="connsiteY3185" fmla="*/ 4134697 h 15947979"/>
              <a:gd name="connsiteX3186" fmla="*/ 14936834 w 17486265"/>
              <a:gd name="connsiteY3186" fmla="*/ 4133449 h 15947979"/>
              <a:gd name="connsiteX3187" fmla="*/ 14938078 w 17486265"/>
              <a:gd name="connsiteY3187" fmla="*/ 4105750 h 15947979"/>
              <a:gd name="connsiteX3188" fmla="*/ 14952186 w 17486265"/>
              <a:gd name="connsiteY3188" fmla="*/ 4100636 h 15947979"/>
              <a:gd name="connsiteX3189" fmla="*/ 14249700 w 17486265"/>
              <a:gd name="connsiteY3189" fmla="*/ 4074389 h 15947979"/>
              <a:gd name="connsiteX3190" fmla="*/ 14259560 w 17486265"/>
              <a:gd name="connsiteY3190" fmla="*/ 4079002 h 15947979"/>
              <a:gd name="connsiteX3191" fmla="*/ 14258656 w 17486265"/>
              <a:gd name="connsiteY3191" fmla="*/ 4099094 h 15947979"/>
              <a:gd name="connsiteX3192" fmla="*/ 14238564 w 17486265"/>
              <a:gd name="connsiteY3192" fmla="*/ 4098190 h 15947979"/>
              <a:gd name="connsiteX3193" fmla="*/ 14239468 w 17486265"/>
              <a:gd name="connsiteY3193" fmla="*/ 4078097 h 15947979"/>
              <a:gd name="connsiteX3194" fmla="*/ 14249700 w 17486265"/>
              <a:gd name="connsiteY3194" fmla="*/ 4074389 h 15947979"/>
              <a:gd name="connsiteX3195" fmla="*/ 13540970 w 17486265"/>
              <a:gd name="connsiteY3195" fmla="*/ 4050574 h 15947979"/>
              <a:gd name="connsiteX3196" fmla="*/ 13553208 w 17486265"/>
              <a:gd name="connsiteY3196" fmla="*/ 4051126 h 15947979"/>
              <a:gd name="connsiteX3197" fmla="*/ 13552656 w 17486265"/>
              <a:gd name="connsiteY3197" fmla="*/ 4063363 h 15947979"/>
              <a:gd name="connsiteX3198" fmla="*/ 13540418 w 17486265"/>
              <a:gd name="connsiteY3198" fmla="*/ 4062812 h 15947979"/>
              <a:gd name="connsiteX3199" fmla="*/ 13540970 w 17486265"/>
              <a:gd name="connsiteY3199" fmla="*/ 4050574 h 15947979"/>
              <a:gd name="connsiteX3200" fmla="*/ 12843392 w 17486265"/>
              <a:gd name="connsiteY3200" fmla="*/ 4024054 h 15947979"/>
              <a:gd name="connsiteX3201" fmla="*/ 12845858 w 17486265"/>
              <a:gd name="connsiteY3201" fmla="*/ 4024165 h 15947979"/>
              <a:gd name="connsiteX3202" fmla="*/ 12845744 w 17486265"/>
              <a:gd name="connsiteY3202" fmla="*/ 4026631 h 15947979"/>
              <a:gd name="connsiteX3203" fmla="*/ 12843280 w 17486265"/>
              <a:gd name="connsiteY3203" fmla="*/ 4026520 h 15947979"/>
              <a:gd name="connsiteX3204" fmla="*/ 12843392 w 17486265"/>
              <a:gd name="connsiteY3204" fmla="*/ 4024054 h 15947979"/>
              <a:gd name="connsiteX3205" fmla="*/ 16724066 w 17486265"/>
              <a:gd name="connsiteY3205" fmla="*/ 3818253 h 15947979"/>
              <a:gd name="connsiteX3206" fmla="*/ 16744818 w 17486265"/>
              <a:gd name="connsiteY3206" fmla="*/ 3827965 h 15947979"/>
              <a:gd name="connsiteX3207" fmla="*/ 16742910 w 17486265"/>
              <a:gd name="connsiteY3207" fmla="*/ 3870257 h 15947979"/>
              <a:gd name="connsiteX3208" fmla="*/ 16700622 w 17486265"/>
              <a:gd name="connsiteY3208" fmla="*/ 3868352 h 15947979"/>
              <a:gd name="connsiteX3209" fmla="*/ 16702526 w 17486265"/>
              <a:gd name="connsiteY3209" fmla="*/ 3826061 h 15947979"/>
              <a:gd name="connsiteX3210" fmla="*/ 16724066 w 17486265"/>
              <a:gd name="connsiteY3210" fmla="*/ 3818253 h 15947979"/>
              <a:gd name="connsiteX3211" fmla="*/ 16021610 w 17486265"/>
              <a:gd name="connsiteY3211" fmla="*/ 3791392 h 15947979"/>
              <a:gd name="connsiteX3212" fmla="*/ 16039054 w 17486265"/>
              <a:gd name="connsiteY3212" fmla="*/ 3799556 h 15947979"/>
              <a:gd name="connsiteX3213" fmla="*/ 16037454 w 17486265"/>
              <a:gd name="connsiteY3213" fmla="*/ 3835109 h 15947979"/>
              <a:gd name="connsiteX3214" fmla="*/ 16001898 w 17486265"/>
              <a:gd name="connsiteY3214" fmla="*/ 3833509 h 15947979"/>
              <a:gd name="connsiteX3215" fmla="*/ 16003502 w 17486265"/>
              <a:gd name="connsiteY3215" fmla="*/ 3797955 h 15947979"/>
              <a:gd name="connsiteX3216" fmla="*/ 16021610 w 17486265"/>
              <a:gd name="connsiteY3216" fmla="*/ 3791392 h 15947979"/>
              <a:gd name="connsiteX3217" fmla="*/ 15319122 w 17486265"/>
              <a:gd name="connsiteY3217" fmla="*/ 3765325 h 15947979"/>
              <a:gd name="connsiteX3218" fmla="*/ 15332714 w 17486265"/>
              <a:gd name="connsiteY3218" fmla="*/ 3771686 h 15947979"/>
              <a:gd name="connsiteX3219" fmla="*/ 15331466 w 17486265"/>
              <a:gd name="connsiteY3219" fmla="*/ 3799385 h 15947979"/>
              <a:gd name="connsiteX3220" fmla="*/ 15303766 w 17486265"/>
              <a:gd name="connsiteY3220" fmla="*/ 3798138 h 15947979"/>
              <a:gd name="connsiteX3221" fmla="*/ 15305014 w 17486265"/>
              <a:gd name="connsiteY3221" fmla="*/ 3770438 h 15947979"/>
              <a:gd name="connsiteX3222" fmla="*/ 15319122 w 17486265"/>
              <a:gd name="connsiteY3222" fmla="*/ 3765325 h 15947979"/>
              <a:gd name="connsiteX3223" fmla="*/ 14616634 w 17486265"/>
              <a:gd name="connsiteY3223" fmla="*/ 3739080 h 15947979"/>
              <a:gd name="connsiteX3224" fmla="*/ 14626492 w 17486265"/>
              <a:gd name="connsiteY3224" fmla="*/ 3743693 h 15947979"/>
              <a:gd name="connsiteX3225" fmla="*/ 14625586 w 17486265"/>
              <a:gd name="connsiteY3225" fmla="*/ 3763785 h 15947979"/>
              <a:gd name="connsiteX3226" fmla="*/ 14605496 w 17486265"/>
              <a:gd name="connsiteY3226" fmla="*/ 3762880 h 15947979"/>
              <a:gd name="connsiteX3227" fmla="*/ 14606402 w 17486265"/>
              <a:gd name="connsiteY3227" fmla="*/ 3742788 h 15947979"/>
              <a:gd name="connsiteX3228" fmla="*/ 14616634 w 17486265"/>
              <a:gd name="connsiteY3228" fmla="*/ 3739080 h 15947979"/>
              <a:gd name="connsiteX3229" fmla="*/ 13907904 w 17486265"/>
              <a:gd name="connsiteY3229" fmla="*/ 3715263 h 15947979"/>
              <a:gd name="connsiteX3230" fmla="*/ 13920142 w 17486265"/>
              <a:gd name="connsiteY3230" fmla="*/ 3715814 h 15947979"/>
              <a:gd name="connsiteX3231" fmla="*/ 13919592 w 17486265"/>
              <a:gd name="connsiteY3231" fmla="*/ 3728053 h 15947979"/>
              <a:gd name="connsiteX3232" fmla="*/ 13907352 w 17486265"/>
              <a:gd name="connsiteY3232" fmla="*/ 3727502 h 15947979"/>
              <a:gd name="connsiteX3233" fmla="*/ 13907904 w 17486265"/>
              <a:gd name="connsiteY3233" fmla="*/ 3715263 h 15947979"/>
              <a:gd name="connsiteX3234" fmla="*/ 13210326 w 17486265"/>
              <a:gd name="connsiteY3234" fmla="*/ 3688743 h 15947979"/>
              <a:gd name="connsiteX3235" fmla="*/ 13212792 w 17486265"/>
              <a:gd name="connsiteY3235" fmla="*/ 3688855 h 15947979"/>
              <a:gd name="connsiteX3236" fmla="*/ 13212680 w 17486265"/>
              <a:gd name="connsiteY3236" fmla="*/ 3691321 h 15947979"/>
              <a:gd name="connsiteX3237" fmla="*/ 13210214 w 17486265"/>
              <a:gd name="connsiteY3237" fmla="*/ 3691210 h 15947979"/>
              <a:gd name="connsiteX3238" fmla="*/ 13210326 w 17486265"/>
              <a:gd name="connsiteY3238" fmla="*/ 3688743 h 15947979"/>
              <a:gd name="connsiteX3239" fmla="*/ 17091026 w 17486265"/>
              <a:gd name="connsiteY3239" fmla="*/ 3482920 h 15947979"/>
              <a:gd name="connsiteX3240" fmla="*/ 17111778 w 17486265"/>
              <a:gd name="connsiteY3240" fmla="*/ 3492631 h 15947979"/>
              <a:gd name="connsiteX3241" fmla="*/ 17109870 w 17486265"/>
              <a:gd name="connsiteY3241" fmla="*/ 3534923 h 15947979"/>
              <a:gd name="connsiteX3242" fmla="*/ 17067582 w 17486265"/>
              <a:gd name="connsiteY3242" fmla="*/ 3533018 h 15947979"/>
              <a:gd name="connsiteX3243" fmla="*/ 17069486 w 17486265"/>
              <a:gd name="connsiteY3243" fmla="*/ 3490727 h 15947979"/>
              <a:gd name="connsiteX3244" fmla="*/ 17091026 w 17486265"/>
              <a:gd name="connsiteY3244" fmla="*/ 3482920 h 15947979"/>
              <a:gd name="connsiteX3245" fmla="*/ 16388542 w 17486265"/>
              <a:gd name="connsiteY3245" fmla="*/ 3456084 h 15947979"/>
              <a:gd name="connsiteX3246" fmla="*/ 16405986 w 17486265"/>
              <a:gd name="connsiteY3246" fmla="*/ 3464247 h 15947979"/>
              <a:gd name="connsiteX3247" fmla="*/ 16404386 w 17486265"/>
              <a:gd name="connsiteY3247" fmla="*/ 3499800 h 15947979"/>
              <a:gd name="connsiteX3248" fmla="*/ 16368834 w 17486265"/>
              <a:gd name="connsiteY3248" fmla="*/ 3498201 h 15947979"/>
              <a:gd name="connsiteX3249" fmla="*/ 16370434 w 17486265"/>
              <a:gd name="connsiteY3249" fmla="*/ 3462647 h 15947979"/>
              <a:gd name="connsiteX3250" fmla="*/ 16388542 w 17486265"/>
              <a:gd name="connsiteY3250" fmla="*/ 3456084 h 15947979"/>
              <a:gd name="connsiteX3251" fmla="*/ 15686078 w 17486265"/>
              <a:gd name="connsiteY3251" fmla="*/ 3429560 h 15947979"/>
              <a:gd name="connsiteX3252" fmla="*/ 15699986 w 17486265"/>
              <a:gd name="connsiteY3252" fmla="*/ 3436069 h 15947979"/>
              <a:gd name="connsiteX3253" fmla="*/ 15698710 w 17486265"/>
              <a:gd name="connsiteY3253" fmla="*/ 3464416 h 15947979"/>
              <a:gd name="connsiteX3254" fmla="*/ 15670362 w 17486265"/>
              <a:gd name="connsiteY3254" fmla="*/ 3463141 h 15947979"/>
              <a:gd name="connsiteX3255" fmla="*/ 15671638 w 17486265"/>
              <a:gd name="connsiteY3255" fmla="*/ 3434793 h 15947979"/>
              <a:gd name="connsiteX3256" fmla="*/ 15686078 w 17486265"/>
              <a:gd name="connsiteY3256" fmla="*/ 3429560 h 15947979"/>
              <a:gd name="connsiteX3257" fmla="*/ 14983570 w 17486265"/>
              <a:gd name="connsiteY3257" fmla="*/ 3403768 h 15947979"/>
              <a:gd name="connsiteX3258" fmla="*/ 14993426 w 17486265"/>
              <a:gd name="connsiteY3258" fmla="*/ 3408382 h 15947979"/>
              <a:gd name="connsiteX3259" fmla="*/ 14992522 w 17486265"/>
              <a:gd name="connsiteY3259" fmla="*/ 3428473 h 15947979"/>
              <a:gd name="connsiteX3260" fmla="*/ 14972430 w 17486265"/>
              <a:gd name="connsiteY3260" fmla="*/ 3427570 h 15947979"/>
              <a:gd name="connsiteX3261" fmla="*/ 14973338 w 17486265"/>
              <a:gd name="connsiteY3261" fmla="*/ 3407477 h 15947979"/>
              <a:gd name="connsiteX3262" fmla="*/ 14983570 w 17486265"/>
              <a:gd name="connsiteY3262" fmla="*/ 3403768 h 15947979"/>
              <a:gd name="connsiteX3263" fmla="*/ 14274840 w 17486265"/>
              <a:gd name="connsiteY3263" fmla="*/ 3379951 h 15947979"/>
              <a:gd name="connsiteX3264" fmla="*/ 14287078 w 17486265"/>
              <a:gd name="connsiteY3264" fmla="*/ 3380505 h 15947979"/>
              <a:gd name="connsiteX3265" fmla="*/ 14286526 w 17486265"/>
              <a:gd name="connsiteY3265" fmla="*/ 3392741 h 15947979"/>
              <a:gd name="connsiteX3266" fmla="*/ 14274288 w 17486265"/>
              <a:gd name="connsiteY3266" fmla="*/ 3392190 h 15947979"/>
              <a:gd name="connsiteX3267" fmla="*/ 14274840 w 17486265"/>
              <a:gd name="connsiteY3267" fmla="*/ 3379951 h 15947979"/>
              <a:gd name="connsiteX3268" fmla="*/ 13577260 w 17486265"/>
              <a:gd name="connsiteY3268" fmla="*/ 3353433 h 15947979"/>
              <a:gd name="connsiteX3269" fmla="*/ 13579726 w 17486265"/>
              <a:gd name="connsiteY3269" fmla="*/ 3353546 h 15947979"/>
              <a:gd name="connsiteX3270" fmla="*/ 13579614 w 17486265"/>
              <a:gd name="connsiteY3270" fmla="*/ 3356010 h 15947979"/>
              <a:gd name="connsiteX3271" fmla="*/ 13577148 w 17486265"/>
              <a:gd name="connsiteY3271" fmla="*/ 3355901 h 15947979"/>
              <a:gd name="connsiteX3272" fmla="*/ 13577260 w 17486265"/>
              <a:gd name="connsiteY3272" fmla="*/ 3353433 h 15947979"/>
              <a:gd name="connsiteX3273" fmla="*/ 16755502 w 17486265"/>
              <a:gd name="connsiteY3273" fmla="*/ 3120750 h 15947979"/>
              <a:gd name="connsiteX3274" fmla="*/ 16772950 w 17486265"/>
              <a:gd name="connsiteY3274" fmla="*/ 3128915 h 15947979"/>
              <a:gd name="connsiteX3275" fmla="*/ 16771346 w 17486265"/>
              <a:gd name="connsiteY3275" fmla="*/ 3164467 h 15947979"/>
              <a:gd name="connsiteX3276" fmla="*/ 16735794 w 17486265"/>
              <a:gd name="connsiteY3276" fmla="*/ 3162867 h 15947979"/>
              <a:gd name="connsiteX3277" fmla="*/ 16737394 w 17486265"/>
              <a:gd name="connsiteY3277" fmla="*/ 3127313 h 15947979"/>
              <a:gd name="connsiteX3278" fmla="*/ 16755502 w 17486265"/>
              <a:gd name="connsiteY3278" fmla="*/ 3120750 h 15947979"/>
              <a:gd name="connsiteX3279" fmla="*/ 16052990 w 17486265"/>
              <a:gd name="connsiteY3279" fmla="*/ 3094707 h 15947979"/>
              <a:gd name="connsiteX3280" fmla="*/ 16066582 w 17486265"/>
              <a:gd name="connsiteY3280" fmla="*/ 3101068 h 15947979"/>
              <a:gd name="connsiteX3281" fmla="*/ 16065334 w 17486265"/>
              <a:gd name="connsiteY3281" fmla="*/ 3128767 h 15947979"/>
              <a:gd name="connsiteX3282" fmla="*/ 16037634 w 17486265"/>
              <a:gd name="connsiteY3282" fmla="*/ 3127520 h 15947979"/>
              <a:gd name="connsiteX3283" fmla="*/ 16038882 w 17486265"/>
              <a:gd name="connsiteY3283" fmla="*/ 3099820 h 15947979"/>
              <a:gd name="connsiteX3284" fmla="*/ 16052990 w 17486265"/>
              <a:gd name="connsiteY3284" fmla="*/ 3094707 h 15947979"/>
              <a:gd name="connsiteX3285" fmla="*/ 15350502 w 17486265"/>
              <a:gd name="connsiteY3285" fmla="*/ 3068460 h 15947979"/>
              <a:gd name="connsiteX3286" fmla="*/ 15360362 w 17486265"/>
              <a:gd name="connsiteY3286" fmla="*/ 3073074 h 15947979"/>
              <a:gd name="connsiteX3287" fmla="*/ 15359458 w 17486265"/>
              <a:gd name="connsiteY3287" fmla="*/ 3093165 h 15947979"/>
              <a:gd name="connsiteX3288" fmla="*/ 15339366 w 17486265"/>
              <a:gd name="connsiteY3288" fmla="*/ 3092259 h 15947979"/>
              <a:gd name="connsiteX3289" fmla="*/ 15340270 w 17486265"/>
              <a:gd name="connsiteY3289" fmla="*/ 3072167 h 15947979"/>
              <a:gd name="connsiteX3290" fmla="*/ 15350502 w 17486265"/>
              <a:gd name="connsiteY3290" fmla="*/ 3068460 h 15947979"/>
              <a:gd name="connsiteX3291" fmla="*/ 14641654 w 17486265"/>
              <a:gd name="connsiteY3291" fmla="*/ 3044516 h 15947979"/>
              <a:gd name="connsiteX3292" fmla="*/ 14654136 w 17486265"/>
              <a:gd name="connsiteY3292" fmla="*/ 3045078 h 15947979"/>
              <a:gd name="connsiteX3293" fmla="*/ 14653576 w 17486265"/>
              <a:gd name="connsiteY3293" fmla="*/ 3057562 h 15947979"/>
              <a:gd name="connsiteX3294" fmla="*/ 14641092 w 17486265"/>
              <a:gd name="connsiteY3294" fmla="*/ 3056999 h 15947979"/>
              <a:gd name="connsiteX3295" fmla="*/ 14641654 w 17486265"/>
              <a:gd name="connsiteY3295" fmla="*/ 3044516 h 15947979"/>
              <a:gd name="connsiteX3296" fmla="*/ 13944192 w 17486265"/>
              <a:gd name="connsiteY3296" fmla="*/ 3018123 h 15947979"/>
              <a:gd name="connsiteX3297" fmla="*/ 13946660 w 17486265"/>
              <a:gd name="connsiteY3297" fmla="*/ 3018232 h 15947979"/>
              <a:gd name="connsiteX3298" fmla="*/ 13946548 w 17486265"/>
              <a:gd name="connsiteY3298" fmla="*/ 3020699 h 15947979"/>
              <a:gd name="connsiteX3299" fmla="*/ 13944082 w 17486265"/>
              <a:gd name="connsiteY3299" fmla="*/ 3020587 h 15947979"/>
              <a:gd name="connsiteX3300" fmla="*/ 13944192 w 17486265"/>
              <a:gd name="connsiteY3300" fmla="*/ 3018123 h 15947979"/>
              <a:gd name="connsiteX3301" fmla="*/ 17122458 w 17486265"/>
              <a:gd name="connsiteY3301" fmla="*/ 2784984 h 15947979"/>
              <a:gd name="connsiteX3302" fmla="*/ 17140222 w 17486265"/>
              <a:gd name="connsiteY3302" fmla="*/ 2793296 h 15947979"/>
              <a:gd name="connsiteX3303" fmla="*/ 17138590 w 17486265"/>
              <a:gd name="connsiteY3303" fmla="*/ 2829495 h 15947979"/>
              <a:gd name="connsiteX3304" fmla="*/ 17102390 w 17486265"/>
              <a:gd name="connsiteY3304" fmla="*/ 2827866 h 15947979"/>
              <a:gd name="connsiteX3305" fmla="*/ 17104018 w 17486265"/>
              <a:gd name="connsiteY3305" fmla="*/ 2791667 h 15947979"/>
              <a:gd name="connsiteX3306" fmla="*/ 17122458 w 17486265"/>
              <a:gd name="connsiteY3306" fmla="*/ 2784984 h 15947979"/>
              <a:gd name="connsiteX3307" fmla="*/ 16419950 w 17486265"/>
              <a:gd name="connsiteY3307" fmla="*/ 2759373 h 15947979"/>
              <a:gd name="connsiteX3308" fmla="*/ 16433542 w 17486265"/>
              <a:gd name="connsiteY3308" fmla="*/ 2765732 h 15947979"/>
              <a:gd name="connsiteX3309" fmla="*/ 16432294 w 17486265"/>
              <a:gd name="connsiteY3309" fmla="*/ 2793434 h 15947979"/>
              <a:gd name="connsiteX3310" fmla="*/ 16404594 w 17486265"/>
              <a:gd name="connsiteY3310" fmla="*/ 2792184 h 15947979"/>
              <a:gd name="connsiteX3311" fmla="*/ 16405842 w 17486265"/>
              <a:gd name="connsiteY3311" fmla="*/ 2764486 h 15947979"/>
              <a:gd name="connsiteX3312" fmla="*/ 16419950 w 17486265"/>
              <a:gd name="connsiteY3312" fmla="*/ 2759373 h 15947979"/>
              <a:gd name="connsiteX3313" fmla="*/ 15717438 w 17486265"/>
              <a:gd name="connsiteY3313" fmla="*/ 2733150 h 15947979"/>
              <a:gd name="connsiteX3314" fmla="*/ 15727294 w 17486265"/>
              <a:gd name="connsiteY3314" fmla="*/ 2737763 h 15947979"/>
              <a:gd name="connsiteX3315" fmla="*/ 15726390 w 17486265"/>
              <a:gd name="connsiteY3315" fmla="*/ 2757854 h 15947979"/>
              <a:gd name="connsiteX3316" fmla="*/ 15706298 w 17486265"/>
              <a:gd name="connsiteY3316" fmla="*/ 2756949 h 15947979"/>
              <a:gd name="connsiteX3317" fmla="*/ 15707206 w 17486265"/>
              <a:gd name="connsiteY3317" fmla="*/ 2736858 h 15947979"/>
              <a:gd name="connsiteX3318" fmla="*/ 15717438 w 17486265"/>
              <a:gd name="connsiteY3318" fmla="*/ 2733150 h 15947979"/>
              <a:gd name="connsiteX3319" fmla="*/ 15008706 w 17486265"/>
              <a:gd name="connsiteY3319" fmla="*/ 2709335 h 15947979"/>
              <a:gd name="connsiteX3320" fmla="*/ 15020946 w 17486265"/>
              <a:gd name="connsiteY3320" fmla="*/ 2709884 h 15947979"/>
              <a:gd name="connsiteX3321" fmla="*/ 15020394 w 17486265"/>
              <a:gd name="connsiteY3321" fmla="*/ 2722122 h 15947979"/>
              <a:gd name="connsiteX3322" fmla="*/ 15008154 w 17486265"/>
              <a:gd name="connsiteY3322" fmla="*/ 2721571 h 15947979"/>
              <a:gd name="connsiteX3323" fmla="*/ 15008706 w 17486265"/>
              <a:gd name="connsiteY3323" fmla="*/ 2709335 h 15947979"/>
              <a:gd name="connsiteX3324" fmla="*/ 14311128 w 17486265"/>
              <a:gd name="connsiteY3324" fmla="*/ 2682812 h 15947979"/>
              <a:gd name="connsiteX3325" fmla="*/ 14313594 w 17486265"/>
              <a:gd name="connsiteY3325" fmla="*/ 2682922 h 15947979"/>
              <a:gd name="connsiteX3326" fmla="*/ 14313480 w 17486265"/>
              <a:gd name="connsiteY3326" fmla="*/ 2685390 h 15947979"/>
              <a:gd name="connsiteX3327" fmla="*/ 14311016 w 17486265"/>
              <a:gd name="connsiteY3327" fmla="*/ 2685278 h 15947979"/>
              <a:gd name="connsiteX3328" fmla="*/ 14311128 w 17486265"/>
              <a:gd name="connsiteY3328" fmla="*/ 2682812 h 15947979"/>
              <a:gd name="connsiteX3329" fmla="*/ 16786890 w 17486265"/>
              <a:gd name="connsiteY3329" fmla="*/ 2423892 h 15947979"/>
              <a:gd name="connsiteX3330" fmla="*/ 16800602 w 17486265"/>
              <a:gd name="connsiteY3330" fmla="*/ 2430307 h 15947979"/>
              <a:gd name="connsiteX3331" fmla="*/ 16799346 w 17486265"/>
              <a:gd name="connsiteY3331" fmla="*/ 2458253 h 15947979"/>
              <a:gd name="connsiteX3332" fmla="*/ 16771398 w 17486265"/>
              <a:gd name="connsiteY3332" fmla="*/ 2456996 h 15947979"/>
              <a:gd name="connsiteX3333" fmla="*/ 16772658 w 17486265"/>
              <a:gd name="connsiteY3333" fmla="*/ 2429049 h 15947979"/>
              <a:gd name="connsiteX3334" fmla="*/ 16786890 w 17486265"/>
              <a:gd name="connsiteY3334" fmla="*/ 2423892 h 15947979"/>
              <a:gd name="connsiteX3335" fmla="*/ 16084398 w 17486265"/>
              <a:gd name="connsiteY3335" fmla="*/ 2397816 h 15947979"/>
              <a:gd name="connsiteX3336" fmla="*/ 16094254 w 17486265"/>
              <a:gd name="connsiteY3336" fmla="*/ 2402430 h 15947979"/>
              <a:gd name="connsiteX3337" fmla="*/ 16093350 w 17486265"/>
              <a:gd name="connsiteY3337" fmla="*/ 2422521 h 15947979"/>
              <a:gd name="connsiteX3338" fmla="*/ 16073258 w 17486265"/>
              <a:gd name="connsiteY3338" fmla="*/ 2421616 h 15947979"/>
              <a:gd name="connsiteX3339" fmla="*/ 16074166 w 17486265"/>
              <a:gd name="connsiteY3339" fmla="*/ 2401524 h 15947979"/>
              <a:gd name="connsiteX3340" fmla="*/ 16084398 w 17486265"/>
              <a:gd name="connsiteY3340" fmla="*/ 2397816 h 15947979"/>
              <a:gd name="connsiteX3341" fmla="*/ 15375642 w 17486265"/>
              <a:gd name="connsiteY3341" fmla="*/ 2374024 h 15947979"/>
              <a:gd name="connsiteX3342" fmla="*/ 15387878 w 17486265"/>
              <a:gd name="connsiteY3342" fmla="*/ 2374576 h 15947979"/>
              <a:gd name="connsiteX3343" fmla="*/ 15387326 w 17486265"/>
              <a:gd name="connsiteY3343" fmla="*/ 2386812 h 15947979"/>
              <a:gd name="connsiteX3344" fmla="*/ 15375090 w 17486265"/>
              <a:gd name="connsiteY3344" fmla="*/ 2386262 h 15947979"/>
              <a:gd name="connsiteX3345" fmla="*/ 15375642 w 17486265"/>
              <a:gd name="connsiteY3345" fmla="*/ 2374024 h 15947979"/>
              <a:gd name="connsiteX3346" fmla="*/ 14678062 w 17486265"/>
              <a:gd name="connsiteY3346" fmla="*/ 2347501 h 15947979"/>
              <a:gd name="connsiteX3347" fmla="*/ 14680528 w 17486265"/>
              <a:gd name="connsiteY3347" fmla="*/ 2347613 h 15947979"/>
              <a:gd name="connsiteX3348" fmla="*/ 14680416 w 17486265"/>
              <a:gd name="connsiteY3348" fmla="*/ 2350079 h 15947979"/>
              <a:gd name="connsiteX3349" fmla="*/ 14677950 w 17486265"/>
              <a:gd name="connsiteY3349" fmla="*/ 2349968 h 15947979"/>
              <a:gd name="connsiteX3350" fmla="*/ 14678062 w 17486265"/>
              <a:gd name="connsiteY3350" fmla="*/ 2347501 h 15947979"/>
              <a:gd name="connsiteX3351" fmla="*/ 17153818 w 17486265"/>
              <a:gd name="connsiteY3351" fmla="*/ 2088755 h 15947979"/>
              <a:gd name="connsiteX3352" fmla="*/ 17167410 w 17486265"/>
              <a:gd name="connsiteY3352" fmla="*/ 2095117 h 15947979"/>
              <a:gd name="connsiteX3353" fmla="*/ 17166162 w 17486265"/>
              <a:gd name="connsiteY3353" fmla="*/ 2122816 h 15947979"/>
              <a:gd name="connsiteX3354" fmla="*/ 17138462 w 17486265"/>
              <a:gd name="connsiteY3354" fmla="*/ 2121569 h 15947979"/>
              <a:gd name="connsiteX3355" fmla="*/ 17139710 w 17486265"/>
              <a:gd name="connsiteY3355" fmla="*/ 2093869 h 15947979"/>
              <a:gd name="connsiteX3356" fmla="*/ 17153818 w 17486265"/>
              <a:gd name="connsiteY3356" fmla="*/ 2088755 h 15947979"/>
              <a:gd name="connsiteX3357" fmla="*/ 16451330 w 17486265"/>
              <a:gd name="connsiteY3357" fmla="*/ 2062507 h 15947979"/>
              <a:gd name="connsiteX3358" fmla="*/ 16461190 w 17486265"/>
              <a:gd name="connsiteY3358" fmla="*/ 2067122 h 15947979"/>
              <a:gd name="connsiteX3359" fmla="*/ 16460286 w 17486265"/>
              <a:gd name="connsiteY3359" fmla="*/ 2087213 h 15947979"/>
              <a:gd name="connsiteX3360" fmla="*/ 16440194 w 17486265"/>
              <a:gd name="connsiteY3360" fmla="*/ 2086307 h 15947979"/>
              <a:gd name="connsiteX3361" fmla="*/ 16441098 w 17486265"/>
              <a:gd name="connsiteY3361" fmla="*/ 2066216 h 15947979"/>
              <a:gd name="connsiteX3362" fmla="*/ 16451330 w 17486265"/>
              <a:gd name="connsiteY3362" fmla="*/ 2062507 h 15947979"/>
              <a:gd name="connsiteX3363" fmla="*/ 15742602 w 17486265"/>
              <a:gd name="connsiteY3363" fmla="*/ 2038690 h 15947979"/>
              <a:gd name="connsiteX3364" fmla="*/ 15754838 w 17486265"/>
              <a:gd name="connsiteY3364" fmla="*/ 2039242 h 15947979"/>
              <a:gd name="connsiteX3365" fmla="*/ 15754286 w 17486265"/>
              <a:gd name="connsiteY3365" fmla="*/ 2051480 h 15947979"/>
              <a:gd name="connsiteX3366" fmla="*/ 15742050 w 17486265"/>
              <a:gd name="connsiteY3366" fmla="*/ 2050929 h 15947979"/>
              <a:gd name="connsiteX3367" fmla="*/ 15742602 w 17486265"/>
              <a:gd name="connsiteY3367" fmla="*/ 2038690 h 15947979"/>
              <a:gd name="connsiteX3368" fmla="*/ 15044994 w 17486265"/>
              <a:gd name="connsiteY3368" fmla="*/ 2012194 h 15947979"/>
              <a:gd name="connsiteX3369" fmla="*/ 15047462 w 17486265"/>
              <a:gd name="connsiteY3369" fmla="*/ 2012304 h 15947979"/>
              <a:gd name="connsiteX3370" fmla="*/ 15047350 w 17486265"/>
              <a:gd name="connsiteY3370" fmla="*/ 2014770 h 15947979"/>
              <a:gd name="connsiteX3371" fmla="*/ 15044886 w 17486265"/>
              <a:gd name="connsiteY3371" fmla="*/ 2014659 h 15947979"/>
              <a:gd name="connsiteX3372" fmla="*/ 15044994 w 17486265"/>
              <a:gd name="connsiteY3372" fmla="*/ 2012194 h 15947979"/>
              <a:gd name="connsiteX3373" fmla="*/ 16818266 w 17486265"/>
              <a:gd name="connsiteY3373" fmla="*/ 1727198 h 15947979"/>
              <a:gd name="connsiteX3374" fmla="*/ 16828122 w 17486265"/>
              <a:gd name="connsiteY3374" fmla="*/ 1731811 h 15947979"/>
              <a:gd name="connsiteX3375" fmla="*/ 16827218 w 17486265"/>
              <a:gd name="connsiteY3375" fmla="*/ 1751903 h 15947979"/>
              <a:gd name="connsiteX3376" fmla="*/ 16807126 w 17486265"/>
              <a:gd name="connsiteY3376" fmla="*/ 1750998 h 15947979"/>
              <a:gd name="connsiteX3377" fmla="*/ 16808034 w 17486265"/>
              <a:gd name="connsiteY3377" fmla="*/ 1730906 h 15947979"/>
              <a:gd name="connsiteX3378" fmla="*/ 16818266 w 17486265"/>
              <a:gd name="connsiteY3378" fmla="*/ 1727198 h 15947979"/>
              <a:gd name="connsiteX3379" fmla="*/ 16109534 w 17486265"/>
              <a:gd name="connsiteY3379" fmla="*/ 1703381 h 15947979"/>
              <a:gd name="connsiteX3380" fmla="*/ 16121774 w 17486265"/>
              <a:gd name="connsiteY3380" fmla="*/ 1703932 h 15947979"/>
              <a:gd name="connsiteX3381" fmla="*/ 16121222 w 17486265"/>
              <a:gd name="connsiteY3381" fmla="*/ 1716169 h 15947979"/>
              <a:gd name="connsiteX3382" fmla="*/ 16108982 w 17486265"/>
              <a:gd name="connsiteY3382" fmla="*/ 1715619 h 15947979"/>
              <a:gd name="connsiteX3383" fmla="*/ 16109534 w 17486265"/>
              <a:gd name="connsiteY3383" fmla="*/ 1703381 h 15947979"/>
              <a:gd name="connsiteX3384" fmla="*/ 15411958 w 17486265"/>
              <a:gd name="connsiteY3384" fmla="*/ 1676859 h 15947979"/>
              <a:gd name="connsiteX3385" fmla="*/ 15414422 w 17486265"/>
              <a:gd name="connsiteY3385" fmla="*/ 1676970 h 15947979"/>
              <a:gd name="connsiteX3386" fmla="*/ 15414310 w 17486265"/>
              <a:gd name="connsiteY3386" fmla="*/ 1679436 h 15947979"/>
              <a:gd name="connsiteX3387" fmla="*/ 15411846 w 17486265"/>
              <a:gd name="connsiteY3387" fmla="*/ 1679326 h 15947979"/>
              <a:gd name="connsiteX3388" fmla="*/ 15411958 w 17486265"/>
              <a:gd name="connsiteY3388" fmla="*/ 1676859 h 15947979"/>
              <a:gd name="connsiteX3389" fmla="*/ 17185198 w 17486265"/>
              <a:gd name="connsiteY3389" fmla="*/ 1391888 h 15947979"/>
              <a:gd name="connsiteX3390" fmla="*/ 17195058 w 17486265"/>
              <a:gd name="connsiteY3390" fmla="*/ 1396504 h 15947979"/>
              <a:gd name="connsiteX3391" fmla="*/ 17194154 w 17486265"/>
              <a:gd name="connsiteY3391" fmla="*/ 1416595 h 15947979"/>
              <a:gd name="connsiteX3392" fmla="*/ 17174062 w 17486265"/>
              <a:gd name="connsiteY3392" fmla="*/ 1415689 h 15947979"/>
              <a:gd name="connsiteX3393" fmla="*/ 17174966 w 17486265"/>
              <a:gd name="connsiteY3393" fmla="*/ 1395598 h 15947979"/>
              <a:gd name="connsiteX3394" fmla="*/ 17185198 w 17486265"/>
              <a:gd name="connsiteY3394" fmla="*/ 1391888 h 15947979"/>
              <a:gd name="connsiteX3395" fmla="*/ 16476470 w 17486265"/>
              <a:gd name="connsiteY3395" fmla="*/ 1368072 h 15947979"/>
              <a:gd name="connsiteX3396" fmla="*/ 16488706 w 17486265"/>
              <a:gd name="connsiteY3396" fmla="*/ 1368623 h 15947979"/>
              <a:gd name="connsiteX3397" fmla="*/ 16488154 w 17486265"/>
              <a:gd name="connsiteY3397" fmla="*/ 1380860 h 15947979"/>
              <a:gd name="connsiteX3398" fmla="*/ 16475918 w 17486265"/>
              <a:gd name="connsiteY3398" fmla="*/ 1380310 h 15947979"/>
              <a:gd name="connsiteX3399" fmla="*/ 16476470 w 17486265"/>
              <a:gd name="connsiteY3399" fmla="*/ 1368072 h 15947979"/>
              <a:gd name="connsiteX3400" fmla="*/ 15778890 w 17486265"/>
              <a:gd name="connsiteY3400" fmla="*/ 1341548 h 15947979"/>
              <a:gd name="connsiteX3401" fmla="*/ 15781354 w 17486265"/>
              <a:gd name="connsiteY3401" fmla="*/ 1341659 h 15947979"/>
              <a:gd name="connsiteX3402" fmla="*/ 15781246 w 17486265"/>
              <a:gd name="connsiteY3402" fmla="*/ 1344126 h 15947979"/>
              <a:gd name="connsiteX3403" fmla="*/ 15778778 w 17486265"/>
              <a:gd name="connsiteY3403" fmla="*/ 1344016 h 15947979"/>
              <a:gd name="connsiteX3404" fmla="*/ 15778890 w 17486265"/>
              <a:gd name="connsiteY3404" fmla="*/ 1341548 h 15947979"/>
              <a:gd name="connsiteX3405" fmla="*/ 16843402 w 17486265"/>
              <a:gd name="connsiteY3405" fmla="*/ 1032762 h 15947979"/>
              <a:gd name="connsiteX3406" fmla="*/ 16855642 w 17486265"/>
              <a:gd name="connsiteY3406" fmla="*/ 1033313 h 15947979"/>
              <a:gd name="connsiteX3407" fmla="*/ 16855090 w 17486265"/>
              <a:gd name="connsiteY3407" fmla="*/ 1045551 h 15947979"/>
              <a:gd name="connsiteX3408" fmla="*/ 16842850 w 17486265"/>
              <a:gd name="connsiteY3408" fmla="*/ 1045000 h 15947979"/>
              <a:gd name="connsiteX3409" fmla="*/ 16843402 w 17486265"/>
              <a:gd name="connsiteY3409" fmla="*/ 1032762 h 15947979"/>
              <a:gd name="connsiteX3410" fmla="*/ 16145826 w 17486265"/>
              <a:gd name="connsiteY3410" fmla="*/ 1006241 h 15947979"/>
              <a:gd name="connsiteX3411" fmla="*/ 16148290 w 17486265"/>
              <a:gd name="connsiteY3411" fmla="*/ 1006352 h 15947979"/>
              <a:gd name="connsiteX3412" fmla="*/ 16148178 w 17486265"/>
              <a:gd name="connsiteY3412" fmla="*/ 1008816 h 15947979"/>
              <a:gd name="connsiteX3413" fmla="*/ 16145714 w 17486265"/>
              <a:gd name="connsiteY3413" fmla="*/ 1008707 h 15947979"/>
              <a:gd name="connsiteX3414" fmla="*/ 16145826 w 17486265"/>
              <a:gd name="connsiteY3414" fmla="*/ 1006241 h 15947979"/>
              <a:gd name="connsiteX3415" fmla="*/ 17210338 w 17486265"/>
              <a:gd name="connsiteY3415" fmla="*/ 697454 h 15947979"/>
              <a:gd name="connsiteX3416" fmla="*/ 17222574 w 17486265"/>
              <a:gd name="connsiteY3416" fmla="*/ 698006 h 15947979"/>
              <a:gd name="connsiteX3417" fmla="*/ 17222022 w 17486265"/>
              <a:gd name="connsiteY3417" fmla="*/ 710243 h 15947979"/>
              <a:gd name="connsiteX3418" fmla="*/ 17209786 w 17486265"/>
              <a:gd name="connsiteY3418" fmla="*/ 709693 h 15947979"/>
              <a:gd name="connsiteX3419" fmla="*/ 17210338 w 17486265"/>
              <a:gd name="connsiteY3419" fmla="*/ 697454 h 15947979"/>
              <a:gd name="connsiteX3420" fmla="*/ 16512758 w 17486265"/>
              <a:gd name="connsiteY3420" fmla="*/ 670931 h 15947979"/>
              <a:gd name="connsiteX3421" fmla="*/ 16515226 w 17486265"/>
              <a:gd name="connsiteY3421" fmla="*/ 671041 h 15947979"/>
              <a:gd name="connsiteX3422" fmla="*/ 16515114 w 17486265"/>
              <a:gd name="connsiteY3422" fmla="*/ 673509 h 15947979"/>
              <a:gd name="connsiteX3423" fmla="*/ 16512646 w 17486265"/>
              <a:gd name="connsiteY3423" fmla="*/ 673398 h 15947979"/>
              <a:gd name="connsiteX3424" fmla="*/ 16512758 w 17486265"/>
              <a:gd name="connsiteY3424" fmla="*/ 670931 h 15947979"/>
              <a:gd name="connsiteX3425" fmla="*/ 16879690 w 17486265"/>
              <a:gd name="connsiteY3425" fmla="*/ 335624 h 15947979"/>
              <a:gd name="connsiteX3426" fmla="*/ 16882158 w 17486265"/>
              <a:gd name="connsiteY3426" fmla="*/ 335735 h 15947979"/>
              <a:gd name="connsiteX3427" fmla="*/ 16882046 w 17486265"/>
              <a:gd name="connsiteY3427" fmla="*/ 338201 h 15947979"/>
              <a:gd name="connsiteX3428" fmla="*/ 16879582 w 17486265"/>
              <a:gd name="connsiteY3428" fmla="*/ 338090 h 15947979"/>
              <a:gd name="connsiteX3429" fmla="*/ 16879690 w 17486265"/>
              <a:gd name="connsiteY3429" fmla="*/ 335624 h 15947979"/>
              <a:gd name="connsiteX3430" fmla="*/ 17246626 w 17486265"/>
              <a:gd name="connsiteY3430" fmla="*/ 458 h 15947979"/>
              <a:gd name="connsiteX3431" fmla="*/ 17249094 w 17486265"/>
              <a:gd name="connsiteY3431" fmla="*/ 566 h 15947979"/>
              <a:gd name="connsiteX3432" fmla="*/ 17248982 w 17486265"/>
              <a:gd name="connsiteY3432" fmla="*/ 3034 h 15947979"/>
              <a:gd name="connsiteX3433" fmla="*/ 17246514 w 17486265"/>
              <a:gd name="connsiteY3433" fmla="*/ 2923 h 15947979"/>
              <a:gd name="connsiteX3434" fmla="*/ 17246626 w 17486265"/>
              <a:gd name="connsiteY3434" fmla="*/ 458 h 1594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</a:cxnLst>
            <a:rect l="l" t="t" r="r" b="b"/>
            <a:pathLst>
              <a:path w="17486265" h="15947979">
                <a:moveTo>
                  <a:pt x="10203742" y="15789485"/>
                </a:moveTo>
                <a:cubicBezTo>
                  <a:pt x="10224012" y="15790398"/>
                  <a:pt x="10243936" y="15799043"/>
                  <a:pt x="10258704" y="15815206"/>
                </a:cubicBezTo>
                <a:cubicBezTo>
                  <a:pt x="10288244" y="15847531"/>
                  <a:pt x="10285986" y="15897683"/>
                  <a:pt x="10253660" y="15927222"/>
                </a:cubicBezTo>
                <a:cubicBezTo>
                  <a:pt x="10221336" y="15956761"/>
                  <a:pt x="10171184" y="15954503"/>
                  <a:pt x="10141644" y="15922178"/>
                </a:cubicBezTo>
                <a:cubicBezTo>
                  <a:pt x="10112106" y="15889853"/>
                  <a:pt x="10114364" y="15839701"/>
                  <a:pt x="10146690" y="15810162"/>
                </a:cubicBezTo>
                <a:cubicBezTo>
                  <a:pt x="10162852" y="15795392"/>
                  <a:pt x="10183472" y="15788572"/>
                  <a:pt x="10203742" y="15789485"/>
                </a:cubicBezTo>
                <a:close/>
                <a:moveTo>
                  <a:pt x="9501298" y="15762340"/>
                </a:moveTo>
                <a:cubicBezTo>
                  <a:pt x="9520422" y="15763201"/>
                  <a:pt x="9539218" y="15771357"/>
                  <a:pt x="9553152" y="15786607"/>
                </a:cubicBezTo>
                <a:cubicBezTo>
                  <a:pt x="9581020" y="15817103"/>
                  <a:pt x="9578890" y="15864417"/>
                  <a:pt x="9548392" y="15892286"/>
                </a:cubicBezTo>
                <a:cubicBezTo>
                  <a:pt x="9517896" y="15920154"/>
                  <a:pt x="9470582" y="15918021"/>
                  <a:pt x="9442714" y="15887526"/>
                </a:cubicBezTo>
                <a:cubicBezTo>
                  <a:pt x="9414844" y="15857029"/>
                  <a:pt x="9416976" y="15809716"/>
                  <a:pt x="9447472" y="15781847"/>
                </a:cubicBezTo>
                <a:cubicBezTo>
                  <a:pt x="9462720" y="15767913"/>
                  <a:pt x="9482174" y="15761478"/>
                  <a:pt x="9501298" y="15762340"/>
                </a:cubicBezTo>
                <a:close/>
                <a:moveTo>
                  <a:pt x="568" y="15759937"/>
                </a:moveTo>
                <a:cubicBezTo>
                  <a:pt x="1280" y="15759286"/>
                  <a:pt x="2384" y="15759337"/>
                  <a:pt x="3034" y="15760048"/>
                </a:cubicBezTo>
                <a:cubicBezTo>
                  <a:pt x="3684" y="15760759"/>
                  <a:pt x="3634" y="15761864"/>
                  <a:pt x="2922" y="15762514"/>
                </a:cubicBezTo>
                <a:cubicBezTo>
                  <a:pt x="2210" y="15763165"/>
                  <a:pt x="1106" y="15763116"/>
                  <a:pt x="456" y="15762404"/>
                </a:cubicBezTo>
                <a:cubicBezTo>
                  <a:pt x="-194" y="15761692"/>
                  <a:pt x="-144" y="15760588"/>
                  <a:pt x="568" y="15759937"/>
                </a:cubicBezTo>
                <a:close/>
                <a:moveTo>
                  <a:pt x="8798760" y="15736700"/>
                </a:moveTo>
                <a:cubicBezTo>
                  <a:pt x="8816346" y="15737492"/>
                  <a:pt x="8833630" y="15744993"/>
                  <a:pt x="8846442" y="15759014"/>
                </a:cubicBezTo>
                <a:cubicBezTo>
                  <a:pt x="8872068" y="15787057"/>
                  <a:pt x="8870110" y="15830565"/>
                  <a:pt x="8842066" y="15856191"/>
                </a:cubicBezTo>
                <a:cubicBezTo>
                  <a:pt x="8814022" y="15881817"/>
                  <a:pt x="8770514" y="15879858"/>
                  <a:pt x="8744888" y="15851815"/>
                </a:cubicBezTo>
                <a:cubicBezTo>
                  <a:pt x="8719262" y="15823772"/>
                  <a:pt x="8721222" y="15780265"/>
                  <a:pt x="8749266" y="15754638"/>
                </a:cubicBezTo>
                <a:cubicBezTo>
                  <a:pt x="8763288" y="15741825"/>
                  <a:pt x="8781174" y="15735908"/>
                  <a:pt x="8798760" y="15736700"/>
                </a:cubicBezTo>
                <a:close/>
                <a:moveTo>
                  <a:pt x="16892086" y="15712640"/>
                </a:moveTo>
                <a:cubicBezTo>
                  <a:pt x="16919054" y="15713855"/>
                  <a:pt x="16945558" y="15725356"/>
                  <a:pt x="16965210" y="15746860"/>
                </a:cubicBezTo>
                <a:cubicBezTo>
                  <a:pt x="17004510" y="15789868"/>
                  <a:pt x="17001506" y="15856590"/>
                  <a:pt x="16958498" y="15895891"/>
                </a:cubicBezTo>
                <a:cubicBezTo>
                  <a:pt x="16915490" y="15935191"/>
                  <a:pt x="16848766" y="15932186"/>
                  <a:pt x="16809466" y="15889179"/>
                </a:cubicBezTo>
                <a:cubicBezTo>
                  <a:pt x="16770166" y="15846172"/>
                  <a:pt x="16773170" y="15779450"/>
                  <a:pt x="16816178" y="15740149"/>
                </a:cubicBezTo>
                <a:cubicBezTo>
                  <a:pt x="16837682" y="15720499"/>
                  <a:pt x="16865114" y="15711425"/>
                  <a:pt x="16892086" y="15712640"/>
                </a:cubicBezTo>
                <a:close/>
                <a:moveTo>
                  <a:pt x="8096250" y="15710475"/>
                </a:moveTo>
                <a:cubicBezTo>
                  <a:pt x="8112460" y="15711206"/>
                  <a:pt x="8128390" y="15718119"/>
                  <a:pt x="8140200" y="15731042"/>
                </a:cubicBezTo>
                <a:cubicBezTo>
                  <a:pt x="8163820" y="15756891"/>
                  <a:pt x="8162014" y="15796993"/>
                  <a:pt x="8136166" y="15820613"/>
                </a:cubicBezTo>
                <a:cubicBezTo>
                  <a:pt x="8110318" y="15844233"/>
                  <a:pt x="8070216" y="15842427"/>
                  <a:pt x="8046596" y="15816579"/>
                </a:cubicBezTo>
                <a:cubicBezTo>
                  <a:pt x="8022976" y="15790731"/>
                  <a:pt x="8024782" y="15750630"/>
                  <a:pt x="8050630" y="15727009"/>
                </a:cubicBezTo>
                <a:cubicBezTo>
                  <a:pt x="8063554" y="15715199"/>
                  <a:pt x="8080042" y="15709745"/>
                  <a:pt x="8096250" y="15710475"/>
                </a:cubicBezTo>
                <a:close/>
                <a:moveTo>
                  <a:pt x="7393766" y="15684229"/>
                </a:moveTo>
                <a:cubicBezTo>
                  <a:pt x="7408598" y="15684897"/>
                  <a:pt x="7423176" y="15691224"/>
                  <a:pt x="7433982" y="15703050"/>
                </a:cubicBezTo>
                <a:cubicBezTo>
                  <a:pt x="7455596" y="15726702"/>
                  <a:pt x="7453944" y="15763398"/>
                  <a:pt x="7430292" y="15785011"/>
                </a:cubicBezTo>
                <a:cubicBezTo>
                  <a:pt x="7406638" y="15806626"/>
                  <a:pt x="7369942" y="15804974"/>
                  <a:pt x="7348328" y="15781322"/>
                </a:cubicBezTo>
                <a:cubicBezTo>
                  <a:pt x="7326714" y="15757669"/>
                  <a:pt x="7328366" y="15720972"/>
                  <a:pt x="7352020" y="15699358"/>
                </a:cubicBezTo>
                <a:cubicBezTo>
                  <a:pt x="7363846" y="15688552"/>
                  <a:pt x="7378934" y="15683561"/>
                  <a:pt x="7393766" y="15684229"/>
                </a:cubicBezTo>
                <a:close/>
                <a:moveTo>
                  <a:pt x="16189842" y="15681013"/>
                </a:moveTo>
                <a:cubicBezTo>
                  <a:pt x="16216810" y="15682227"/>
                  <a:pt x="16243318" y="15693730"/>
                  <a:pt x="16262966" y="15715234"/>
                </a:cubicBezTo>
                <a:cubicBezTo>
                  <a:pt x="16302270" y="15758241"/>
                  <a:pt x="16299262" y="15824964"/>
                  <a:pt x="16256254" y="15864264"/>
                </a:cubicBezTo>
                <a:cubicBezTo>
                  <a:pt x="16213250" y="15903565"/>
                  <a:pt x="16146526" y="15900560"/>
                  <a:pt x="16107226" y="15857553"/>
                </a:cubicBezTo>
                <a:cubicBezTo>
                  <a:pt x="16067926" y="15814545"/>
                  <a:pt x="16070930" y="15747823"/>
                  <a:pt x="16113938" y="15708522"/>
                </a:cubicBezTo>
                <a:cubicBezTo>
                  <a:pt x="16135442" y="15688872"/>
                  <a:pt x="16162874" y="15679798"/>
                  <a:pt x="16189842" y="15681013"/>
                </a:cubicBezTo>
                <a:close/>
                <a:moveTo>
                  <a:pt x="6691274" y="15658157"/>
                </a:moveTo>
                <a:cubicBezTo>
                  <a:pt x="6704686" y="15658761"/>
                  <a:pt x="6717866" y="15664481"/>
                  <a:pt x="6727638" y="15675174"/>
                </a:cubicBezTo>
                <a:cubicBezTo>
                  <a:pt x="6747180" y="15696559"/>
                  <a:pt x="6745686" y="15729739"/>
                  <a:pt x="6724300" y="15749283"/>
                </a:cubicBezTo>
                <a:cubicBezTo>
                  <a:pt x="6702912" y="15768826"/>
                  <a:pt x="6669734" y="15767331"/>
                  <a:pt x="6650190" y="15745945"/>
                </a:cubicBezTo>
                <a:cubicBezTo>
                  <a:pt x="6630648" y="15724558"/>
                  <a:pt x="6632142" y="15691379"/>
                  <a:pt x="6653528" y="15671836"/>
                </a:cubicBezTo>
                <a:cubicBezTo>
                  <a:pt x="6664222" y="15662065"/>
                  <a:pt x="6677864" y="15657552"/>
                  <a:pt x="6691274" y="15658157"/>
                </a:cubicBezTo>
                <a:close/>
                <a:moveTo>
                  <a:pt x="15487602" y="15649390"/>
                </a:moveTo>
                <a:cubicBezTo>
                  <a:pt x="15514570" y="15650603"/>
                  <a:pt x="15541074" y="15662106"/>
                  <a:pt x="15560726" y="15683610"/>
                </a:cubicBezTo>
                <a:cubicBezTo>
                  <a:pt x="15600026" y="15726617"/>
                  <a:pt x="15597022" y="15793339"/>
                  <a:pt x="15554014" y="15832640"/>
                </a:cubicBezTo>
                <a:cubicBezTo>
                  <a:pt x="15511006" y="15871940"/>
                  <a:pt x="15444282" y="15868934"/>
                  <a:pt x="15404982" y="15825928"/>
                </a:cubicBezTo>
                <a:cubicBezTo>
                  <a:pt x="15365682" y="15782921"/>
                  <a:pt x="15368686" y="15716199"/>
                  <a:pt x="15411694" y="15676898"/>
                </a:cubicBezTo>
                <a:cubicBezTo>
                  <a:pt x="15433198" y="15657248"/>
                  <a:pt x="15460630" y="15648174"/>
                  <a:pt x="15487602" y="15649390"/>
                </a:cubicBezTo>
                <a:close/>
                <a:moveTo>
                  <a:pt x="5988790" y="15631910"/>
                </a:moveTo>
                <a:cubicBezTo>
                  <a:pt x="6000824" y="15632452"/>
                  <a:pt x="6012652" y="15637584"/>
                  <a:pt x="6021420" y="15647180"/>
                </a:cubicBezTo>
                <a:cubicBezTo>
                  <a:pt x="6038956" y="15666371"/>
                  <a:pt x="6037616" y="15696144"/>
                  <a:pt x="6018424" y="15713681"/>
                </a:cubicBezTo>
                <a:cubicBezTo>
                  <a:pt x="5999234" y="15731218"/>
                  <a:pt x="5969460" y="15729878"/>
                  <a:pt x="5951924" y="15710687"/>
                </a:cubicBezTo>
                <a:cubicBezTo>
                  <a:pt x="5934386" y="15691496"/>
                  <a:pt x="5935726" y="15661723"/>
                  <a:pt x="5954918" y="15644185"/>
                </a:cubicBezTo>
                <a:cubicBezTo>
                  <a:pt x="5964514" y="15635416"/>
                  <a:pt x="5976756" y="15631368"/>
                  <a:pt x="5988790" y="15631910"/>
                </a:cubicBezTo>
                <a:close/>
                <a:moveTo>
                  <a:pt x="14785334" y="15617735"/>
                </a:moveTo>
                <a:cubicBezTo>
                  <a:pt x="14812304" y="15618949"/>
                  <a:pt x="14838810" y="15630453"/>
                  <a:pt x="14858460" y="15651956"/>
                </a:cubicBezTo>
                <a:cubicBezTo>
                  <a:pt x="14897760" y="15694963"/>
                  <a:pt x="14894756" y="15761686"/>
                  <a:pt x="14851748" y="15800986"/>
                </a:cubicBezTo>
                <a:cubicBezTo>
                  <a:pt x="14808740" y="15840287"/>
                  <a:pt x="14742018" y="15837281"/>
                  <a:pt x="14702718" y="15794275"/>
                </a:cubicBezTo>
                <a:cubicBezTo>
                  <a:pt x="14663418" y="15751267"/>
                  <a:pt x="14666422" y="15684545"/>
                  <a:pt x="14709430" y="15645244"/>
                </a:cubicBezTo>
                <a:cubicBezTo>
                  <a:pt x="14730932" y="15625594"/>
                  <a:pt x="14758366" y="15616520"/>
                  <a:pt x="14785334" y="15617735"/>
                </a:cubicBezTo>
                <a:close/>
                <a:moveTo>
                  <a:pt x="5286276" y="15606296"/>
                </a:moveTo>
                <a:cubicBezTo>
                  <a:pt x="5296772" y="15606769"/>
                  <a:pt x="5307088" y="15611245"/>
                  <a:pt x="5314736" y="15619615"/>
                </a:cubicBezTo>
                <a:cubicBezTo>
                  <a:pt x="5330030" y="15636351"/>
                  <a:pt x="5328860" y="15662319"/>
                  <a:pt x="5312124" y="15677613"/>
                </a:cubicBezTo>
                <a:cubicBezTo>
                  <a:pt x="5295386" y="15692907"/>
                  <a:pt x="5269418" y="15691739"/>
                  <a:pt x="5254124" y="15675002"/>
                </a:cubicBezTo>
                <a:cubicBezTo>
                  <a:pt x="5238828" y="15658264"/>
                  <a:pt x="5239998" y="15632297"/>
                  <a:pt x="5256736" y="15617002"/>
                </a:cubicBezTo>
                <a:cubicBezTo>
                  <a:pt x="5265104" y="15609354"/>
                  <a:pt x="5275780" y="15605823"/>
                  <a:pt x="5286276" y="15606296"/>
                </a:cubicBezTo>
                <a:close/>
                <a:moveTo>
                  <a:pt x="14083092" y="15586110"/>
                </a:moveTo>
                <a:cubicBezTo>
                  <a:pt x="14110060" y="15587325"/>
                  <a:pt x="14136566" y="15598828"/>
                  <a:pt x="14156216" y="15620331"/>
                </a:cubicBezTo>
                <a:cubicBezTo>
                  <a:pt x="14195516" y="15663337"/>
                  <a:pt x="14192512" y="15730060"/>
                  <a:pt x="14149506" y="15769361"/>
                </a:cubicBezTo>
                <a:cubicBezTo>
                  <a:pt x="14106498" y="15808661"/>
                  <a:pt x="14039774" y="15805656"/>
                  <a:pt x="14000476" y="15762649"/>
                </a:cubicBezTo>
                <a:cubicBezTo>
                  <a:pt x="13961174" y="15719642"/>
                  <a:pt x="13964180" y="15652920"/>
                  <a:pt x="14007186" y="15613619"/>
                </a:cubicBezTo>
                <a:cubicBezTo>
                  <a:pt x="14028690" y="15593969"/>
                  <a:pt x="14056122" y="15584895"/>
                  <a:pt x="14083092" y="15586110"/>
                </a:cubicBezTo>
                <a:close/>
                <a:moveTo>
                  <a:pt x="4583786" y="15580223"/>
                </a:moveTo>
                <a:cubicBezTo>
                  <a:pt x="4592860" y="15580632"/>
                  <a:pt x="4601778" y="15584503"/>
                  <a:pt x="4608390" y="15591738"/>
                </a:cubicBezTo>
                <a:cubicBezTo>
                  <a:pt x="4621614" y="15606209"/>
                  <a:pt x="4620604" y="15628660"/>
                  <a:pt x="4606132" y="15641885"/>
                </a:cubicBezTo>
                <a:cubicBezTo>
                  <a:pt x="4591660" y="15655108"/>
                  <a:pt x="4569210" y="15654097"/>
                  <a:pt x="4555986" y="15639625"/>
                </a:cubicBezTo>
                <a:cubicBezTo>
                  <a:pt x="4542762" y="15625154"/>
                  <a:pt x="4543772" y="15602704"/>
                  <a:pt x="4558244" y="15589479"/>
                </a:cubicBezTo>
                <a:cubicBezTo>
                  <a:pt x="4565480" y="15582867"/>
                  <a:pt x="4574710" y="15579814"/>
                  <a:pt x="4583786" y="15580223"/>
                </a:cubicBezTo>
                <a:close/>
                <a:moveTo>
                  <a:pt x="13380674" y="15558334"/>
                </a:moveTo>
                <a:cubicBezTo>
                  <a:pt x="13406658" y="15559504"/>
                  <a:pt x="13432196" y="15570587"/>
                  <a:pt x="13451128" y="15591305"/>
                </a:cubicBezTo>
                <a:cubicBezTo>
                  <a:pt x="13488992" y="15632741"/>
                  <a:pt x="13486098" y="15697028"/>
                  <a:pt x="13444662" y="15734891"/>
                </a:cubicBezTo>
                <a:cubicBezTo>
                  <a:pt x="13403226" y="15772756"/>
                  <a:pt x="13338940" y="15769860"/>
                  <a:pt x="13301074" y="15728425"/>
                </a:cubicBezTo>
                <a:cubicBezTo>
                  <a:pt x="13263210" y="15686989"/>
                  <a:pt x="13266106" y="15622703"/>
                  <a:pt x="13307542" y="15584838"/>
                </a:cubicBezTo>
                <a:cubicBezTo>
                  <a:pt x="13328260" y="15565906"/>
                  <a:pt x="13354690" y="15557164"/>
                  <a:pt x="13380674" y="15558334"/>
                </a:cubicBezTo>
                <a:close/>
                <a:moveTo>
                  <a:pt x="3881276" y="15553951"/>
                </a:moveTo>
                <a:cubicBezTo>
                  <a:pt x="3888974" y="15554297"/>
                  <a:pt x="3896540" y="15557580"/>
                  <a:pt x="3902148" y="15563718"/>
                </a:cubicBezTo>
                <a:cubicBezTo>
                  <a:pt x="3913366" y="15575993"/>
                  <a:pt x="3912508" y="15595039"/>
                  <a:pt x="3900232" y="15606257"/>
                </a:cubicBezTo>
                <a:cubicBezTo>
                  <a:pt x="3887956" y="15617473"/>
                  <a:pt x="3868912" y="15616617"/>
                  <a:pt x="3857694" y="15604341"/>
                </a:cubicBezTo>
                <a:cubicBezTo>
                  <a:pt x="3846476" y="15592065"/>
                  <a:pt x="3847334" y="15573020"/>
                  <a:pt x="3859610" y="15561803"/>
                </a:cubicBezTo>
                <a:cubicBezTo>
                  <a:pt x="3865748" y="15556194"/>
                  <a:pt x="3873578" y="15553604"/>
                  <a:pt x="3881276" y="15553951"/>
                </a:cubicBezTo>
                <a:close/>
                <a:moveTo>
                  <a:pt x="12678206" y="15531213"/>
                </a:moveTo>
                <a:cubicBezTo>
                  <a:pt x="12703042" y="15532332"/>
                  <a:pt x="12727454" y="15542925"/>
                  <a:pt x="12745550" y="15562729"/>
                </a:cubicBezTo>
                <a:cubicBezTo>
                  <a:pt x="12781742" y="15602335"/>
                  <a:pt x="12778974" y="15663785"/>
                  <a:pt x="12739368" y="15699978"/>
                </a:cubicBezTo>
                <a:cubicBezTo>
                  <a:pt x="12699762" y="15736171"/>
                  <a:pt x="12638312" y="15733405"/>
                  <a:pt x="12602118" y="15693797"/>
                </a:cubicBezTo>
                <a:cubicBezTo>
                  <a:pt x="12565926" y="15654190"/>
                  <a:pt x="12568694" y="15592741"/>
                  <a:pt x="12608300" y="15556548"/>
                </a:cubicBezTo>
                <a:cubicBezTo>
                  <a:pt x="12628104" y="15538452"/>
                  <a:pt x="12653368" y="15530095"/>
                  <a:pt x="12678206" y="15531213"/>
                </a:cubicBezTo>
                <a:close/>
                <a:moveTo>
                  <a:pt x="3178832" y="15526805"/>
                </a:moveTo>
                <a:cubicBezTo>
                  <a:pt x="3185384" y="15527100"/>
                  <a:pt x="3191822" y="15529895"/>
                  <a:pt x="3196596" y="15535118"/>
                </a:cubicBezTo>
                <a:cubicBezTo>
                  <a:pt x="3206142" y="15545564"/>
                  <a:pt x="3205412" y="15561772"/>
                  <a:pt x="3194964" y="15571318"/>
                </a:cubicBezTo>
                <a:cubicBezTo>
                  <a:pt x="3184518" y="15580864"/>
                  <a:pt x="3168310" y="15580134"/>
                  <a:pt x="3158764" y="15569690"/>
                </a:cubicBezTo>
                <a:cubicBezTo>
                  <a:pt x="3149218" y="15559241"/>
                  <a:pt x="3149948" y="15543034"/>
                  <a:pt x="3160394" y="15533487"/>
                </a:cubicBezTo>
                <a:cubicBezTo>
                  <a:pt x="3165618" y="15528714"/>
                  <a:pt x="3172280" y="15526510"/>
                  <a:pt x="3178832" y="15526805"/>
                </a:cubicBezTo>
                <a:close/>
                <a:moveTo>
                  <a:pt x="11975646" y="15506671"/>
                </a:moveTo>
                <a:cubicBezTo>
                  <a:pt x="11998670" y="15507708"/>
                  <a:pt x="12021296" y="15517528"/>
                  <a:pt x="12038072" y="15535885"/>
                </a:cubicBezTo>
                <a:cubicBezTo>
                  <a:pt x="12071624" y="15572602"/>
                  <a:pt x="12069060" y="15629566"/>
                  <a:pt x="12032344" y="15663117"/>
                </a:cubicBezTo>
                <a:cubicBezTo>
                  <a:pt x="11995628" y="15696669"/>
                  <a:pt x="11938664" y="15694102"/>
                  <a:pt x="11905114" y="15657386"/>
                </a:cubicBezTo>
                <a:cubicBezTo>
                  <a:pt x="11871562" y="15620670"/>
                  <a:pt x="11874128" y="15563706"/>
                  <a:pt x="11910842" y="15530156"/>
                </a:cubicBezTo>
                <a:cubicBezTo>
                  <a:pt x="11929202" y="15513380"/>
                  <a:pt x="11952622" y="15505633"/>
                  <a:pt x="11975646" y="15506671"/>
                </a:cubicBezTo>
                <a:close/>
                <a:moveTo>
                  <a:pt x="2476300" y="15501219"/>
                </a:moveTo>
                <a:cubicBezTo>
                  <a:pt x="2481312" y="15501446"/>
                  <a:pt x="2486238" y="15503583"/>
                  <a:pt x="2489890" y="15507580"/>
                </a:cubicBezTo>
                <a:cubicBezTo>
                  <a:pt x="2497194" y="15515574"/>
                  <a:pt x="2496636" y="15527976"/>
                  <a:pt x="2488642" y="15535280"/>
                </a:cubicBezTo>
                <a:cubicBezTo>
                  <a:pt x="2480648" y="15542585"/>
                  <a:pt x="2468246" y="15542026"/>
                  <a:pt x="2460942" y="15534032"/>
                </a:cubicBezTo>
                <a:cubicBezTo>
                  <a:pt x="2453638" y="15526039"/>
                  <a:pt x="2454196" y="15513638"/>
                  <a:pt x="2462190" y="15506333"/>
                </a:cubicBezTo>
                <a:cubicBezTo>
                  <a:pt x="2466188" y="15502682"/>
                  <a:pt x="2471286" y="15500994"/>
                  <a:pt x="2476300" y="15501219"/>
                </a:cubicBezTo>
                <a:close/>
                <a:moveTo>
                  <a:pt x="11273160" y="15480422"/>
                </a:moveTo>
                <a:cubicBezTo>
                  <a:pt x="11294808" y="15481397"/>
                  <a:pt x="11316084" y="15490630"/>
                  <a:pt x="11331856" y="15507891"/>
                </a:cubicBezTo>
                <a:cubicBezTo>
                  <a:pt x="11363402" y="15542412"/>
                  <a:pt x="11360990" y="15595968"/>
                  <a:pt x="11326470" y="15627514"/>
                </a:cubicBezTo>
                <a:cubicBezTo>
                  <a:pt x="11291950" y="15659059"/>
                  <a:pt x="11238392" y="15656647"/>
                  <a:pt x="11206846" y="15622126"/>
                </a:cubicBezTo>
                <a:cubicBezTo>
                  <a:pt x="11175300" y="15587605"/>
                  <a:pt x="11177714" y="15534048"/>
                  <a:pt x="11212234" y="15502503"/>
                </a:cubicBezTo>
                <a:cubicBezTo>
                  <a:pt x="11229494" y="15486731"/>
                  <a:pt x="11251514" y="15479447"/>
                  <a:pt x="11273160" y="15480422"/>
                </a:cubicBezTo>
                <a:close/>
                <a:moveTo>
                  <a:pt x="1773810" y="15474971"/>
                </a:moveTo>
                <a:cubicBezTo>
                  <a:pt x="1777446" y="15475134"/>
                  <a:pt x="1781020" y="15476685"/>
                  <a:pt x="1783668" y="15479584"/>
                </a:cubicBezTo>
                <a:cubicBezTo>
                  <a:pt x="1788968" y="15485382"/>
                  <a:pt x="1788562" y="15494377"/>
                  <a:pt x="1782764" y="15499677"/>
                </a:cubicBezTo>
                <a:cubicBezTo>
                  <a:pt x="1776966" y="15504974"/>
                  <a:pt x="1767970" y="15504570"/>
                  <a:pt x="1762672" y="15498772"/>
                </a:cubicBezTo>
                <a:cubicBezTo>
                  <a:pt x="1757372" y="15492972"/>
                  <a:pt x="1757778" y="15483978"/>
                  <a:pt x="1763576" y="15478680"/>
                </a:cubicBezTo>
                <a:cubicBezTo>
                  <a:pt x="1766476" y="15476031"/>
                  <a:pt x="1770174" y="15474807"/>
                  <a:pt x="1773810" y="15474971"/>
                </a:cubicBezTo>
                <a:close/>
                <a:moveTo>
                  <a:pt x="10570676" y="15454176"/>
                </a:moveTo>
                <a:cubicBezTo>
                  <a:pt x="10590946" y="15455088"/>
                  <a:pt x="10610870" y="15463735"/>
                  <a:pt x="10625638" y="15479896"/>
                </a:cubicBezTo>
                <a:cubicBezTo>
                  <a:pt x="10655178" y="15512222"/>
                  <a:pt x="10652920" y="15562374"/>
                  <a:pt x="10620594" y="15591912"/>
                </a:cubicBezTo>
                <a:cubicBezTo>
                  <a:pt x="10588270" y="15621452"/>
                  <a:pt x="10538118" y="15619194"/>
                  <a:pt x="10508578" y="15586869"/>
                </a:cubicBezTo>
                <a:cubicBezTo>
                  <a:pt x="10479040" y="15554544"/>
                  <a:pt x="10481298" y="15504392"/>
                  <a:pt x="10513624" y="15474853"/>
                </a:cubicBezTo>
                <a:cubicBezTo>
                  <a:pt x="10529786" y="15460084"/>
                  <a:pt x="10550406" y="15453263"/>
                  <a:pt x="10570676" y="15454176"/>
                </a:cubicBezTo>
                <a:close/>
                <a:moveTo>
                  <a:pt x="1065080" y="15451152"/>
                </a:moveTo>
                <a:cubicBezTo>
                  <a:pt x="1068612" y="15447924"/>
                  <a:pt x="1074092" y="15448171"/>
                  <a:pt x="1077318" y="15451703"/>
                </a:cubicBezTo>
                <a:cubicBezTo>
                  <a:pt x="1080546" y="15455234"/>
                  <a:pt x="1080298" y="15460714"/>
                  <a:pt x="1076766" y="15463941"/>
                </a:cubicBezTo>
                <a:cubicBezTo>
                  <a:pt x="1073234" y="15467168"/>
                  <a:pt x="1067756" y="15466921"/>
                  <a:pt x="1064528" y="15463390"/>
                </a:cubicBezTo>
                <a:cubicBezTo>
                  <a:pt x="1061302" y="15459858"/>
                  <a:pt x="1061548" y="15454380"/>
                  <a:pt x="1065080" y="15451152"/>
                </a:cubicBezTo>
                <a:close/>
                <a:moveTo>
                  <a:pt x="9868212" y="15427489"/>
                </a:moveTo>
                <a:cubicBezTo>
                  <a:pt x="9887218" y="15428345"/>
                  <a:pt x="9905900" y="15436452"/>
                  <a:pt x="9919748" y="15451606"/>
                </a:cubicBezTo>
                <a:cubicBezTo>
                  <a:pt x="9947446" y="15481916"/>
                  <a:pt x="9945328" y="15528940"/>
                  <a:pt x="9915016" y="15556638"/>
                </a:cubicBezTo>
                <a:cubicBezTo>
                  <a:pt x="9884708" y="15584336"/>
                  <a:pt x="9837684" y="15582218"/>
                  <a:pt x="9809986" y="15551908"/>
                </a:cubicBezTo>
                <a:cubicBezTo>
                  <a:pt x="9782288" y="15521599"/>
                  <a:pt x="9784406" y="15474574"/>
                  <a:pt x="9814716" y="15446877"/>
                </a:cubicBezTo>
                <a:cubicBezTo>
                  <a:pt x="9829872" y="15433028"/>
                  <a:pt x="9849204" y="15426633"/>
                  <a:pt x="9868212" y="15427489"/>
                </a:cubicBezTo>
                <a:close/>
                <a:moveTo>
                  <a:pt x="367502" y="15424629"/>
                </a:moveTo>
                <a:cubicBezTo>
                  <a:pt x="368214" y="15423979"/>
                  <a:pt x="369318" y="15424029"/>
                  <a:pt x="369968" y="15424740"/>
                </a:cubicBezTo>
                <a:cubicBezTo>
                  <a:pt x="370618" y="15425452"/>
                  <a:pt x="370568" y="15426556"/>
                  <a:pt x="369856" y="15427206"/>
                </a:cubicBezTo>
                <a:cubicBezTo>
                  <a:pt x="369144" y="15427858"/>
                  <a:pt x="368040" y="15427808"/>
                  <a:pt x="367390" y="15427096"/>
                </a:cubicBezTo>
                <a:cubicBezTo>
                  <a:pt x="366740" y="15426384"/>
                  <a:pt x="366790" y="15425280"/>
                  <a:pt x="367502" y="15424629"/>
                </a:cubicBezTo>
                <a:close/>
                <a:moveTo>
                  <a:pt x="9165696" y="15401390"/>
                </a:moveTo>
                <a:cubicBezTo>
                  <a:pt x="9183282" y="15402182"/>
                  <a:pt x="9200566" y="15409682"/>
                  <a:pt x="9213378" y="15423704"/>
                </a:cubicBezTo>
                <a:cubicBezTo>
                  <a:pt x="9239004" y="15451747"/>
                  <a:pt x="9237044" y="15495255"/>
                  <a:pt x="9209000" y="15520882"/>
                </a:cubicBezTo>
                <a:cubicBezTo>
                  <a:pt x="9180958" y="15546508"/>
                  <a:pt x="9137450" y="15544548"/>
                  <a:pt x="9111824" y="15516505"/>
                </a:cubicBezTo>
                <a:cubicBezTo>
                  <a:pt x="9086198" y="15488462"/>
                  <a:pt x="9088156" y="15444954"/>
                  <a:pt x="9116200" y="15419328"/>
                </a:cubicBezTo>
                <a:cubicBezTo>
                  <a:pt x="9130222" y="15406515"/>
                  <a:pt x="9148110" y="15400598"/>
                  <a:pt x="9165696" y="15401390"/>
                </a:cubicBezTo>
                <a:close/>
                <a:moveTo>
                  <a:pt x="17259018" y="15377330"/>
                </a:moveTo>
                <a:cubicBezTo>
                  <a:pt x="17285986" y="15378546"/>
                  <a:pt x="17312490" y="15390049"/>
                  <a:pt x="17332142" y="15411552"/>
                </a:cubicBezTo>
                <a:cubicBezTo>
                  <a:pt x="17371446" y="15454559"/>
                  <a:pt x="17368438" y="15521282"/>
                  <a:pt x="17325430" y="15560582"/>
                </a:cubicBezTo>
                <a:cubicBezTo>
                  <a:pt x="17282426" y="15599883"/>
                  <a:pt x="17215702" y="15596878"/>
                  <a:pt x="17176402" y="15553871"/>
                </a:cubicBezTo>
                <a:cubicBezTo>
                  <a:pt x="17137102" y="15510863"/>
                  <a:pt x="17140106" y="15444140"/>
                  <a:pt x="17183114" y="15404840"/>
                </a:cubicBezTo>
                <a:cubicBezTo>
                  <a:pt x="17204618" y="15385190"/>
                  <a:pt x="17232050" y="15376116"/>
                  <a:pt x="17259018" y="15377330"/>
                </a:cubicBezTo>
                <a:close/>
                <a:moveTo>
                  <a:pt x="8463210" y="15375144"/>
                </a:moveTo>
                <a:cubicBezTo>
                  <a:pt x="8479420" y="15375874"/>
                  <a:pt x="8495350" y="15382788"/>
                  <a:pt x="8507160" y="15395712"/>
                </a:cubicBezTo>
                <a:cubicBezTo>
                  <a:pt x="8530780" y="15421560"/>
                  <a:pt x="8528974" y="15461661"/>
                  <a:pt x="8503126" y="15485281"/>
                </a:cubicBezTo>
                <a:cubicBezTo>
                  <a:pt x="8477278" y="15508901"/>
                  <a:pt x="8437176" y="15507095"/>
                  <a:pt x="8413556" y="15481248"/>
                </a:cubicBezTo>
                <a:cubicBezTo>
                  <a:pt x="8389936" y="15455400"/>
                  <a:pt x="8391742" y="15415298"/>
                  <a:pt x="8417590" y="15391678"/>
                </a:cubicBezTo>
                <a:cubicBezTo>
                  <a:pt x="8430514" y="15379867"/>
                  <a:pt x="8447002" y="15374414"/>
                  <a:pt x="8463210" y="15375144"/>
                </a:cubicBezTo>
                <a:close/>
                <a:moveTo>
                  <a:pt x="7760692" y="15349095"/>
                </a:moveTo>
                <a:cubicBezTo>
                  <a:pt x="7775480" y="15349761"/>
                  <a:pt x="7790014" y="15356069"/>
                  <a:pt x="7800788" y="15367859"/>
                </a:cubicBezTo>
                <a:cubicBezTo>
                  <a:pt x="7822336" y="15391440"/>
                  <a:pt x="7820690" y="15428026"/>
                  <a:pt x="7797108" y="15449575"/>
                </a:cubicBezTo>
                <a:cubicBezTo>
                  <a:pt x="7773526" y="15471124"/>
                  <a:pt x="7736940" y="15469476"/>
                  <a:pt x="7715392" y="15445895"/>
                </a:cubicBezTo>
                <a:cubicBezTo>
                  <a:pt x="7693842" y="15422314"/>
                  <a:pt x="7695490" y="15385728"/>
                  <a:pt x="7719072" y="15364178"/>
                </a:cubicBezTo>
                <a:cubicBezTo>
                  <a:pt x="7730862" y="15353404"/>
                  <a:pt x="7745904" y="15348429"/>
                  <a:pt x="7760692" y="15349095"/>
                </a:cubicBezTo>
                <a:close/>
                <a:moveTo>
                  <a:pt x="16556778" y="15345706"/>
                </a:moveTo>
                <a:cubicBezTo>
                  <a:pt x="16583746" y="15346921"/>
                  <a:pt x="16610250" y="15358424"/>
                  <a:pt x="16629902" y="15379927"/>
                </a:cubicBezTo>
                <a:cubicBezTo>
                  <a:pt x="16669202" y="15422934"/>
                  <a:pt x="16666198" y="15489656"/>
                  <a:pt x="16623190" y="15528957"/>
                </a:cubicBezTo>
                <a:cubicBezTo>
                  <a:pt x="16580182" y="15568257"/>
                  <a:pt x="16513458" y="15565252"/>
                  <a:pt x="16474158" y="15522245"/>
                </a:cubicBezTo>
                <a:cubicBezTo>
                  <a:pt x="16434858" y="15479238"/>
                  <a:pt x="16437862" y="15412516"/>
                  <a:pt x="16480870" y="15373216"/>
                </a:cubicBezTo>
                <a:cubicBezTo>
                  <a:pt x="16502374" y="15353565"/>
                  <a:pt x="16529806" y="15344491"/>
                  <a:pt x="16556778" y="15345706"/>
                </a:cubicBezTo>
                <a:close/>
                <a:moveTo>
                  <a:pt x="7058208" y="15322849"/>
                </a:moveTo>
                <a:cubicBezTo>
                  <a:pt x="7071620" y="15323453"/>
                  <a:pt x="7084800" y="15329173"/>
                  <a:pt x="7094572" y="15339866"/>
                </a:cubicBezTo>
                <a:cubicBezTo>
                  <a:pt x="7114114" y="15361252"/>
                  <a:pt x="7112620" y="15394431"/>
                  <a:pt x="7091234" y="15413974"/>
                </a:cubicBezTo>
                <a:cubicBezTo>
                  <a:pt x="7069846" y="15433517"/>
                  <a:pt x="7036668" y="15432022"/>
                  <a:pt x="7017124" y="15410636"/>
                </a:cubicBezTo>
                <a:cubicBezTo>
                  <a:pt x="6997582" y="15389251"/>
                  <a:pt x="6999076" y="15356072"/>
                  <a:pt x="7020462" y="15336528"/>
                </a:cubicBezTo>
                <a:cubicBezTo>
                  <a:pt x="7031156" y="15326756"/>
                  <a:pt x="7044798" y="15322245"/>
                  <a:pt x="7058208" y="15322849"/>
                </a:cubicBezTo>
                <a:close/>
                <a:moveTo>
                  <a:pt x="15854534" y="15314079"/>
                </a:moveTo>
                <a:cubicBezTo>
                  <a:pt x="15881502" y="15315294"/>
                  <a:pt x="15908006" y="15326797"/>
                  <a:pt x="15927658" y="15348301"/>
                </a:cubicBezTo>
                <a:cubicBezTo>
                  <a:pt x="15966962" y="15391307"/>
                  <a:pt x="15963954" y="15458030"/>
                  <a:pt x="15920946" y="15497330"/>
                </a:cubicBezTo>
                <a:cubicBezTo>
                  <a:pt x="15877942" y="15536631"/>
                  <a:pt x="15811218" y="15533626"/>
                  <a:pt x="15771918" y="15490619"/>
                </a:cubicBezTo>
                <a:cubicBezTo>
                  <a:pt x="15732618" y="15447611"/>
                  <a:pt x="15735622" y="15380889"/>
                  <a:pt x="15778630" y="15341588"/>
                </a:cubicBezTo>
                <a:cubicBezTo>
                  <a:pt x="15800134" y="15321938"/>
                  <a:pt x="15827566" y="15312864"/>
                  <a:pt x="15854534" y="15314079"/>
                </a:cubicBezTo>
                <a:close/>
                <a:moveTo>
                  <a:pt x="6355696" y="15297234"/>
                </a:moveTo>
                <a:cubicBezTo>
                  <a:pt x="6367568" y="15297769"/>
                  <a:pt x="6379236" y="15302833"/>
                  <a:pt x="6387886" y="15312299"/>
                </a:cubicBezTo>
                <a:cubicBezTo>
                  <a:pt x="6405188" y="15331231"/>
                  <a:pt x="6403864" y="15360604"/>
                  <a:pt x="6384932" y="15377905"/>
                </a:cubicBezTo>
                <a:cubicBezTo>
                  <a:pt x="6366000" y="15395206"/>
                  <a:pt x="6336626" y="15393884"/>
                  <a:pt x="6319324" y="15374951"/>
                </a:cubicBezTo>
                <a:cubicBezTo>
                  <a:pt x="6302024" y="15356018"/>
                  <a:pt x="6303346" y="15326646"/>
                  <a:pt x="6322280" y="15309344"/>
                </a:cubicBezTo>
                <a:cubicBezTo>
                  <a:pt x="6331746" y="15300694"/>
                  <a:pt x="6343822" y="15296699"/>
                  <a:pt x="6355696" y="15297234"/>
                </a:cubicBezTo>
                <a:close/>
                <a:moveTo>
                  <a:pt x="15152266" y="15282428"/>
                </a:moveTo>
                <a:cubicBezTo>
                  <a:pt x="15179234" y="15283642"/>
                  <a:pt x="15205738" y="15295145"/>
                  <a:pt x="15225390" y="15316649"/>
                </a:cubicBezTo>
                <a:cubicBezTo>
                  <a:pt x="15264690" y="15359655"/>
                  <a:pt x="15261686" y="15426378"/>
                  <a:pt x="15218682" y="15465680"/>
                </a:cubicBezTo>
                <a:cubicBezTo>
                  <a:pt x="15175674" y="15504979"/>
                  <a:pt x="15108950" y="15501974"/>
                  <a:pt x="15069650" y="15458967"/>
                </a:cubicBezTo>
                <a:cubicBezTo>
                  <a:pt x="15030350" y="15415960"/>
                  <a:pt x="15033354" y="15349238"/>
                  <a:pt x="15076362" y="15309937"/>
                </a:cubicBezTo>
                <a:cubicBezTo>
                  <a:pt x="15097866" y="15290287"/>
                  <a:pt x="15125298" y="15281213"/>
                  <a:pt x="15152266" y="15282428"/>
                </a:cubicBezTo>
                <a:close/>
                <a:moveTo>
                  <a:pt x="5653210" y="15270988"/>
                </a:moveTo>
                <a:cubicBezTo>
                  <a:pt x="5663706" y="15271460"/>
                  <a:pt x="5674022" y="15275936"/>
                  <a:pt x="5681670" y="15284306"/>
                </a:cubicBezTo>
                <a:cubicBezTo>
                  <a:pt x="5696964" y="15301043"/>
                  <a:pt x="5695794" y="15327010"/>
                  <a:pt x="5679058" y="15342305"/>
                </a:cubicBezTo>
                <a:cubicBezTo>
                  <a:pt x="5662320" y="15357600"/>
                  <a:pt x="5636352" y="15356430"/>
                  <a:pt x="5621058" y="15339693"/>
                </a:cubicBezTo>
                <a:cubicBezTo>
                  <a:pt x="5605764" y="15322956"/>
                  <a:pt x="5606932" y="15296988"/>
                  <a:pt x="5623670" y="15281693"/>
                </a:cubicBezTo>
                <a:cubicBezTo>
                  <a:pt x="5632040" y="15274046"/>
                  <a:pt x="5642716" y="15270515"/>
                  <a:pt x="5653210" y="15270988"/>
                </a:cubicBezTo>
                <a:close/>
                <a:moveTo>
                  <a:pt x="14450026" y="15250801"/>
                </a:moveTo>
                <a:cubicBezTo>
                  <a:pt x="14476996" y="15252016"/>
                  <a:pt x="14503502" y="15263519"/>
                  <a:pt x="14523152" y="15285022"/>
                </a:cubicBezTo>
                <a:cubicBezTo>
                  <a:pt x="14562452" y="15328029"/>
                  <a:pt x="14559448" y="15394752"/>
                  <a:pt x="14516440" y="15434051"/>
                </a:cubicBezTo>
                <a:cubicBezTo>
                  <a:pt x="14473432" y="15473353"/>
                  <a:pt x="14406710" y="15470347"/>
                  <a:pt x="14367410" y="15427341"/>
                </a:cubicBezTo>
                <a:cubicBezTo>
                  <a:pt x="14328110" y="15384333"/>
                  <a:pt x="14331114" y="15317611"/>
                  <a:pt x="14374122" y="15278310"/>
                </a:cubicBezTo>
                <a:cubicBezTo>
                  <a:pt x="14395624" y="15258661"/>
                  <a:pt x="14423058" y="15249587"/>
                  <a:pt x="14450026" y="15250801"/>
                </a:cubicBezTo>
                <a:close/>
                <a:moveTo>
                  <a:pt x="4950720" y="15244913"/>
                </a:moveTo>
                <a:cubicBezTo>
                  <a:pt x="4959794" y="15245323"/>
                  <a:pt x="4968712" y="15249194"/>
                  <a:pt x="4975324" y="15256430"/>
                </a:cubicBezTo>
                <a:cubicBezTo>
                  <a:pt x="4988548" y="15270900"/>
                  <a:pt x="4987536" y="15293351"/>
                  <a:pt x="4973066" y="15306575"/>
                </a:cubicBezTo>
                <a:cubicBezTo>
                  <a:pt x="4958594" y="15319798"/>
                  <a:pt x="4936144" y="15318788"/>
                  <a:pt x="4922920" y="15304317"/>
                </a:cubicBezTo>
                <a:cubicBezTo>
                  <a:pt x="4909696" y="15289846"/>
                  <a:pt x="4910706" y="15267395"/>
                  <a:pt x="4925178" y="15254171"/>
                </a:cubicBezTo>
                <a:cubicBezTo>
                  <a:pt x="4932414" y="15247559"/>
                  <a:pt x="4941644" y="15244506"/>
                  <a:pt x="4950720" y="15244913"/>
                </a:cubicBezTo>
                <a:close/>
                <a:moveTo>
                  <a:pt x="13747608" y="15223025"/>
                </a:moveTo>
                <a:cubicBezTo>
                  <a:pt x="13773592" y="15224194"/>
                  <a:pt x="13799130" y="15235278"/>
                  <a:pt x="13818062" y="15255996"/>
                </a:cubicBezTo>
                <a:cubicBezTo>
                  <a:pt x="13855928" y="15297432"/>
                  <a:pt x="13853032" y="15361718"/>
                  <a:pt x="13811596" y="15399583"/>
                </a:cubicBezTo>
                <a:cubicBezTo>
                  <a:pt x="13770160" y="15437447"/>
                  <a:pt x="13705874" y="15434551"/>
                  <a:pt x="13668010" y="15393114"/>
                </a:cubicBezTo>
                <a:cubicBezTo>
                  <a:pt x="13630146" y="15351679"/>
                  <a:pt x="13633040" y="15287394"/>
                  <a:pt x="13674476" y="15249529"/>
                </a:cubicBezTo>
                <a:cubicBezTo>
                  <a:pt x="13695194" y="15230597"/>
                  <a:pt x="13721624" y="15221855"/>
                  <a:pt x="13747608" y="15223025"/>
                </a:cubicBezTo>
                <a:close/>
                <a:moveTo>
                  <a:pt x="4248210" y="15218642"/>
                </a:moveTo>
                <a:cubicBezTo>
                  <a:pt x="4255908" y="15218990"/>
                  <a:pt x="4263474" y="15222272"/>
                  <a:pt x="4269082" y="15228410"/>
                </a:cubicBezTo>
                <a:cubicBezTo>
                  <a:pt x="4280300" y="15240685"/>
                  <a:pt x="4279442" y="15259731"/>
                  <a:pt x="4267166" y="15270949"/>
                </a:cubicBezTo>
                <a:cubicBezTo>
                  <a:pt x="4254890" y="15282166"/>
                  <a:pt x="4235846" y="15281309"/>
                  <a:pt x="4224628" y="15269033"/>
                </a:cubicBezTo>
                <a:cubicBezTo>
                  <a:pt x="4213410" y="15256757"/>
                  <a:pt x="4214268" y="15237712"/>
                  <a:pt x="4226544" y="15226495"/>
                </a:cubicBezTo>
                <a:cubicBezTo>
                  <a:pt x="4232682" y="15220886"/>
                  <a:pt x="4240512" y="15218295"/>
                  <a:pt x="4248210" y="15218642"/>
                </a:cubicBezTo>
                <a:close/>
                <a:moveTo>
                  <a:pt x="13045118" y="15196950"/>
                </a:moveTo>
                <a:cubicBezTo>
                  <a:pt x="13069680" y="15198057"/>
                  <a:pt x="13093820" y="15208535"/>
                  <a:pt x="13111718" y="15228120"/>
                </a:cubicBezTo>
                <a:cubicBezTo>
                  <a:pt x="13147512" y="15267289"/>
                  <a:pt x="13144774" y="15328060"/>
                  <a:pt x="13105606" y="15363852"/>
                </a:cubicBezTo>
                <a:cubicBezTo>
                  <a:pt x="13066436" y="15399646"/>
                  <a:pt x="13005668" y="15396908"/>
                  <a:pt x="12969874" y="15357738"/>
                </a:cubicBezTo>
                <a:cubicBezTo>
                  <a:pt x="12934080" y="15318569"/>
                  <a:pt x="12936818" y="15257798"/>
                  <a:pt x="12975986" y="15222006"/>
                </a:cubicBezTo>
                <a:cubicBezTo>
                  <a:pt x="12995572" y="15204109"/>
                  <a:pt x="13020556" y="15195845"/>
                  <a:pt x="13045118" y="15196950"/>
                </a:cubicBezTo>
                <a:close/>
                <a:moveTo>
                  <a:pt x="3545744" y="15191955"/>
                </a:moveTo>
                <a:cubicBezTo>
                  <a:pt x="3552178" y="15192245"/>
                  <a:pt x="3558502" y="15194989"/>
                  <a:pt x="3563190" y="15200118"/>
                </a:cubicBezTo>
                <a:cubicBezTo>
                  <a:pt x="3572566" y="15210379"/>
                  <a:pt x="3571848" y="15226297"/>
                  <a:pt x="3561588" y="15235673"/>
                </a:cubicBezTo>
                <a:cubicBezTo>
                  <a:pt x="3551328" y="15245048"/>
                  <a:pt x="3535410" y="15244332"/>
                  <a:pt x="3526036" y="15234071"/>
                </a:cubicBezTo>
                <a:cubicBezTo>
                  <a:pt x="3516660" y="15223813"/>
                  <a:pt x="3517376" y="15207894"/>
                  <a:pt x="3527636" y="15198518"/>
                </a:cubicBezTo>
                <a:cubicBezTo>
                  <a:pt x="3532766" y="15193831"/>
                  <a:pt x="3539310" y="15191666"/>
                  <a:pt x="3545744" y="15191955"/>
                </a:cubicBezTo>
                <a:close/>
                <a:moveTo>
                  <a:pt x="12342580" y="15171361"/>
                </a:moveTo>
                <a:cubicBezTo>
                  <a:pt x="12365604" y="15172398"/>
                  <a:pt x="12388232" y="15182219"/>
                  <a:pt x="12405008" y="15200577"/>
                </a:cubicBezTo>
                <a:cubicBezTo>
                  <a:pt x="12438560" y="15237293"/>
                  <a:pt x="12435994" y="15294258"/>
                  <a:pt x="12399278" y="15327808"/>
                </a:cubicBezTo>
                <a:cubicBezTo>
                  <a:pt x="12362562" y="15361361"/>
                  <a:pt x="12305600" y="15358793"/>
                  <a:pt x="12272048" y="15322077"/>
                </a:cubicBezTo>
                <a:cubicBezTo>
                  <a:pt x="12238496" y="15285361"/>
                  <a:pt x="12241062" y="15228398"/>
                  <a:pt x="12277778" y="15194846"/>
                </a:cubicBezTo>
                <a:cubicBezTo>
                  <a:pt x="12296136" y="15178071"/>
                  <a:pt x="12319556" y="15170324"/>
                  <a:pt x="12342580" y="15171361"/>
                </a:cubicBezTo>
                <a:close/>
                <a:moveTo>
                  <a:pt x="2843258" y="15165888"/>
                </a:moveTo>
                <a:cubicBezTo>
                  <a:pt x="2848272" y="15166114"/>
                  <a:pt x="2853198" y="15168252"/>
                  <a:pt x="2856850" y="15172248"/>
                </a:cubicBezTo>
                <a:cubicBezTo>
                  <a:pt x="2864154" y="15180242"/>
                  <a:pt x="2863596" y="15192644"/>
                  <a:pt x="2855602" y="15199948"/>
                </a:cubicBezTo>
                <a:cubicBezTo>
                  <a:pt x="2847608" y="15207253"/>
                  <a:pt x="2835206" y="15206694"/>
                  <a:pt x="2827902" y="15198700"/>
                </a:cubicBezTo>
                <a:cubicBezTo>
                  <a:pt x="2820598" y="15190707"/>
                  <a:pt x="2821156" y="15178306"/>
                  <a:pt x="2829150" y="15171001"/>
                </a:cubicBezTo>
                <a:cubicBezTo>
                  <a:pt x="2833148" y="15167349"/>
                  <a:pt x="2838246" y="15165663"/>
                  <a:pt x="2843258" y="15165888"/>
                </a:cubicBezTo>
                <a:close/>
                <a:moveTo>
                  <a:pt x="11640094" y="15145115"/>
                </a:moveTo>
                <a:cubicBezTo>
                  <a:pt x="11661742" y="15146090"/>
                  <a:pt x="11683018" y="15155323"/>
                  <a:pt x="11698790" y="15172584"/>
                </a:cubicBezTo>
                <a:cubicBezTo>
                  <a:pt x="11730336" y="15207105"/>
                  <a:pt x="11727924" y="15260661"/>
                  <a:pt x="11693402" y="15292206"/>
                </a:cubicBezTo>
                <a:cubicBezTo>
                  <a:pt x="11658882" y="15323751"/>
                  <a:pt x="11605326" y="15321339"/>
                  <a:pt x="11573780" y="15286818"/>
                </a:cubicBezTo>
                <a:cubicBezTo>
                  <a:pt x="11542234" y="15252297"/>
                  <a:pt x="11544646" y="15198741"/>
                  <a:pt x="11579168" y="15167196"/>
                </a:cubicBezTo>
                <a:cubicBezTo>
                  <a:pt x="11596428" y="15151423"/>
                  <a:pt x="11618448" y="15144140"/>
                  <a:pt x="11640094" y="15145115"/>
                </a:cubicBezTo>
                <a:close/>
                <a:moveTo>
                  <a:pt x="2140744" y="15139663"/>
                </a:moveTo>
                <a:cubicBezTo>
                  <a:pt x="2144382" y="15139826"/>
                  <a:pt x="2147956" y="15141377"/>
                  <a:pt x="2150604" y="15144276"/>
                </a:cubicBezTo>
                <a:cubicBezTo>
                  <a:pt x="2155902" y="15150074"/>
                  <a:pt x="2155498" y="15159069"/>
                  <a:pt x="2149698" y="15164369"/>
                </a:cubicBezTo>
                <a:cubicBezTo>
                  <a:pt x="2143900" y="15169666"/>
                  <a:pt x="2134906" y="15169262"/>
                  <a:pt x="2129606" y="15163463"/>
                </a:cubicBezTo>
                <a:cubicBezTo>
                  <a:pt x="2124308" y="15157665"/>
                  <a:pt x="2124712" y="15148670"/>
                  <a:pt x="2130512" y="15143372"/>
                </a:cubicBezTo>
                <a:cubicBezTo>
                  <a:pt x="2133410" y="15140723"/>
                  <a:pt x="2137108" y="15139499"/>
                  <a:pt x="2140744" y="15139663"/>
                </a:cubicBezTo>
                <a:close/>
                <a:moveTo>
                  <a:pt x="10937610" y="15118867"/>
                </a:moveTo>
                <a:cubicBezTo>
                  <a:pt x="10957880" y="15119780"/>
                  <a:pt x="10977804" y="15128426"/>
                  <a:pt x="10992572" y="15144589"/>
                </a:cubicBezTo>
                <a:cubicBezTo>
                  <a:pt x="11022112" y="15176914"/>
                  <a:pt x="11019854" y="15227066"/>
                  <a:pt x="10987528" y="15256605"/>
                </a:cubicBezTo>
                <a:cubicBezTo>
                  <a:pt x="10955204" y="15286144"/>
                  <a:pt x="10905052" y="15283885"/>
                  <a:pt x="10875514" y="15251560"/>
                </a:cubicBezTo>
                <a:cubicBezTo>
                  <a:pt x="10845974" y="15219235"/>
                  <a:pt x="10848232" y="15169082"/>
                  <a:pt x="10880558" y="15139544"/>
                </a:cubicBezTo>
                <a:cubicBezTo>
                  <a:pt x="10896720" y="15124774"/>
                  <a:pt x="10917340" y="15117954"/>
                  <a:pt x="10937610" y="15118867"/>
                </a:cubicBezTo>
                <a:close/>
                <a:moveTo>
                  <a:pt x="1432016" y="15115844"/>
                </a:moveTo>
                <a:cubicBezTo>
                  <a:pt x="1435546" y="15112617"/>
                  <a:pt x="1441026" y="15112863"/>
                  <a:pt x="1444254" y="15116395"/>
                </a:cubicBezTo>
                <a:cubicBezTo>
                  <a:pt x="1447480" y="15119926"/>
                  <a:pt x="1447234" y="15125406"/>
                  <a:pt x="1443702" y="15128633"/>
                </a:cubicBezTo>
                <a:cubicBezTo>
                  <a:pt x="1440170" y="15131860"/>
                  <a:pt x="1434692" y="15131612"/>
                  <a:pt x="1431464" y="15128082"/>
                </a:cubicBezTo>
                <a:cubicBezTo>
                  <a:pt x="1428236" y="15124550"/>
                  <a:pt x="1428484" y="15119072"/>
                  <a:pt x="1432016" y="15115844"/>
                </a:cubicBezTo>
                <a:close/>
                <a:moveTo>
                  <a:pt x="10235166" y="15091723"/>
                </a:moveTo>
                <a:cubicBezTo>
                  <a:pt x="10254290" y="15092584"/>
                  <a:pt x="10273086" y="15100741"/>
                  <a:pt x="10287020" y="15115989"/>
                </a:cubicBezTo>
                <a:cubicBezTo>
                  <a:pt x="10314888" y="15146486"/>
                  <a:pt x="10312758" y="15193800"/>
                  <a:pt x="10282260" y="15221669"/>
                </a:cubicBezTo>
                <a:cubicBezTo>
                  <a:pt x="10251764" y="15249536"/>
                  <a:pt x="10204450" y="15247406"/>
                  <a:pt x="10176582" y="15216910"/>
                </a:cubicBezTo>
                <a:cubicBezTo>
                  <a:pt x="10148712" y="15186413"/>
                  <a:pt x="10150844" y="15139098"/>
                  <a:pt x="10181342" y="15111230"/>
                </a:cubicBezTo>
                <a:cubicBezTo>
                  <a:pt x="10196590" y="15097297"/>
                  <a:pt x="10216042" y="15090862"/>
                  <a:pt x="10235166" y="15091723"/>
                </a:cubicBezTo>
                <a:close/>
                <a:moveTo>
                  <a:pt x="734436" y="15089322"/>
                </a:moveTo>
                <a:cubicBezTo>
                  <a:pt x="735148" y="15088671"/>
                  <a:pt x="736252" y="15088721"/>
                  <a:pt x="736902" y="15089432"/>
                </a:cubicBezTo>
                <a:cubicBezTo>
                  <a:pt x="737552" y="15090144"/>
                  <a:pt x="737502" y="15091248"/>
                  <a:pt x="736790" y="15091899"/>
                </a:cubicBezTo>
                <a:cubicBezTo>
                  <a:pt x="736078" y="15092549"/>
                  <a:pt x="734974" y="15092500"/>
                  <a:pt x="734324" y="15091789"/>
                </a:cubicBezTo>
                <a:cubicBezTo>
                  <a:pt x="733674" y="15091075"/>
                  <a:pt x="733724" y="15089972"/>
                  <a:pt x="734436" y="15089322"/>
                </a:cubicBezTo>
                <a:close/>
                <a:moveTo>
                  <a:pt x="9532630" y="15066081"/>
                </a:moveTo>
                <a:cubicBezTo>
                  <a:pt x="9550216" y="15066874"/>
                  <a:pt x="9567500" y="15074375"/>
                  <a:pt x="9580312" y="15088396"/>
                </a:cubicBezTo>
                <a:cubicBezTo>
                  <a:pt x="9605938" y="15116439"/>
                  <a:pt x="9603978" y="15159947"/>
                  <a:pt x="9575934" y="15185574"/>
                </a:cubicBezTo>
                <a:cubicBezTo>
                  <a:pt x="9547892" y="15211199"/>
                  <a:pt x="9504384" y="15209240"/>
                  <a:pt x="9478758" y="15181197"/>
                </a:cubicBezTo>
                <a:cubicBezTo>
                  <a:pt x="9453132" y="15153154"/>
                  <a:pt x="9455090" y="15109647"/>
                  <a:pt x="9483134" y="15084020"/>
                </a:cubicBezTo>
                <a:cubicBezTo>
                  <a:pt x="9497156" y="15071207"/>
                  <a:pt x="9515044" y="15065290"/>
                  <a:pt x="9532630" y="15066081"/>
                </a:cubicBezTo>
                <a:close/>
                <a:moveTo>
                  <a:pt x="8830138" y="15040011"/>
                </a:moveTo>
                <a:cubicBezTo>
                  <a:pt x="8846302" y="15040738"/>
                  <a:pt x="8862190" y="15047632"/>
                  <a:pt x="8873966" y="15060521"/>
                </a:cubicBezTo>
                <a:cubicBezTo>
                  <a:pt x="8897522" y="15086298"/>
                  <a:pt x="8895720" y="15126289"/>
                  <a:pt x="8869944" y="15149845"/>
                </a:cubicBezTo>
                <a:cubicBezTo>
                  <a:pt x="8844166" y="15173399"/>
                  <a:pt x="8804174" y="15171599"/>
                  <a:pt x="8780620" y="15145822"/>
                </a:cubicBezTo>
                <a:cubicBezTo>
                  <a:pt x="8757066" y="15120046"/>
                  <a:pt x="8758866" y="15080054"/>
                  <a:pt x="8784642" y="15056499"/>
                </a:cubicBezTo>
                <a:cubicBezTo>
                  <a:pt x="8797532" y="15044721"/>
                  <a:pt x="8813974" y="15039283"/>
                  <a:pt x="8830138" y="15040011"/>
                </a:cubicBezTo>
                <a:close/>
                <a:moveTo>
                  <a:pt x="8127660" y="15013589"/>
                </a:moveTo>
                <a:cubicBezTo>
                  <a:pt x="8142492" y="15014257"/>
                  <a:pt x="8157070" y="15020582"/>
                  <a:pt x="8167876" y="15032410"/>
                </a:cubicBezTo>
                <a:cubicBezTo>
                  <a:pt x="8189490" y="15056062"/>
                  <a:pt x="8187838" y="15092758"/>
                  <a:pt x="8164186" y="15114372"/>
                </a:cubicBezTo>
                <a:cubicBezTo>
                  <a:pt x="8140532" y="15135986"/>
                  <a:pt x="8103836" y="15134333"/>
                  <a:pt x="8082222" y="15110680"/>
                </a:cubicBezTo>
                <a:cubicBezTo>
                  <a:pt x="8060608" y="15087028"/>
                  <a:pt x="8062260" y="15050333"/>
                  <a:pt x="8085914" y="15028718"/>
                </a:cubicBezTo>
                <a:cubicBezTo>
                  <a:pt x="8097740" y="15017912"/>
                  <a:pt x="8112828" y="15012921"/>
                  <a:pt x="8127660" y="15013589"/>
                </a:cubicBezTo>
                <a:close/>
                <a:moveTo>
                  <a:pt x="16923710" y="15010397"/>
                </a:moveTo>
                <a:cubicBezTo>
                  <a:pt x="16950678" y="15011612"/>
                  <a:pt x="16977182" y="15023116"/>
                  <a:pt x="16996834" y="15044618"/>
                </a:cubicBezTo>
                <a:cubicBezTo>
                  <a:pt x="17036138" y="15087625"/>
                  <a:pt x="17033130" y="15154348"/>
                  <a:pt x="16990122" y="15193648"/>
                </a:cubicBezTo>
                <a:cubicBezTo>
                  <a:pt x="16947118" y="15232949"/>
                  <a:pt x="16880394" y="15229944"/>
                  <a:pt x="16841094" y="15186937"/>
                </a:cubicBezTo>
                <a:cubicBezTo>
                  <a:pt x="16801794" y="15143929"/>
                  <a:pt x="16804798" y="15077207"/>
                  <a:pt x="16847806" y="15037906"/>
                </a:cubicBezTo>
                <a:cubicBezTo>
                  <a:pt x="16869310" y="15018256"/>
                  <a:pt x="16896742" y="15009182"/>
                  <a:pt x="16923710" y="15010397"/>
                </a:cubicBezTo>
                <a:close/>
                <a:moveTo>
                  <a:pt x="7425144" y="14987540"/>
                </a:moveTo>
                <a:cubicBezTo>
                  <a:pt x="7438554" y="14988144"/>
                  <a:pt x="7451736" y="14993864"/>
                  <a:pt x="7461506" y="15004557"/>
                </a:cubicBezTo>
                <a:cubicBezTo>
                  <a:pt x="7481048" y="15025943"/>
                  <a:pt x="7479554" y="15059122"/>
                  <a:pt x="7458168" y="15078665"/>
                </a:cubicBezTo>
                <a:cubicBezTo>
                  <a:pt x="7436782" y="15098208"/>
                  <a:pt x="7403602" y="15096714"/>
                  <a:pt x="7384060" y="15075328"/>
                </a:cubicBezTo>
                <a:cubicBezTo>
                  <a:pt x="7364518" y="15053942"/>
                  <a:pt x="7366012" y="15020763"/>
                  <a:pt x="7387398" y="15001219"/>
                </a:cubicBezTo>
                <a:cubicBezTo>
                  <a:pt x="7398092" y="14991448"/>
                  <a:pt x="7411732" y="14986936"/>
                  <a:pt x="7425144" y="14987540"/>
                </a:cubicBezTo>
                <a:close/>
                <a:moveTo>
                  <a:pt x="16221470" y="14978772"/>
                </a:moveTo>
                <a:cubicBezTo>
                  <a:pt x="16248438" y="14979987"/>
                  <a:pt x="16274946" y="14991490"/>
                  <a:pt x="16294594" y="15012993"/>
                </a:cubicBezTo>
                <a:cubicBezTo>
                  <a:pt x="16333894" y="15056001"/>
                  <a:pt x="16330890" y="15122721"/>
                  <a:pt x="16287882" y="15162023"/>
                </a:cubicBezTo>
                <a:cubicBezTo>
                  <a:pt x="16244874" y="15201323"/>
                  <a:pt x="16178150" y="15198318"/>
                  <a:pt x="16138850" y="15155311"/>
                </a:cubicBezTo>
                <a:cubicBezTo>
                  <a:pt x="16099550" y="15112304"/>
                  <a:pt x="16102554" y="15045582"/>
                  <a:pt x="16145562" y="15006281"/>
                </a:cubicBezTo>
                <a:cubicBezTo>
                  <a:pt x="16167066" y="14986631"/>
                  <a:pt x="16194498" y="14977557"/>
                  <a:pt x="16221470" y="14978772"/>
                </a:cubicBezTo>
                <a:close/>
                <a:moveTo>
                  <a:pt x="6722638" y="14961750"/>
                </a:moveTo>
                <a:cubicBezTo>
                  <a:pt x="6734554" y="14962288"/>
                  <a:pt x="6746268" y="14967371"/>
                  <a:pt x="6754950" y="14976873"/>
                </a:cubicBezTo>
                <a:cubicBezTo>
                  <a:pt x="6772316" y="14995877"/>
                  <a:pt x="6770990" y="15025360"/>
                  <a:pt x="6751984" y="15042726"/>
                </a:cubicBezTo>
                <a:cubicBezTo>
                  <a:pt x="6732980" y="15060092"/>
                  <a:pt x="6703496" y="15058766"/>
                  <a:pt x="6686130" y="15039761"/>
                </a:cubicBezTo>
                <a:cubicBezTo>
                  <a:pt x="6668764" y="15020758"/>
                  <a:pt x="6670092" y="14991273"/>
                  <a:pt x="6689096" y="14973906"/>
                </a:cubicBezTo>
                <a:cubicBezTo>
                  <a:pt x="6698598" y="14965224"/>
                  <a:pt x="6710720" y="14961214"/>
                  <a:pt x="6722638" y="14961750"/>
                </a:cubicBezTo>
                <a:close/>
                <a:moveTo>
                  <a:pt x="15519202" y="14947119"/>
                </a:moveTo>
                <a:cubicBezTo>
                  <a:pt x="15546170" y="14948334"/>
                  <a:pt x="15572674" y="14959837"/>
                  <a:pt x="15592326" y="14981340"/>
                </a:cubicBezTo>
                <a:cubicBezTo>
                  <a:pt x="15631626" y="15024347"/>
                  <a:pt x="15628622" y="15091069"/>
                  <a:pt x="15585614" y="15130370"/>
                </a:cubicBezTo>
                <a:cubicBezTo>
                  <a:pt x="15542610" y="15169671"/>
                  <a:pt x="15475886" y="15166665"/>
                  <a:pt x="15436586" y="15123659"/>
                </a:cubicBezTo>
                <a:cubicBezTo>
                  <a:pt x="15397286" y="15080651"/>
                  <a:pt x="15400290" y="15013929"/>
                  <a:pt x="15443298" y="14974628"/>
                </a:cubicBezTo>
                <a:cubicBezTo>
                  <a:pt x="15464802" y="14954977"/>
                  <a:pt x="15492234" y="14945904"/>
                  <a:pt x="15519202" y="14947119"/>
                </a:cubicBezTo>
                <a:close/>
                <a:moveTo>
                  <a:pt x="6020154" y="14935504"/>
                </a:moveTo>
                <a:cubicBezTo>
                  <a:pt x="6030694" y="14935979"/>
                  <a:pt x="6041054" y="14940475"/>
                  <a:pt x="6048732" y="14948879"/>
                </a:cubicBezTo>
                <a:cubicBezTo>
                  <a:pt x="6064092" y="14965687"/>
                  <a:pt x="6062918" y="14991765"/>
                  <a:pt x="6046110" y="15007125"/>
                </a:cubicBezTo>
                <a:cubicBezTo>
                  <a:pt x="6029300" y="15022485"/>
                  <a:pt x="6003224" y="15021310"/>
                  <a:pt x="5987864" y="15004502"/>
                </a:cubicBezTo>
                <a:cubicBezTo>
                  <a:pt x="5972504" y="14987694"/>
                  <a:pt x="5973678" y="14961616"/>
                  <a:pt x="5990486" y="14946256"/>
                </a:cubicBezTo>
                <a:cubicBezTo>
                  <a:pt x="5998892" y="14938576"/>
                  <a:pt x="6009614" y="14935030"/>
                  <a:pt x="6020154" y="14935504"/>
                </a:cubicBezTo>
                <a:close/>
                <a:moveTo>
                  <a:pt x="14816960" y="14915494"/>
                </a:moveTo>
                <a:cubicBezTo>
                  <a:pt x="14843928" y="14916708"/>
                  <a:pt x="14870434" y="14928210"/>
                  <a:pt x="14890084" y="14949715"/>
                </a:cubicBezTo>
                <a:cubicBezTo>
                  <a:pt x="14929386" y="14992721"/>
                  <a:pt x="14926382" y="15059444"/>
                  <a:pt x="14883374" y="15098745"/>
                </a:cubicBezTo>
                <a:cubicBezTo>
                  <a:pt x="14840366" y="15138045"/>
                  <a:pt x="14773642" y="15135040"/>
                  <a:pt x="14734344" y="15092033"/>
                </a:cubicBezTo>
                <a:cubicBezTo>
                  <a:pt x="14695042" y="15049026"/>
                  <a:pt x="14698048" y="14982304"/>
                  <a:pt x="14741054" y="14943003"/>
                </a:cubicBezTo>
                <a:cubicBezTo>
                  <a:pt x="14762558" y="14923353"/>
                  <a:pt x="14789990" y="14914279"/>
                  <a:pt x="14816960" y="14915494"/>
                </a:cubicBezTo>
                <a:close/>
                <a:moveTo>
                  <a:pt x="5317654" y="14909606"/>
                </a:moveTo>
                <a:cubicBezTo>
                  <a:pt x="5326728" y="14910014"/>
                  <a:pt x="5335646" y="14913886"/>
                  <a:pt x="5342258" y="14921122"/>
                </a:cubicBezTo>
                <a:cubicBezTo>
                  <a:pt x="5355482" y="14935592"/>
                  <a:pt x="5354470" y="14958043"/>
                  <a:pt x="5340000" y="14971267"/>
                </a:cubicBezTo>
                <a:cubicBezTo>
                  <a:pt x="5325528" y="14984491"/>
                  <a:pt x="5303078" y="14983480"/>
                  <a:pt x="5289854" y="14969009"/>
                </a:cubicBezTo>
                <a:cubicBezTo>
                  <a:pt x="5276630" y="14954538"/>
                  <a:pt x="5277640" y="14932086"/>
                  <a:pt x="5292112" y="14918863"/>
                </a:cubicBezTo>
                <a:cubicBezTo>
                  <a:pt x="5299348" y="14912251"/>
                  <a:pt x="5308578" y="14909198"/>
                  <a:pt x="5317654" y="14909606"/>
                </a:cubicBezTo>
                <a:close/>
                <a:moveTo>
                  <a:pt x="14114542" y="14887716"/>
                </a:moveTo>
                <a:cubicBezTo>
                  <a:pt x="14140526" y="14888887"/>
                  <a:pt x="14166064" y="14899970"/>
                  <a:pt x="14184996" y="14920688"/>
                </a:cubicBezTo>
                <a:cubicBezTo>
                  <a:pt x="14222862" y="14962123"/>
                  <a:pt x="14219966" y="15026410"/>
                  <a:pt x="14178530" y="15064274"/>
                </a:cubicBezTo>
                <a:cubicBezTo>
                  <a:pt x="14137094" y="15102139"/>
                  <a:pt x="14072808" y="15099244"/>
                  <a:pt x="14034944" y="15057807"/>
                </a:cubicBezTo>
                <a:cubicBezTo>
                  <a:pt x="13997080" y="15016372"/>
                  <a:pt x="13999974" y="14952086"/>
                  <a:pt x="14041410" y="14914222"/>
                </a:cubicBezTo>
                <a:cubicBezTo>
                  <a:pt x="14062128" y="14895289"/>
                  <a:pt x="14088558" y="14886548"/>
                  <a:pt x="14114542" y="14887716"/>
                </a:cubicBezTo>
                <a:close/>
                <a:moveTo>
                  <a:pt x="4615144" y="14883334"/>
                </a:moveTo>
                <a:cubicBezTo>
                  <a:pt x="4622842" y="14883681"/>
                  <a:pt x="4630408" y="14886964"/>
                  <a:pt x="4636016" y="14893102"/>
                </a:cubicBezTo>
                <a:cubicBezTo>
                  <a:pt x="4647234" y="14905377"/>
                  <a:pt x="4646376" y="14924423"/>
                  <a:pt x="4634100" y="14935641"/>
                </a:cubicBezTo>
                <a:cubicBezTo>
                  <a:pt x="4621824" y="14946857"/>
                  <a:pt x="4602780" y="14946001"/>
                  <a:pt x="4591562" y="14933725"/>
                </a:cubicBezTo>
                <a:cubicBezTo>
                  <a:pt x="4580344" y="14921449"/>
                  <a:pt x="4581202" y="14902404"/>
                  <a:pt x="4593478" y="14891187"/>
                </a:cubicBezTo>
                <a:cubicBezTo>
                  <a:pt x="4599616" y="14885578"/>
                  <a:pt x="4607446" y="14882988"/>
                  <a:pt x="4615144" y="14883334"/>
                </a:cubicBezTo>
                <a:close/>
                <a:moveTo>
                  <a:pt x="13412060" y="14861469"/>
                </a:moveTo>
                <a:cubicBezTo>
                  <a:pt x="13436666" y="14862577"/>
                  <a:pt x="13460852" y="14873073"/>
                  <a:pt x="13478780" y="14892694"/>
                </a:cubicBezTo>
                <a:cubicBezTo>
                  <a:pt x="13514638" y="14931934"/>
                  <a:pt x="13511898" y="14992814"/>
                  <a:pt x="13472656" y="15028673"/>
                </a:cubicBezTo>
                <a:cubicBezTo>
                  <a:pt x="13433416" y="15064531"/>
                  <a:pt x="13372536" y="15061791"/>
                  <a:pt x="13336676" y="15022549"/>
                </a:cubicBezTo>
                <a:cubicBezTo>
                  <a:pt x="13300820" y="14983309"/>
                  <a:pt x="13303560" y="14922428"/>
                  <a:pt x="13342800" y="14886570"/>
                </a:cubicBezTo>
                <a:cubicBezTo>
                  <a:pt x="13362420" y="14868640"/>
                  <a:pt x="13387452" y="14860361"/>
                  <a:pt x="13412060" y="14861469"/>
                </a:cubicBezTo>
                <a:close/>
                <a:moveTo>
                  <a:pt x="3912700" y="14856190"/>
                </a:moveTo>
                <a:cubicBezTo>
                  <a:pt x="3919252" y="14856485"/>
                  <a:pt x="3925690" y="14859279"/>
                  <a:pt x="3930464" y="14864503"/>
                </a:cubicBezTo>
                <a:cubicBezTo>
                  <a:pt x="3940010" y="14874949"/>
                  <a:pt x="3939280" y="14891157"/>
                  <a:pt x="3928832" y="14900703"/>
                </a:cubicBezTo>
                <a:cubicBezTo>
                  <a:pt x="3918386" y="14910249"/>
                  <a:pt x="3902178" y="14909520"/>
                  <a:pt x="3892632" y="14899074"/>
                </a:cubicBezTo>
                <a:cubicBezTo>
                  <a:pt x="3883086" y="14888626"/>
                  <a:pt x="3883814" y="14872420"/>
                  <a:pt x="3894262" y="14862872"/>
                </a:cubicBezTo>
                <a:cubicBezTo>
                  <a:pt x="3899486" y="14858099"/>
                  <a:pt x="3906148" y="14855895"/>
                  <a:pt x="3912700" y="14856190"/>
                </a:cubicBezTo>
                <a:close/>
                <a:moveTo>
                  <a:pt x="12709540" y="14836029"/>
                </a:moveTo>
                <a:cubicBezTo>
                  <a:pt x="12732564" y="14837066"/>
                  <a:pt x="12755192" y="14846887"/>
                  <a:pt x="12771968" y="14865245"/>
                </a:cubicBezTo>
                <a:cubicBezTo>
                  <a:pt x="12805520" y="14901961"/>
                  <a:pt x="12802954" y="14958926"/>
                  <a:pt x="12766238" y="14992476"/>
                </a:cubicBezTo>
                <a:cubicBezTo>
                  <a:pt x="12729522" y="15026029"/>
                  <a:pt x="12672560" y="15023461"/>
                  <a:pt x="12639008" y="14986745"/>
                </a:cubicBezTo>
                <a:cubicBezTo>
                  <a:pt x="12605456" y="14950028"/>
                  <a:pt x="12608022" y="14893066"/>
                  <a:pt x="12644738" y="14859514"/>
                </a:cubicBezTo>
                <a:cubicBezTo>
                  <a:pt x="12663096" y="14842739"/>
                  <a:pt x="12686516" y="14834992"/>
                  <a:pt x="12709540" y="14836029"/>
                </a:cubicBezTo>
                <a:close/>
                <a:moveTo>
                  <a:pt x="3210192" y="14830580"/>
                </a:moveTo>
                <a:cubicBezTo>
                  <a:pt x="3215204" y="14830806"/>
                  <a:pt x="3220130" y="14832944"/>
                  <a:pt x="3223782" y="14836940"/>
                </a:cubicBezTo>
                <a:cubicBezTo>
                  <a:pt x="3231086" y="14844935"/>
                  <a:pt x="3230528" y="14857336"/>
                  <a:pt x="3222536" y="14864640"/>
                </a:cubicBezTo>
                <a:cubicBezTo>
                  <a:pt x="3214542" y="14871945"/>
                  <a:pt x="3202140" y="14871386"/>
                  <a:pt x="3194836" y="14863392"/>
                </a:cubicBezTo>
                <a:cubicBezTo>
                  <a:pt x="3187530" y="14855399"/>
                  <a:pt x="3188090" y="14842997"/>
                  <a:pt x="3196084" y="14835692"/>
                </a:cubicBezTo>
                <a:cubicBezTo>
                  <a:pt x="3200080" y="14832041"/>
                  <a:pt x="3205178" y="14830354"/>
                  <a:pt x="3210192" y="14830580"/>
                </a:cubicBezTo>
                <a:close/>
                <a:moveTo>
                  <a:pt x="12007028" y="14809806"/>
                </a:moveTo>
                <a:cubicBezTo>
                  <a:pt x="12028676" y="14810781"/>
                  <a:pt x="12049952" y="14820015"/>
                  <a:pt x="12065724" y="14837275"/>
                </a:cubicBezTo>
                <a:cubicBezTo>
                  <a:pt x="12097270" y="14871796"/>
                  <a:pt x="12094858" y="14925352"/>
                  <a:pt x="12060338" y="14956898"/>
                </a:cubicBezTo>
                <a:cubicBezTo>
                  <a:pt x="12025818" y="14988443"/>
                  <a:pt x="11972262" y="14986031"/>
                  <a:pt x="11940716" y="14951510"/>
                </a:cubicBezTo>
                <a:cubicBezTo>
                  <a:pt x="11909170" y="14916988"/>
                  <a:pt x="11911582" y="14863432"/>
                  <a:pt x="11946102" y="14831887"/>
                </a:cubicBezTo>
                <a:cubicBezTo>
                  <a:pt x="11963362" y="14816113"/>
                  <a:pt x="11985380" y="14808831"/>
                  <a:pt x="12007028" y="14809806"/>
                </a:cubicBezTo>
                <a:close/>
                <a:moveTo>
                  <a:pt x="2507706" y="14804330"/>
                </a:moveTo>
                <a:cubicBezTo>
                  <a:pt x="2511342" y="14804494"/>
                  <a:pt x="2514916" y="14806045"/>
                  <a:pt x="2517564" y="14808944"/>
                </a:cubicBezTo>
                <a:cubicBezTo>
                  <a:pt x="2522862" y="14814741"/>
                  <a:pt x="2522458" y="14823737"/>
                  <a:pt x="2516660" y="14829036"/>
                </a:cubicBezTo>
                <a:cubicBezTo>
                  <a:pt x="2510860" y="14834334"/>
                  <a:pt x="2501866" y="14833930"/>
                  <a:pt x="2496566" y="14828132"/>
                </a:cubicBezTo>
                <a:cubicBezTo>
                  <a:pt x="2491268" y="14822333"/>
                  <a:pt x="2491672" y="14813338"/>
                  <a:pt x="2497472" y="14808039"/>
                </a:cubicBezTo>
                <a:cubicBezTo>
                  <a:pt x="2500372" y="14805390"/>
                  <a:pt x="2504070" y="14804167"/>
                  <a:pt x="2507706" y="14804330"/>
                </a:cubicBezTo>
                <a:close/>
                <a:moveTo>
                  <a:pt x="11304544" y="14783561"/>
                </a:moveTo>
                <a:cubicBezTo>
                  <a:pt x="11324814" y="14784474"/>
                  <a:pt x="11344738" y="14793120"/>
                  <a:pt x="11359506" y="14809282"/>
                </a:cubicBezTo>
                <a:cubicBezTo>
                  <a:pt x="11389046" y="14841607"/>
                  <a:pt x="11386788" y="14891758"/>
                  <a:pt x="11354462" y="14921297"/>
                </a:cubicBezTo>
                <a:cubicBezTo>
                  <a:pt x="11322138" y="14950836"/>
                  <a:pt x="11271986" y="14948577"/>
                  <a:pt x="11242448" y="14916252"/>
                </a:cubicBezTo>
                <a:cubicBezTo>
                  <a:pt x="11212908" y="14883926"/>
                  <a:pt x="11215166" y="14833776"/>
                  <a:pt x="11247492" y="14804237"/>
                </a:cubicBezTo>
                <a:cubicBezTo>
                  <a:pt x="11263654" y="14789469"/>
                  <a:pt x="11284274" y="14782648"/>
                  <a:pt x="11304544" y="14783561"/>
                </a:cubicBezTo>
                <a:close/>
                <a:moveTo>
                  <a:pt x="1798950" y="14780536"/>
                </a:moveTo>
                <a:cubicBezTo>
                  <a:pt x="1802480" y="14777308"/>
                  <a:pt x="1807960" y="14777555"/>
                  <a:pt x="1811188" y="14781087"/>
                </a:cubicBezTo>
                <a:cubicBezTo>
                  <a:pt x="1814414" y="14784618"/>
                  <a:pt x="1814168" y="14790098"/>
                  <a:pt x="1810636" y="14793325"/>
                </a:cubicBezTo>
                <a:cubicBezTo>
                  <a:pt x="1807104" y="14796552"/>
                  <a:pt x="1801626" y="14796305"/>
                  <a:pt x="1798398" y="14792774"/>
                </a:cubicBezTo>
                <a:cubicBezTo>
                  <a:pt x="1795170" y="14789241"/>
                  <a:pt x="1795418" y="14783764"/>
                  <a:pt x="1798950" y="14780536"/>
                </a:cubicBezTo>
                <a:close/>
                <a:moveTo>
                  <a:pt x="10602100" y="14756415"/>
                </a:moveTo>
                <a:cubicBezTo>
                  <a:pt x="10621224" y="14757276"/>
                  <a:pt x="10640020" y="14765433"/>
                  <a:pt x="10653954" y="14780681"/>
                </a:cubicBezTo>
                <a:cubicBezTo>
                  <a:pt x="10681822" y="14811178"/>
                  <a:pt x="10679692" y="14858491"/>
                  <a:pt x="10649196" y="14886360"/>
                </a:cubicBezTo>
                <a:cubicBezTo>
                  <a:pt x="10618700" y="14914228"/>
                  <a:pt x="10571386" y="14912095"/>
                  <a:pt x="10543518" y="14881600"/>
                </a:cubicBezTo>
                <a:cubicBezTo>
                  <a:pt x="10515650" y="14851103"/>
                  <a:pt x="10517780" y="14803790"/>
                  <a:pt x="10548276" y="14775922"/>
                </a:cubicBezTo>
                <a:cubicBezTo>
                  <a:pt x="10563524" y="14761988"/>
                  <a:pt x="10582976" y="14755554"/>
                  <a:pt x="10602100" y="14756415"/>
                </a:cubicBezTo>
                <a:close/>
                <a:moveTo>
                  <a:pt x="1101370" y="14754014"/>
                </a:moveTo>
                <a:cubicBezTo>
                  <a:pt x="1102082" y="14753362"/>
                  <a:pt x="1103186" y="14753413"/>
                  <a:pt x="1103836" y="14754124"/>
                </a:cubicBezTo>
                <a:cubicBezTo>
                  <a:pt x="1104486" y="14754835"/>
                  <a:pt x="1104436" y="14755940"/>
                  <a:pt x="1103724" y="14756591"/>
                </a:cubicBezTo>
                <a:cubicBezTo>
                  <a:pt x="1103012" y="14757241"/>
                  <a:pt x="1101908" y="14757192"/>
                  <a:pt x="1101258" y="14756480"/>
                </a:cubicBezTo>
                <a:cubicBezTo>
                  <a:pt x="1100608" y="14755768"/>
                  <a:pt x="1100658" y="14754664"/>
                  <a:pt x="1101370" y="14754014"/>
                </a:cubicBezTo>
                <a:close/>
                <a:moveTo>
                  <a:pt x="9899564" y="14730774"/>
                </a:moveTo>
                <a:cubicBezTo>
                  <a:pt x="9917150" y="14731566"/>
                  <a:pt x="9934434" y="14739067"/>
                  <a:pt x="9947246" y="14753088"/>
                </a:cubicBezTo>
                <a:cubicBezTo>
                  <a:pt x="9972872" y="14781131"/>
                  <a:pt x="9970912" y="14824639"/>
                  <a:pt x="9942868" y="14850266"/>
                </a:cubicBezTo>
                <a:cubicBezTo>
                  <a:pt x="9914826" y="14875892"/>
                  <a:pt x="9871318" y="14873932"/>
                  <a:pt x="9845692" y="14845889"/>
                </a:cubicBezTo>
                <a:cubicBezTo>
                  <a:pt x="9820066" y="14817846"/>
                  <a:pt x="9822024" y="14774338"/>
                  <a:pt x="9850068" y="14748712"/>
                </a:cubicBezTo>
                <a:cubicBezTo>
                  <a:pt x="9864090" y="14735899"/>
                  <a:pt x="9881978" y="14729982"/>
                  <a:pt x="9899564" y="14730774"/>
                </a:cubicBezTo>
                <a:close/>
                <a:moveTo>
                  <a:pt x="9197108" y="14703896"/>
                </a:moveTo>
                <a:cubicBezTo>
                  <a:pt x="9213478" y="14704633"/>
                  <a:pt x="9229568" y="14711616"/>
                  <a:pt x="9241496" y="14724669"/>
                </a:cubicBezTo>
                <a:cubicBezTo>
                  <a:pt x="9265352" y="14750775"/>
                  <a:pt x="9263528" y="14791277"/>
                  <a:pt x="9237422" y="14815133"/>
                </a:cubicBezTo>
                <a:cubicBezTo>
                  <a:pt x="9211316" y="14838989"/>
                  <a:pt x="9170814" y="14837164"/>
                  <a:pt x="9146958" y="14811058"/>
                </a:cubicBezTo>
                <a:cubicBezTo>
                  <a:pt x="9123102" y="14784952"/>
                  <a:pt x="9124926" y="14744451"/>
                  <a:pt x="9151032" y="14720595"/>
                </a:cubicBezTo>
                <a:cubicBezTo>
                  <a:pt x="9164086" y="14708667"/>
                  <a:pt x="9180738" y="14703159"/>
                  <a:pt x="9197108" y="14703896"/>
                </a:cubicBezTo>
                <a:close/>
                <a:moveTo>
                  <a:pt x="8494586" y="14678455"/>
                </a:moveTo>
                <a:cubicBezTo>
                  <a:pt x="8509374" y="14679120"/>
                  <a:pt x="8523908" y="14685429"/>
                  <a:pt x="8534682" y="14697219"/>
                </a:cubicBezTo>
                <a:cubicBezTo>
                  <a:pt x="8556232" y="14720799"/>
                  <a:pt x="8554584" y="14757386"/>
                  <a:pt x="8531002" y="14778935"/>
                </a:cubicBezTo>
                <a:cubicBezTo>
                  <a:pt x="8507422" y="14800484"/>
                  <a:pt x="8470836" y="14798836"/>
                  <a:pt x="8449286" y="14775255"/>
                </a:cubicBezTo>
                <a:cubicBezTo>
                  <a:pt x="8427738" y="14751674"/>
                  <a:pt x="8429384" y="14715088"/>
                  <a:pt x="8452966" y="14693539"/>
                </a:cubicBezTo>
                <a:cubicBezTo>
                  <a:pt x="8464758" y="14682765"/>
                  <a:pt x="8479800" y="14677789"/>
                  <a:pt x="8494586" y="14678455"/>
                </a:cubicBezTo>
                <a:close/>
                <a:moveTo>
                  <a:pt x="17290646" y="14675090"/>
                </a:moveTo>
                <a:cubicBezTo>
                  <a:pt x="17317614" y="14676303"/>
                  <a:pt x="17344122" y="14687807"/>
                  <a:pt x="17363770" y="14709311"/>
                </a:cubicBezTo>
                <a:cubicBezTo>
                  <a:pt x="17403070" y="14752318"/>
                  <a:pt x="17400066" y="14819041"/>
                  <a:pt x="17357058" y="14858341"/>
                </a:cubicBezTo>
                <a:cubicBezTo>
                  <a:pt x="17314050" y="14897641"/>
                  <a:pt x="17247330" y="14894636"/>
                  <a:pt x="17208030" y="14851629"/>
                </a:cubicBezTo>
                <a:cubicBezTo>
                  <a:pt x="17168726" y="14808622"/>
                  <a:pt x="17171734" y="14741900"/>
                  <a:pt x="17214738" y="14702599"/>
                </a:cubicBezTo>
                <a:cubicBezTo>
                  <a:pt x="17236242" y="14682949"/>
                  <a:pt x="17263674" y="14673876"/>
                  <a:pt x="17290646" y="14675090"/>
                </a:cubicBezTo>
                <a:close/>
                <a:moveTo>
                  <a:pt x="7792094" y="14652383"/>
                </a:moveTo>
                <a:cubicBezTo>
                  <a:pt x="7805460" y="14652984"/>
                  <a:pt x="7818598" y="14658685"/>
                  <a:pt x="7828336" y="14669343"/>
                </a:cubicBezTo>
                <a:cubicBezTo>
                  <a:pt x="7847814" y="14690658"/>
                  <a:pt x="7846324" y="14723727"/>
                  <a:pt x="7825010" y="14743205"/>
                </a:cubicBezTo>
                <a:cubicBezTo>
                  <a:pt x="7803694" y="14762681"/>
                  <a:pt x="7770626" y="14761193"/>
                  <a:pt x="7751148" y="14739878"/>
                </a:cubicBezTo>
                <a:cubicBezTo>
                  <a:pt x="7731670" y="14718563"/>
                  <a:pt x="7733160" y="14685493"/>
                  <a:pt x="7754474" y="14666017"/>
                </a:cubicBezTo>
                <a:cubicBezTo>
                  <a:pt x="7765132" y="14656277"/>
                  <a:pt x="7778728" y="14651781"/>
                  <a:pt x="7792094" y="14652383"/>
                </a:cubicBezTo>
                <a:close/>
                <a:moveTo>
                  <a:pt x="16588402" y="14643463"/>
                </a:moveTo>
                <a:cubicBezTo>
                  <a:pt x="16615370" y="14644677"/>
                  <a:pt x="16641878" y="14656180"/>
                  <a:pt x="16661526" y="14677684"/>
                </a:cubicBezTo>
                <a:cubicBezTo>
                  <a:pt x="16700830" y="14720691"/>
                  <a:pt x="16697822" y="14787414"/>
                  <a:pt x="16654814" y="14826714"/>
                </a:cubicBezTo>
                <a:cubicBezTo>
                  <a:pt x="16611810" y="14866015"/>
                  <a:pt x="16545086" y="14863010"/>
                  <a:pt x="16505786" y="14820003"/>
                </a:cubicBezTo>
                <a:cubicBezTo>
                  <a:pt x="16466486" y="14776995"/>
                  <a:pt x="16469490" y="14710273"/>
                  <a:pt x="16512498" y="14670972"/>
                </a:cubicBezTo>
                <a:cubicBezTo>
                  <a:pt x="16534002" y="14651322"/>
                  <a:pt x="16561434" y="14642248"/>
                  <a:pt x="16588402" y="14643463"/>
                </a:cubicBezTo>
                <a:close/>
                <a:moveTo>
                  <a:pt x="7089640" y="14624913"/>
                </a:moveTo>
                <a:cubicBezTo>
                  <a:pt x="7101950" y="14625468"/>
                  <a:pt x="7114046" y="14630718"/>
                  <a:pt x="7123014" y="14640532"/>
                </a:cubicBezTo>
                <a:cubicBezTo>
                  <a:pt x="7140952" y="14660161"/>
                  <a:pt x="7139580" y="14690613"/>
                  <a:pt x="7119952" y="14708550"/>
                </a:cubicBezTo>
                <a:cubicBezTo>
                  <a:pt x="7100324" y="14726487"/>
                  <a:pt x="7069870" y="14725115"/>
                  <a:pt x="7051934" y="14705487"/>
                </a:cubicBezTo>
                <a:cubicBezTo>
                  <a:pt x="7033998" y="14685858"/>
                  <a:pt x="7035368" y="14655406"/>
                  <a:pt x="7054998" y="14637469"/>
                </a:cubicBezTo>
                <a:cubicBezTo>
                  <a:pt x="7064812" y="14628501"/>
                  <a:pt x="7077332" y="14624359"/>
                  <a:pt x="7089640" y="14624913"/>
                </a:cubicBezTo>
                <a:close/>
                <a:moveTo>
                  <a:pt x="15886138" y="14611812"/>
                </a:moveTo>
                <a:cubicBezTo>
                  <a:pt x="15913106" y="14613026"/>
                  <a:pt x="15939610" y="14624529"/>
                  <a:pt x="15959262" y="14646033"/>
                </a:cubicBezTo>
                <a:cubicBezTo>
                  <a:pt x="15998562" y="14689039"/>
                  <a:pt x="15995558" y="14755762"/>
                  <a:pt x="15952550" y="14795063"/>
                </a:cubicBezTo>
                <a:cubicBezTo>
                  <a:pt x="15909542" y="14834363"/>
                  <a:pt x="15842818" y="14831358"/>
                  <a:pt x="15803518" y="14788351"/>
                </a:cubicBezTo>
                <a:cubicBezTo>
                  <a:pt x="15764218" y="14745344"/>
                  <a:pt x="15767222" y="14678622"/>
                  <a:pt x="15810230" y="14639321"/>
                </a:cubicBezTo>
                <a:cubicBezTo>
                  <a:pt x="15831734" y="14619671"/>
                  <a:pt x="15859166" y="14610596"/>
                  <a:pt x="15886138" y="14611812"/>
                </a:cubicBezTo>
                <a:close/>
                <a:moveTo>
                  <a:pt x="6387078" y="14600371"/>
                </a:moveTo>
                <a:cubicBezTo>
                  <a:pt x="6397574" y="14600843"/>
                  <a:pt x="6407890" y="14605320"/>
                  <a:pt x="6415538" y="14613689"/>
                </a:cubicBezTo>
                <a:cubicBezTo>
                  <a:pt x="6430832" y="14630426"/>
                  <a:pt x="6429662" y="14656393"/>
                  <a:pt x="6412926" y="14671688"/>
                </a:cubicBezTo>
                <a:cubicBezTo>
                  <a:pt x="6396188" y="14686984"/>
                  <a:pt x="6370220" y="14685813"/>
                  <a:pt x="6354926" y="14669076"/>
                </a:cubicBezTo>
                <a:cubicBezTo>
                  <a:pt x="6339632" y="14652339"/>
                  <a:pt x="6340800" y="14626371"/>
                  <a:pt x="6357538" y="14611077"/>
                </a:cubicBezTo>
                <a:cubicBezTo>
                  <a:pt x="6365908" y="14603430"/>
                  <a:pt x="6376584" y="14599898"/>
                  <a:pt x="6387078" y="14600371"/>
                </a:cubicBezTo>
                <a:close/>
                <a:moveTo>
                  <a:pt x="15183894" y="14580185"/>
                </a:moveTo>
                <a:cubicBezTo>
                  <a:pt x="15210862" y="14581399"/>
                  <a:pt x="15237370" y="14592902"/>
                  <a:pt x="15257018" y="14614406"/>
                </a:cubicBezTo>
                <a:cubicBezTo>
                  <a:pt x="15296318" y="14657413"/>
                  <a:pt x="15293314" y="14724136"/>
                  <a:pt x="15250306" y="14763436"/>
                </a:cubicBezTo>
                <a:cubicBezTo>
                  <a:pt x="15207302" y="14802737"/>
                  <a:pt x="15140578" y="14799731"/>
                  <a:pt x="15101278" y="14756725"/>
                </a:cubicBezTo>
                <a:cubicBezTo>
                  <a:pt x="15061978" y="14713717"/>
                  <a:pt x="15064982" y="14646994"/>
                  <a:pt x="15107990" y="14607694"/>
                </a:cubicBezTo>
                <a:cubicBezTo>
                  <a:pt x="15129494" y="14588044"/>
                  <a:pt x="15156926" y="14578970"/>
                  <a:pt x="15183894" y="14580185"/>
                </a:cubicBezTo>
                <a:close/>
                <a:moveTo>
                  <a:pt x="5684594" y="14574124"/>
                </a:moveTo>
                <a:cubicBezTo>
                  <a:pt x="5693714" y="14574535"/>
                  <a:pt x="5702676" y="14578424"/>
                  <a:pt x="5709320" y="14585694"/>
                </a:cubicBezTo>
                <a:cubicBezTo>
                  <a:pt x="5722610" y="14600237"/>
                  <a:pt x="5721592" y="14622798"/>
                  <a:pt x="5707050" y="14636087"/>
                </a:cubicBezTo>
                <a:cubicBezTo>
                  <a:pt x="5692510" y="14649376"/>
                  <a:pt x="5669948" y="14648359"/>
                  <a:pt x="5656660" y="14633817"/>
                </a:cubicBezTo>
                <a:cubicBezTo>
                  <a:pt x="5643370" y="14619275"/>
                  <a:pt x="5644386" y="14596714"/>
                  <a:pt x="5658928" y="14583425"/>
                </a:cubicBezTo>
                <a:cubicBezTo>
                  <a:pt x="5666200" y="14576780"/>
                  <a:pt x="5675476" y="14573713"/>
                  <a:pt x="5684594" y="14574124"/>
                </a:cubicBezTo>
                <a:close/>
                <a:moveTo>
                  <a:pt x="14481478" y="14552408"/>
                </a:moveTo>
                <a:cubicBezTo>
                  <a:pt x="14507462" y="14553578"/>
                  <a:pt x="14533000" y="14564661"/>
                  <a:pt x="14551932" y="14585379"/>
                </a:cubicBezTo>
                <a:cubicBezTo>
                  <a:pt x="14589796" y="14626815"/>
                  <a:pt x="14586900" y="14691101"/>
                  <a:pt x="14545466" y="14728966"/>
                </a:cubicBezTo>
                <a:cubicBezTo>
                  <a:pt x="14504030" y="14766830"/>
                  <a:pt x="14439742" y="14763935"/>
                  <a:pt x="14401878" y="14722498"/>
                </a:cubicBezTo>
                <a:cubicBezTo>
                  <a:pt x="14364014" y="14681063"/>
                  <a:pt x="14366910" y="14616776"/>
                  <a:pt x="14408344" y="14578912"/>
                </a:cubicBezTo>
                <a:cubicBezTo>
                  <a:pt x="14429062" y="14559980"/>
                  <a:pt x="14455494" y="14551238"/>
                  <a:pt x="14481478" y="14552408"/>
                </a:cubicBezTo>
                <a:close/>
                <a:moveTo>
                  <a:pt x="4982120" y="14547129"/>
                </a:moveTo>
                <a:cubicBezTo>
                  <a:pt x="4990046" y="14547486"/>
                  <a:pt x="4997838" y="14550867"/>
                  <a:pt x="5003614" y="14557188"/>
                </a:cubicBezTo>
                <a:cubicBezTo>
                  <a:pt x="5015166" y="14569830"/>
                  <a:pt x="5014284" y="14589444"/>
                  <a:pt x="5001642" y="14600997"/>
                </a:cubicBezTo>
                <a:cubicBezTo>
                  <a:pt x="4989000" y="14612549"/>
                  <a:pt x="4969386" y="14611665"/>
                  <a:pt x="4957834" y="14599023"/>
                </a:cubicBezTo>
                <a:cubicBezTo>
                  <a:pt x="4946280" y="14586381"/>
                  <a:pt x="4947164" y="14566768"/>
                  <a:pt x="4959806" y="14555215"/>
                </a:cubicBezTo>
                <a:cubicBezTo>
                  <a:pt x="4966128" y="14549439"/>
                  <a:pt x="4974192" y="14546772"/>
                  <a:pt x="4982120" y="14547129"/>
                </a:cubicBezTo>
                <a:close/>
                <a:moveTo>
                  <a:pt x="13778964" y="14526793"/>
                </a:moveTo>
                <a:cubicBezTo>
                  <a:pt x="13803410" y="14527895"/>
                  <a:pt x="13827436" y="14538322"/>
                  <a:pt x="13845248" y="14557813"/>
                </a:cubicBezTo>
                <a:cubicBezTo>
                  <a:pt x="13880870" y="14596796"/>
                  <a:pt x="13878146" y="14657275"/>
                  <a:pt x="13839164" y="14692898"/>
                </a:cubicBezTo>
                <a:cubicBezTo>
                  <a:pt x="13800180" y="14728521"/>
                  <a:pt x="13739702" y="14725797"/>
                  <a:pt x="13704078" y="14686814"/>
                </a:cubicBezTo>
                <a:cubicBezTo>
                  <a:pt x="13668456" y="14647832"/>
                  <a:pt x="13671178" y="14587352"/>
                  <a:pt x="13710162" y="14551729"/>
                </a:cubicBezTo>
                <a:cubicBezTo>
                  <a:pt x="13729652" y="14533917"/>
                  <a:pt x="13754518" y="14525693"/>
                  <a:pt x="13778964" y="14526793"/>
                </a:cubicBezTo>
                <a:close/>
                <a:moveTo>
                  <a:pt x="4279614" y="14521338"/>
                </a:moveTo>
                <a:cubicBezTo>
                  <a:pt x="4286048" y="14521628"/>
                  <a:pt x="4292372" y="14524372"/>
                  <a:pt x="4297060" y="14529502"/>
                </a:cubicBezTo>
                <a:cubicBezTo>
                  <a:pt x="4306434" y="14539762"/>
                  <a:pt x="4305718" y="14555680"/>
                  <a:pt x="4295458" y="14565056"/>
                </a:cubicBezTo>
                <a:cubicBezTo>
                  <a:pt x="4285198" y="14574431"/>
                  <a:pt x="4269280" y="14573716"/>
                  <a:pt x="4259904" y="14563455"/>
                </a:cubicBezTo>
                <a:cubicBezTo>
                  <a:pt x="4250528" y="14553195"/>
                  <a:pt x="4251244" y="14537277"/>
                  <a:pt x="4261506" y="14527901"/>
                </a:cubicBezTo>
                <a:cubicBezTo>
                  <a:pt x="4266636" y="14523213"/>
                  <a:pt x="4273180" y="14521049"/>
                  <a:pt x="4279614" y="14521338"/>
                </a:cubicBezTo>
                <a:close/>
                <a:moveTo>
                  <a:pt x="13076474" y="14500723"/>
                </a:moveTo>
                <a:cubicBezTo>
                  <a:pt x="13099498" y="14501759"/>
                  <a:pt x="13122126" y="14511580"/>
                  <a:pt x="13138902" y="14529938"/>
                </a:cubicBezTo>
                <a:cubicBezTo>
                  <a:pt x="13172452" y="14566654"/>
                  <a:pt x="13169888" y="14623618"/>
                  <a:pt x="13133172" y="14657170"/>
                </a:cubicBezTo>
                <a:cubicBezTo>
                  <a:pt x="13096456" y="14690721"/>
                  <a:pt x="13039492" y="14688153"/>
                  <a:pt x="13005942" y="14651438"/>
                </a:cubicBezTo>
                <a:cubicBezTo>
                  <a:pt x="12972390" y="14614722"/>
                  <a:pt x="12974956" y="14557758"/>
                  <a:pt x="13011670" y="14524208"/>
                </a:cubicBezTo>
                <a:cubicBezTo>
                  <a:pt x="13030028" y="14507432"/>
                  <a:pt x="13053448" y="14499686"/>
                  <a:pt x="13076474" y="14500723"/>
                </a:cubicBezTo>
                <a:close/>
                <a:moveTo>
                  <a:pt x="3577126" y="14495272"/>
                </a:moveTo>
                <a:cubicBezTo>
                  <a:pt x="3582138" y="14495498"/>
                  <a:pt x="3587064" y="14497636"/>
                  <a:pt x="3590716" y="14501631"/>
                </a:cubicBezTo>
                <a:cubicBezTo>
                  <a:pt x="3598020" y="14509626"/>
                  <a:pt x="3597462" y="14522028"/>
                  <a:pt x="3589470" y="14529332"/>
                </a:cubicBezTo>
                <a:cubicBezTo>
                  <a:pt x="3581476" y="14536637"/>
                  <a:pt x="3569074" y="14536078"/>
                  <a:pt x="3561770" y="14528084"/>
                </a:cubicBezTo>
                <a:cubicBezTo>
                  <a:pt x="3554464" y="14520091"/>
                  <a:pt x="3555024" y="14507690"/>
                  <a:pt x="3563018" y="14500385"/>
                </a:cubicBezTo>
                <a:cubicBezTo>
                  <a:pt x="3567014" y="14496733"/>
                  <a:pt x="3572112" y="14495047"/>
                  <a:pt x="3577126" y="14495272"/>
                </a:cubicBezTo>
                <a:close/>
                <a:moveTo>
                  <a:pt x="12373988" y="14474474"/>
                </a:moveTo>
                <a:cubicBezTo>
                  <a:pt x="12395636" y="14475449"/>
                  <a:pt x="12416912" y="14484682"/>
                  <a:pt x="12432684" y="14501942"/>
                </a:cubicBezTo>
                <a:cubicBezTo>
                  <a:pt x="12464230" y="14536464"/>
                  <a:pt x="12461818" y="14590019"/>
                  <a:pt x="12427298" y="14621566"/>
                </a:cubicBezTo>
                <a:cubicBezTo>
                  <a:pt x="12392778" y="14653110"/>
                  <a:pt x="12339222" y="14650699"/>
                  <a:pt x="12307676" y="14616178"/>
                </a:cubicBezTo>
                <a:cubicBezTo>
                  <a:pt x="12276130" y="14581656"/>
                  <a:pt x="12278542" y="14528100"/>
                  <a:pt x="12313062" y="14496555"/>
                </a:cubicBezTo>
                <a:cubicBezTo>
                  <a:pt x="12330322" y="14480783"/>
                  <a:pt x="12352340" y="14473499"/>
                  <a:pt x="12373988" y="14474474"/>
                </a:cubicBezTo>
                <a:close/>
                <a:moveTo>
                  <a:pt x="2874638" y="14469022"/>
                </a:moveTo>
                <a:cubicBezTo>
                  <a:pt x="2878274" y="14469186"/>
                  <a:pt x="2881848" y="14470737"/>
                  <a:pt x="2884496" y="14473636"/>
                </a:cubicBezTo>
                <a:cubicBezTo>
                  <a:pt x="2889796" y="14479434"/>
                  <a:pt x="2889390" y="14488429"/>
                  <a:pt x="2883592" y="14493729"/>
                </a:cubicBezTo>
                <a:cubicBezTo>
                  <a:pt x="2877794" y="14499026"/>
                  <a:pt x="2868798" y="14498621"/>
                  <a:pt x="2863500" y="14492824"/>
                </a:cubicBezTo>
                <a:cubicBezTo>
                  <a:pt x="2858200" y="14487025"/>
                  <a:pt x="2858606" y="14478030"/>
                  <a:pt x="2864404" y="14472732"/>
                </a:cubicBezTo>
                <a:cubicBezTo>
                  <a:pt x="2867304" y="14470082"/>
                  <a:pt x="2871002" y="14468859"/>
                  <a:pt x="2874638" y="14469022"/>
                </a:cubicBezTo>
                <a:close/>
                <a:moveTo>
                  <a:pt x="11671518" y="14447354"/>
                </a:moveTo>
                <a:cubicBezTo>
                  <a:pt x="11692018" y="14448277"/>
                  <a:pt x="11712166" y="14457021"/>
                  <a:pt x="11727104" y="14473367"/>
                </a:cubicBezTo>
                <a:cubicBezTo>
                  <a:pt x="11756978" y="14506059"/>
                  <a:pt x="11754694" y="14556779"/>
                  <a:pt x="11722004" y="14586653"/>
                </a:cubicBezTo>
                <a:cubicBezTo>
                  <a:pt x="11689312" y="14616526"/>
                  <a:pt x="11638592" y="14614241"/>
                  <a:pt x="11608718" y="14581549"/>
                </a:cubicBezTo>
                <a:cubicBezTo>
                  <a:pt x="11578844" y="14548857"/>
                  <a:pt x="11581128" y="14498138"/>
                  <a:pt x="11613820" y="14468265"/>
                </a:cubicBezTo>
                <a:cubicBezTo>
                  <a:pt x="11630166" y="14453328"/>
                  <a:pt x="11651018" y="14446431"/>
                  <a:pt x="11671518" y="14447354"/>
                </a:cubicBezTo>
                <a:close/>
                <a:moveTo>
                  <a:pt x="2165908" y="14445204"/>
                </a:moveTo>
                <a:cubicBezTo>
                  <a:pt x="2169440" y="14441977"/>
                  <a:pt x="2174920" y="14442223"/>
                  <a:pt x="2178146" y="14445755"/>
                </a:cubicBezTo>
                <a:cubicBezTo>
                  <a:pt x="2181374" y="14449286"/>
                  <a:pt x="2181126" y="14454766"/>
                  <a:pt x="2177594" y="14457993"/>
                </a:cubicBezTo>
                <a:cubicBezTo>
                  <a:pt x="2174064" y="14461220"/>
                  <a:pt x="2168584" y="14460973"/>
                  <a:pt x="2165356" y="14457442"/>
                </a:cubicBezTo>
                <a:cubicBezTo>
                  <a:pt x="2162130" y="14453910"/>
                  <a:pt x="2162378" y="14448431"/>
                  <a:pt x="2165908" y="14445204"/>
                </a:cubicBezTo>
                <a:close/>
                <a:moveTo>
                  <a:pt x="10969014" y="14421566"/>
                </a:moveTo>
                <a:cubicBezTo>
                  <a:pt x="10988020" y="14422421"/>
                  <a:pt x="11006702" y="14430528"/>
                  <a:pt x="11020550" y="14445682"/>
                </a:cubicBezTo>
                <a:cubicBezTo>
                  <a:pt x="11048248" y="14475992"/>
                  <a:pt x="11046130" y="14523016"/>
                  <a:pt x="11015818" y="14550714"/>
                </a:cubicBezTo>
                <a:cubicBezTo>
                  <a:pt x="10985510" y="14578411"/>
                  <a:pt x="10938484" y="14576295"/>
                  <a:pt x="10910788" y="14545985"/>
                </a:cubicBezTo>
                <a:cubicBezTo>
                  <a:pt x="10883090" y="14515675"/>
                  <a:pt x="10885208" y="14468651"/>
                  <a:pt x="10915518" y="14440953"/>
                </a:cubicBezTo>
                <a:cubicBezTo>
                  <a:pt x="10930674" y="14427105"/>
                  <a:pt x="10950006" y="14420709"/>
                  <a:pt x="10969014" y="14421566"/>
                </a:cubicBezTo>
                <a:close/>
                <a:moveTo>
                  <a:pt x="1468304" y="14418706"/>
                </a:moveTo>
                <a:cubicBezTo>
                  <a:pt x="1469016" y="14418055"/>
                  <a:pt x="1470120" y="14418105"/>
                  <a:pt x="1470770" y="14418815"/>
                </a:cubicBezTo>
                <a:cubicBezTo>
                  <a:pt x="1471420" y="14419528"/>
                  <a:pt x="1471370" y="14420632"/>
                  <a:pt x="1470658" y="14421283"/>
                </a:cubicBezTo>
                <a:cubicBezTo>
                  <a:pt x="1469946" y="14421933"/>
                  <a:pt x="1468842" y="14421884"/>
                  <a:pt x="1468192" y="14421172"/>
                </a:cubicBezTo>
                <a:cubicBezTo>
                  <a:pt x="1467542" y="14420459"/>
                  <a:pt x="1467592" y="14419356"/>
                  <a:pt x="1468304" y="14418706"/>
                </a:cubicBezTo>
                <a:close/>
                <a:moveTo>
                  <a:pt x="10266498" y="14395466"/>
                </a:moveTo>
                <a:cubicBezTo>
                  <a:pt x="10284084" y="14396258"/>
                  <a:pt x="10301368" y="14403758"/>
                  <a:pt x="10314180" y="14417780"/>
                </a:cubicBezTo>
                <a:cubicBezTo>
                  <a:pt x="10339806" y="14445823"/>
                  <a:pt x="10337848" y="14489331"/>
                  <a:pt x="10309804" y="14514957"/>
                </a:cubicBezTo>
                <a:cubicBezTo>
                  <a:pt x="10281760" y="14540583"/>
                  <a:pt x="10238254" y="14538623"/>
                  <a:pt x="10212628" y="14510580"/>
                </a:cubicBezTo>
                <a:cubicBezTo>
                  <a:pt x="10187002" y="14482537"/>
                  <a:pt x="10188960" y="14439030"/>
                  <a:pt x="10217004" y="14413404"/>
                </a:cubicBezTo>
                <a:cubicBezTo>
                  <a:pt x="10231026" y="14400591"/>
                  <a:pt x="10248912" y="14394674"/>
                  <a:pt x="10266498" y="14395466"/>
                </a:cubicBezTo>
                <a:close/>
                <a:moveTo>
                  <a:pt x="9564034" y="14368762"/>
                </a:moveTo>
                <a:cubicBezTo>
                  <a:pt x="9580360" y="14369497"/>
                  <a:pt x="9596406" y="14376461"/>
                  <a:pt x="9608302" y="14389478"/>
                </a:cubicBezTo>
                <a:cubicBezTo>
                  <a:pt x="9632092" y="14415512"/>
                  <a:pt x="9630272" y="14455904"/>
                  <a:pt x="9604238" y="14479695"/>
                </a:cubicBezTo>
                <a:cubicBezTo>
                  <a:pt x="9578202" y="14503486"/>
                  <a:pt x="9537812" y="14501667"/>
                  <a:pt x="9514020" y="14475632"/>
                </a:cubicBezTo>
                <a:cubicBezTo>
                  <a:pt x="9490230" y="14449598"/>
                  <a:pt x="9492048" y="14409207"/>
                  <a:pt x="9518084" y="14385416"/>
                </a:cubicBezTo>
                <a:cubicBezTo>
                  <a:pt x="9531102" y="14373521"/>
                  <a:pt x="9547708" y="14368027"/>
                  <a:pt x="9564034" y="14368762"/>
                </a:cubicBezTo>
                <a:close/>
                <a:moveTo>
                  <a:pt x="8861520" y="14343147"/>
                </a:moveTo>
                <a:cubicBezTo>
                  <a:pt x="8876308" y="14343813"/>
                  <a:pt x="8890842" y="14350121"/>
                  <a:pt x="8901616" y="14361911"/>
                </a:cubicBezTo>
                <a:cubicBezTo>
                  <a:pt x="8923166" y="14385492"/>
                  <a:pt x="8921518" y="14422078"/>
                  <a:pt x="8897936" y="14443626"/>
                </a:cubicBezTo>
                <a:cubicBezTo>
                  <a:pt x="8874356" y="14465176"/>
                  <a:pt x="8837770" y="14463528"/>
                  <a:pt x="8816220" y="14439947"/>
                </a:cubicBezTo>
                <a:cubicBezTo>
                  <a:pt x="8794672" y="14416367"/>
                  <a:pt x="8796318" y="14379780"/>
                  <a:pt x="8819900" y="14358231"/>
                </a:cubicBezTo>
                <a:cubicBezTo>
                  <a:pt x="8831692" y="14347456"/>
                  <a:pt x="8846734" y="14342481"/>
                  <a:pt x="8861520" y="14343147"/>
                </a:cubicBezTo>
                <a:close/>
                <a:moveTo>
                  <a:pt x="8159028" y="14317075"/>
                </a:moveTo>
                <a:cubicBezTo>
                  <a:pt x="8172394" y="14317676"/>
                  <a:pt x="8185532" y="14323377"/>
                  <a:pt x="8195270" y="14334035"/>
                </a:cubicBezTo>
                <a:cubicBezTo>
                  <a:pt x="8214748" y="14355350"/>
                  <a:pt x="8213258" y="14388419"/>
                  <a:pt x="8191944" y="14407897"/>
                </a:cubicBezTo>
                <a:cubicBezTo>
                  <a:pt x="8170628" y="14427374"/>
                  <a:pt x="8137560" y="14425884"/>
                  <a:pt x="8118082" y="14404570"/>
                </a:cubicBezTo>
                <a:cubicBezTo>
                  <a:pt x="8098604" y="14383255"/>
                  <a:pt x="8100094" y="14350186"/>
                  <a:pt x="8121408" y="14330709"/>
                </a:cubicBezTo>
                <a:cubicBezTo>
                  <a:pt x="8132066" y="14320970"/>
                  <a:pt x="8145662" y="14316473"/>
                  <a:pt x="8159028" y="14317075"/>
                </a:cubicBezTo>
                <a:close/>
                <a:moveTo>
                  <a:pt x="16955338" y="14308156"/>
                </a:moveTo>
                <a:cubicBezTo>
                  <a:pt x="16982306" y="14309370"/>
                  <a:pt x="17008810" y="14320874"/>
                  <a:pt x="17028462" y="14342377"/>
                </a:cubicBezTo>
                <a:cubicBezTo>
                  <a:pt x="17067762" y="14385384"/>
                  <a:pt x="17064758" y="14452107"/>
                  <a:pt x="17021750" y="14491407"/>
                </a:cubicBezTo>
                <a:cubicBezTo>
                  <a:pt x="16978742" y="14530707"/>
                  <a:pt x="16912022" y="14527702"/>
                  <a:pt x="16872722" y="14484695"/>
                </a:cubicBezTo>
                <a:cubicBezTo>
                  <a:pt x="16833418" y="14441688"/>
                  <a:pt x="16836426" y="14374966"/>
                  <a:pt x="16879430" y="14335665"/>
                </a:cubicBezTo>
                <a:cubicBezTo>
                  <a:pt x="16900934" y="14316015"/>
                  <a:pt x="16928366" y="14306941"/>
                  <a:pt x="16955338" y="14308156"/>
                </a:cubicBezTo>
                <a:close/>
                <a:moveTo>
                  <a:pt x="7456524" y="14291286"/>
                </a:moveTo>
                <a:cubicBezTo>
                  <a:pt x="7468398" y="14291821"/>
                  <a:pt x="7480066" y="14296885"/>
                  <a:pt x="7488716" y="14306351"/>
                </a:cubicBezTo>
                <a:cubicBezTo>
                  <a:pt x="7506016" y="14325283"/>
                  <a:pt x="7504694" y="14354656"/>
                  <a:pt x="7485760" y="14371957"/>
                </a:cubicBezTo>
                <a:cubicBezTo>
                  <a:pt x="7466828" y="14389258"/>
                  <a:pt x="7437454" y="14387936"/>
                  <a:pt x="7420154" y="14369003"/>
                </a:cubicBezTo>
                <a:cubicBezTo>
                  <a:pt x="7402852" y="14350070"/>
                  <a:pt x="7404176" y="14320697"/>
                  <a:pt x="7423108" y="14303396"/>
                </a:cubicBezTo>
                <a:cubicBezTo>
                  <a:pt x="7432574" y="14294746"/>
                  <a:pt x="7444652" y="14290751"/>
                  <a:pt x="7456524" y="14291286"/>
                </a:cubicBezTo>
                <a:close/>
                <a:moveTo>
                  <a:pt x="16253070" y="14276503"/>
                </a:moveTo>
                <a:cubicBezTo>
                  <a:pt x="16280038" y="14277718"/>
                  <a:pt x="16306546" y="14289221"/>
                  <a:pt x="16326194" y="14310724"/>
                </a:cubicBezTo>
                <a:cubicBezTo>
                  <a:pt x="16365494" y="14353731"/>
                  <a:pt x="16362490" y="14420454"/>
                  <a:pt x="16319482" y="14459754"/>
                </a:cubicBezTo>
                <a:cubicBezTo>
                  <a:pt x="16276478" y="14499055"/>
                  <a:pt x="16209754" y="14496050"/>
                  <a:pt x="16170454" y="14453043"/>
                </a:cubicBezTo>
                <a:cubicBezTo>
                  <a:pt x="16131154" y="14410035"/>
                  <a:pt x="16134158" y="14343313"/>
                  <a:pt x="16177166" y="14304012"/>
                </a:cubicBezTo>
                <a:cubicBezTo>
                  <a:pt x="16198670" y="14284361"/>
                  <a:pt x="16226102" y="14275288"/>
                  <a:pt x="16253070" y="14276503"/>
                </a:cubicBezTo>
                <a:close/>
                <a:moveTo>
                  <a:pt x="6754012" y="14265064"/>
                </a:moveTo>
                <a:cubicBezTo>
                  <a:pt x="6764508" y="14265536"/>
                  <a:pt x="6774824" y="14270013"/>
                  <a:pt x="6782472" y="14278382"/>
                </a:cubicBezTo>
                <a:cubicBezTo>
                  <a:pt x="6797766" y="14295119"/>
                  <a:pt x="6796596" y="14321086"/>
                  <a:pt x="6779860" y="14336381"/>
                </a:cubicBezTo>
                <a:cubicBezTo>
                  <a:pt x="6763122" y="14351676"/>
                  <a:pt x="6737154" y="14350506"/>
                  <a:pt x="6721860" y="14333769"/>
                </a:cubicBezTo>
                <a:cubicBezTo>
                  <a:pt x="6706566" y="14317033"/>
                  <a:pt x="6707734" y="14291064"/>
                  <a:pt x="6724472" y="14275770"/>
                </a:cubicBezTo>
                <a:cubicBezTo>
                  <a:pt x="6732842" y="14268123"/>
                  <a:pt x="6743518" y="14264591"/>
                  <a:pt x="6754012" y="14265064"/>
                </a:cubicBezTo>
                <a:close/>
                <a:moveTo>
                  <a:pt x="15550830" y="14244878"/>
                </a:moveTo>
                <a:cubicBezTo>
                  <a:pt x="15577798" y="14246092"/>
                  <a:pt x="15604302" y="14257595"/>
                  <a:pt x="15623954" y="14279100"/>
                </a:cubicBezTo>
                <a:cubicBezTo>
                  <a:pt x="15663254" y="14322105"/>
                  <a:pt x="15660250" y="14388828"/>
                  <a:pt x="15617242" y="14428129"/>
                </a:cubicBezTo>
                <a:cubicBezTo>
                  <a:pt x="15574234" y="14467428"/>
                  <a:pt x="15507510" y="14464424"/>
                  <a:pt x="15468210" y="14421417"/>
                </a:cubicBezTo>
                <a:cubicBezTo>
                  <a:pt x="15428910" y="14378410"/>
                  <a:pt x="15431914" y="14311688"/>
                  <a:pt x="15474922" y="14272387"/>
                </a:cubicBezTo>
                <a:cubicBezTo>
                  <a:pt x="15496426" y="14252737"/>
                  <a:pt x="15523858" y="14243663"/>
                  <a:pt x="15550830" y="14244878"/>
                </a:cubicBezTo>
                <a:close/>
                <a:moveTo>
                  <a:pt x="6051522" y="14238990"/>
                </a:moveTo>
                <a:cubicBezTo>
                  <a:pt x="6060596" y="14239398"/>
                  <a:pt x="6069516" y="14243270"/>
                  <a:pt x="6076128" y="14250506"/>
                </a:cubicBezTo>
                <a:cubicBezTo>
                  <a:pt x="6089350" y="14264976"/>
                  <a:pt x="6088340" y="14287426"/>
                  <a:pt x="6073868" y="14300652"/>
                </a:cubicBezTo>
                <a:cubicBezTo>
                  <a:pt x="6059398" y="14313875"/>
                  <a:pt x="6036946" y="14312864"/>
                  <a:pt x="6023722" y="14298393"/>
                </a:cubicBezTo>
                <a:cubicBezTo>
                  <a:pt x="6010500" y="14283922"/>
                  <a:pt x="6011510" y="14261471"/>
                  <a:pt x="6025980" y="14248247"/>
                </a:cubicBezTo>
                <a:cubicBezTo>
                  <a:pt x="6033216" y="14241635"/>
                  <a:pt x="6042446" y="14238582"/>
                  <a:pt x="6051522" y="14238990"/>
                </a:cubicBezTo>
                <a:close/>
                <a:moveTo>
                  <a:pt x="14848410" y="14217101"/>
                </a:moveTo>
                <a:cubicBezTo>
                  <a:pt x="14874394" y="14218270"/>
                  <a:pt x="14899932" y="14229353"/>
                  <a:pt x="14918862" y="14250072"/>
                </a:cubicBezTo>
                <a:cubicBezTo>
                  <a:pt x="14956730" y="14291508"/>
                  <a:pt x="14953834" y="14355794"/>
                  <a:pt x="14912398" y="14393658"/>
                </a:cubicBezTo>
                <a:cubicBezTo>
                  <a:pt x="14870962" y="14431523"/>
                  <a:pt x="14806676" y="14428628"/>
                  <a:pt x="14768810" y="14387192"/>
                </a:cubicBezTo>
                <a:cubicBezTo>
                  <a:pt x="14730946" y="14345756"/>
                  <a:pt x="14733842" y="14281470"/>
                  <a:pt x="14775278" y="14243605"/>
                </a:cubicBezTo>
                <a:cubicBezTo>
                  <a:pt x="14795996" y="14224673"/>
                  <a:pt x="14822426" y="14215931"/>
                  <a:pt x="14848410" y="14217101"/>
                </a:cubicBezTo>
                <a:close/>
                <a:moveTo>
                  <a:pt x="5349012" y="14212718"/>
                </a:moveTo>
                <a:cubicBezTo>
                  <a:pt x="5356712" y="14213065"/>
                  <a:pt x="5364278" y="14216347"/>
                  <a:pt x="5369886" y="14222486"/>
                </a:cubicBezTo>
                <a:cubicBezTo>
                  <a:pt x="5381104" y="14234761"/>
                  <a:pt x="5380244" y="14253807"/>
                  <a:pt x="5367970" y="14265024"/>
                </a:cubicBezTo>
                <a:cubicBezTo>
                  <a:pt x="5355694" y="14276242"/>
                  <a:pt x="5336648" y="14275385"/>
                  <a:pt x="5325432" y="14263109"/>
                </a:cubicBezTo>
                <a:cubicBezTo>
                  <a:pt x="5314214" y="14250832"/>
                  <a:pt x="5315072" y="14231788"/>
                  <a:pt x="5327346" y="14220571"/>
                </a:cubicBezTo>
                <a:cubicBezTo>
                  <a:pt x="5333484" y="14214962"/>
                  <a:pt x="5341314" y="14212372"/>
                  <a:pt x="5349012" y="14212718"/>
                </a:cubicBezTo>
                <a:close/>
                <a:moveTo>
                  <a:pt x="14145900" y="14191485"/>
                </a:moveTo>
                <a:cubicBezTo>
                  <a:pt x="14170346" y="14192586"/>
                  <a:pt x="14194372" y="14203013"/>
                  <a:pt x="14212182" y="14222504"/>
                </a:cubicBezTo>
                <a:cubicBezTo>
                  <a:pt x="14247806" y="14261487"/>
                  <a:pt x="14245082" y="14321966"/>
                  <a:pt x="14206098" y="14357589"/>
                </a:cubicBezTo>
                <a:cubicBezTo>
                  <a:pt x="14167116" y="14393212"/>
                  <a:pt x="14106636" y="14390489"/>
                  <a:pt x="14071012" y="14351505"/>
                </a:cubicBezTo>
                <a:cubicBezTo>
                  <a:pt x="14035390" y="14312523"/>
                  <a:pt x="14038114" y="14252043"/>
                  <a:pt x="14077096" y="14216420"/>
                </a:cubicBezTo>
                <a:cubicBezTo>
                  <a:pt x="14096588" y="14198608"/>
                  <a:pt x="14121454" y="14190383"/>
                  <a:pt x="14145900" y="14191485"/>
                </a:cubicBezTo>
                <a:close/>
                <a:moveTo>
                  <a:pt x="4646548" y="14186031"/>
                </a:moveTo>
                <a:cubicBezTo>
                  <a:pt x="4652982" y="14186321"/>
                  <a:pt x="4659306" y="14189065"/>
                  <a:pt x="4663994" y="14194195"/>
                </a:cubicBezTo>
                <a:cubicBezTo>
                  <a:pt x="4673368" y="14204455"/>
                  <a:pt x="4672652" y="14220373"/>
                  <a:pt x="4662392" y="14229749"/>
                </a:cubicBezTo>
                <a:cubicBezTo>
                  <a:pt x="4652132" y="14239124"/>
                  <a:pt x="4636214" y="14238408"/>
                  <a:pt x="4626838" y="14228148"/>
                </a:cubicBezTo>
                <a:cubicBezTo>
                  <a:pt x="4617462" y="14217888"/>
                  <a:pt x="4618178" y="14201970"/>
                  <a:pt x="4628440" y="14192594"/>
                </a:cubicBezTo>
                <a:cubicBezTo>
                  <a:pt x="4633570" y="14187907"/>
                  <a:pt x="4640114" y="14185742"/>
                  <a:pt x="4646548" y="14186031"/>
                </a:cubicBezTo>
                <a:close/>
                <a:moveTo>
                  <a:pt x="13443414" y="14165240"/>
                </a:moveTo>
                <a:cubicBezTo>
                  <a:pt x="13466484" y="14166279"/>
                  <a:pt x="13489156" y="14176118"/>
                  <a:pt x="13505964" y="14194512"/>
                </a:cubicBezTo>
                <a:cubicBezTo>
                  <a:pt x="13539580" y="14231299"/>
                  <a:pt x="13537012" y="14288373"/>
                  <a:pt x="13500224" y="14321990"/>
                </a:cubicBezTo>
                <a:cubicBezTo>
                  <a:pt x="13463436" y="14355607"/>
                  <a:pt x="13406362" y="14353035"/>
                  <a:pt x="13372744" y="14316249"/>
                </a:cubicBezTo>
                <a:cubicBezTo>
                  <a:pt x="13339128" y="14279462"/>
                  <a:pt x="13341698" y="14222387"/>
                  <a:pt x="13378486" y="14188770"/>
                </a:cubicBezTo>
                <a:cubicBezTo>
                  <a:pt x="13396880" y="14171961"/>
                  <a:pt x="13420346" y="14164200"/>
                  <a:pt x="13443414" y="14165240"/>
                </a:cubicBezTo>
                <a:close/>
                <a:moveTo>
                  <a:pt x="3944060" y="14159964"/>
                </a:moveTo>
                <a:cubicBezTo>
                  <a:pt x="3949074" y="14160190"/>
                  <a:pt x="3954000" y="14162328"/>
                  <a:pt x="3957652" y="14166325"/>
                </a:cubicBezTo>
                <a:cubicBezTo>
                  <a:pt x="3964956" y="14174318"/>
                  <a:pt x="3964398" y="14186720"/>
                  <a:pt x="3956404" y="14194024"/>
                </a:cubicBezTo>
                <a:cubicBezTo>
                  <a:pt x="3948410" y="14201329"/>
                  <a:pt x="3936008" y="14200770"/>
                  <a:pt x="3928704" y="14192776"/>
                </a:cubicBezTo>
                <a:cubicBezTo>
                  <a:pt x="3921400" y="14184783"/>
                  <a:pt x="3921958" y="14172382"/>
                  <a:pt x="3929952" y="14165077"/>
                </a:cubicBezTo>
                <a:cubicBezTo>
                  <a:pt x="3933950" y="14161425"/>
                  <a:pt x="3939048" y="14159738"/>
                  <a:pt x="3944060" y="14159964"/>
                </a:cubicBezTo>
                <a:close/>
                <a:moveTo>
                  <a:pt x="12740922" y="14139166"/>
                </a:moveTo>
                <a:cubicBezTo>
                  <a:pt x="12762570" y="14140141"/>
                  <a:pt x="12783844" y="14149375"/>
                  <a:pt x="12799618" y="14166636"/>
                </a:cubicBezTo>
                <a:cubicBezTo>
                  <a:pt x="12831164" y="14201157"/>
                  <a:pt x="12828752" y="14254713"/>
                  <a:pt x="12794230" y="14286258"/>
                </a:cubicBezTo>
                <a:cubicBezTo>
                  <a:pt x="12759710" y="14317803"/>
                  <a:pt x="12706154" y="14315391"/>
                  <a:pt x="12674608" y="14280870"/>
                </a:cubicBezTo>
                <a:cubicBezTo>
                  <a:pt x="12643062" y="14246348"/>
                  <a:pt x="12645474" y="14192793"/>
                  <a:pt x="12679996" y="14161247"/>
                </a:cubicBezTo>
                <a:cubicBezTo>
                  <a:pt x="12697256" y="14145477"/>
                  <a:pt x="12719276" y="14138192"/>
                  <a:pt x="12740922" y="14139166"/>
                </a:cubicBezTo>
                <a:close/>
                <a:moveTo>
                  <a:pt x="3241574" y="14133714"/>
                </a:moveTo>
                <a:cubicBezTo>
                  <a:pt x="3245210" y="14133877"/>
                  <a:pt x="3248784" y="14135428"/>
                  <a:pt x="3251432" y="14138327"/>
                </a:cubicBezTo>
                <a:cubicBezTo>
                  <a:pt x="3256730" y="14144125"/>
                  <a:pt x="3256326" y="14153120"/>
                  <a:pt x="3250526" y="14158420"/>
                </a:cubicBezTo>
                <a:cubicBezTo>
                  <a:pt x="3244728" y="14163717"/>
                  <a:pt x="3235734" y="14163313"/>
                  <a:pt x="3230434" y="14157515"/>
                </a:cubicBezTo>
                <a:cubicBezTo>
                  <a:pt x="3225136" y="14151716"/>
                  <a:pt x="3225540" y="14142721"/>
                  <a:pt x="3231340" y="14137423"/>
                </a:cubicBezTo>
                <a:cubicBezTo>
                  <a:pt x="3234240" y="14134773"/>
                  <a:pt x="3237938" y="14133550"/>
                  <a:pt x="3241574" y="14133714"/>
                </a:cubicBezTo>
                <a:close/>
                <a:moveTo>
                  <a:pt x="12038440" y="14112919"/>
                </a:moveTo>
                <a:cubicBezTo>
                  <a:pt x="12058710" y="14113832"/>
                  <a:pt x="12078634" y="14122478"/>
                  <a:pt x="12093402" y="14138641"/>
                </a:cubicBezTo>
                <a:cubicBezTo>
                  <a:pt x="12122940" y="14170967"/>
                  <a:pt x="12120684" y="14221118"/>
                  <a:pt x="12088358" y="14250657"/>
                </a:cubicBezTo>
                <a:cubicBezTo>
                  <a:pt x="12056032" y="14280196"/>
                  <a:pt x="12005882" y="14277936"/>
                  <a:pt x="11976342" y="14245611"/>
                </a:cubicBezTo>
                <a:cubicBezTo>
                  <a:pt x="11946804" y="14213286"/>
                  <a:pt x="11949062" y="14163134"/>
                  <a:pt x="11981386" y="14133596"/>
                </a:cubicBezTo>
                <a:cubicBezTo>
                  <a:pt x="11997550" y="14118827"/>
                  <a:pt x="12018168" y="14112007"/>
                  <a:pt x="12038440" y="14112919"/>
                </a:cubicBezTo>
                <a:close/>
                <a:moveTo>
                  <a:pt x="2532842" y="14109896"/>
                </a:moveTo>
                <a:cubicBezTo>
                  <a:pt x="2536374" y="14106669"/>
                  <a:pt x="2541854" y="14106915"/>
                  <a:pt x="2545080" y="14110447"/>
                </a:cubicBezTo>
                <a:cubicBezTo>
                  <a:pt x="2548308" y="14113978"/>
                  <a:pt x="2548060" y="14119458"/>
                  <a:pt x="2544528" y="14122685"/>
                </a:cubicBezTo>
                <a:cubicBezTo>
                  <a:pt x="2540996" y="14125912"/>
                  <a:pt x="2535518" y="14125665"/>
                  <a:pt x="2532290" y="14122134"/>
                </a:cubicBezTo>
                <a:cubicBezTo>
                  <a:pt x="2529064" y="14118602"/>
                  <a:pt x="2529310" y="14113124"/>
                  <a:pt x="2532842" y="14109896"/>
                </a:cubicBezTo>
                <a:close/>
                <a:moveTo>
                  <a:pt x="11335968" y="14085799"/>
                </a:moveTo>
                <a:cubicBezTo>
                  <a:pt x="11355092" y="14086660"/>
                  <a:pt x="11373888" y="14094817"/>
                  <a:pt x="11387822" y="14110065"/>
                </a:cubicBezTo>
                <a:cubicBezTo>
                  <a:pt x="11415690" y="14140562"/>
                  <a:pt x="11413560" y="14187876"/>
                  <a:pt x="11383064" y="14215744"/>
                </a:cubicBezTo>
                <a:cubicBezTo>
                  <a:pt x="11352568" y="14243612"/>
                  <a:pt x="11305252" y="14241481"/>
                  <a:pt x="11277384" y="14210984"/>
                </a:cubicBezTo>
                <a:cubicBezTo>
                  <a:pt x="11249516" y="14180488"/>
                  <a:pt x="11251648" y="14133174"/>
                  <a:pt x="11282144" y="14105307"/>
                </a:cubicBezTo>
                <a:cubicBezTo>
                  <a:pt x="11297392" y="14091372"/>
                  <a:pt x="11316844" y="14084938"/>
                  <a:pt x="11335968" y="14085799"/>
                </a:cubicBezTo>
                <a:close/>
                <a:moveTo>
                  <a:pt x="1835264" y="14083373"/>
                </a:moveTo>
                <a:cubicBezTo>
                  <a:pt x="1835976" y="14082723"/>
                  <a:pt x="1837080" y="14082773"/>
                  <a:pt x="1837730" y="14083484"/>
                </a:cubicBezTo>
                <a:cubicBezTo>
                  <a:pt x="1838380" y="14084196"/>
                  <a:pt x="1838330" y="14085300"/>
                  <a:pt x="1837618" y="14085950"/>
                </a:cubicBezTo>
                <a:cubicBezTo>
                  <a:pt x="1836906" y="14086601"/>
                  <a:pt x="1835802" y="14086552"/>
                  <a:pt x="1835152" y="14085840"/>
                </a:cubicBezTo>
                <a:cubicBezTo>
                  <a:pt x="1834502" y="14085128"/>
                  <a:pt x="1834552" y="14084024"/>
                  <a:pt x="1835264" y="14083373"/>
                </a:cubicBezTo>
                <a:close/>
                <a:moveTo>
                  <a:pt x="10633430" y="14060159"/>
                </a:moveTo>
                <a:cubicBezTo>
                  <a:pt x="10651016" y="14060951"/>
                  <a:pt x="10668300" y="14068451"/>
                  <a:pt x="10681112" y="14082473"/>
                </a:cubicBezTo>
                <a:cubicBezTo>
                  <a:pt x="10706738" y="14110517"/>
                  <a:pt x="10704780" y="14154024"/>
                  <a:pt x="10676738" y="14179650"/>
                </a:cubicBezTo>
                <a:cubicBezTo>
                  <a:pt x="10648694" y="14205275"/>
                  <a:pt x="10605188" y="14203315"/>
                  <a:pt x="10579562" y="14175273"/>
                </a:cubicBezTo>
                <a:cubicBezTo>
                  <a:pt x="10553936" y="14147229"/>
                  <a:pt x="10555894" y="14103722"/>
                  <a:pt x="10583936" y="14078096"/>
                </a:cubicBezTo>
                <a:cubicBezTo>
                  <a:pt x="10597958" y="14065283"/>
                  <a:pt x="10615846" y="14059366"/>
                  <a:pt x="10633430" y="14060159"/>
                </a:cubicBezTo>
                <a:close/>
                <a:moveTo>
                  <a:pt x="9930948" y="14033911"/>
                </a:moveTo>
                <a:cubicBezTo>
                  <a:pt x="9947156" y="14034641"/>
                  <a:pt x="9963086" y="14041555"/>
                  <a:pt x="9974896" y="14054479"/>
                </a:cubicBezTo>
                <a:cubicBezTo>
                  <a:pt x="9998516" y="14080327"/>
                  <a:pt x="9996712" y="14120427"/>
                  <a:pt x="9970864" y="14144048"/>
                </a:cubicBezTo>
                <a:cubicBezTo>
                  <a:pt x="9945014" y="14167669"/>
                  <a:pt x="9904914" y="14165861"/>
                  <a:pt x="9881294" y="14140014"/>
                </a:cubicBezTo>
                <a:cubicBezTo>
                  <a:pt x="9857674" y="14114166"/>
                  <a:pt x="9859480" y="14074065"/>
                  <a:pt x="9885328" y="14050445"/>
                </a:cubicBezTo>
                <a:cubicBezTo>
                  <a:pt x="9898252" y="14038634"/>
                  <a:pt x="9914740" y="14033181"/>
                  <a:pt x="9930948" y="14033911"/>
                </a:cubicBezTo>
                <a:close/>
                <a:moveTo>
                  <a:pt x="9228462" y="14007664"/>
                </a:moveTo>
                <a:cubicBezTo>
                  <a:pt x="9243296" y="14008332"/>
                  <a:pt x="9257874" y="14014658"/>
                  <a:pt x="9268680" y="14026485"/>
                </a:cubicBezTo>
                <a:cubicBezTo>
                  <a:pt x="9290292" y="14050137"/>
                  <a:pt x="9288640" y="14086833"/>
                  <a:pt x="9264988" y="14108446"/>
                </a:cubicBezTo>
                <a:cubicBezTo>
                  <a:pt x="9241336" y="14130061"/>
                  <a:pt x="9204638" y="14128409"/>
                  <a:pt x="9183024" y="14104757"/>
                </a:cubicBezTo>
                <a:cubicBezTo>
                  <a:pt x="9161410" y="14081104"/>
                  <a:pt x="9163064" y="14044408"/>
                  <a:pt x="9186716" y="14022793"/>
                </a:cubicBezTo>
                <a:cubicBezTo>
                  <a:pt x="9198542" y="14011987"/>
                  <a:pt x="9213630" y="14006997"/>
                  <a:pt x="9228462" y="14007664"/>
                </a:cubicBezTo>
                <a:close/>
                <a:moveTo>
                  <a:pt x="8525970" y="13981593"/>
                </a:moveTo>
                <a:cubicBezTo>
                  <a:pt x="8539382" y="13982197"/>
                  <a:pt x="8552562" y="13987917"/>
                  <a:pt x="8562334" y="13998609"/>
                </a:cubicBezTo>
                <a:cubicBezTo>
                  <a:pt x="8581876" y="14019996"/>
                  <a:pt x="8580382" y="14053175"/>
                  <a:pt x="8558996" y="14072717"/>
                </a:cubicBezTo>
                <a:cubicBezTo>
                  <a:pt x="8537608" y="14092261"/>
                  <a:pt x="8504430" y="14090766"/>
                  <a:pt x="8484886" y="14069381"/>
                </a:cubicBezTo>
                <a:cubicBezTo>
                  <a:pt x="8465344" y="14047995"/>
                  <a:pt x="8466838" y="14014816"/>
                  <a:pt x="8488224" y="13995272"/>
                </a:cubicBezTo>
                <a:cubicBezTo>
                  <a:pt x="8498918" y="13985501"/>
                  <a:pt x="8512560" y="13980987"/>
                  <a:pt x="8525970" y="13981593"/>
                </a:cubicBezTo>
                <a:close/>
                <a:moveTo>
                  <a:pt x="17322298" y="13972825"/>
                </a:moveTo>
                <a:cubicBezTo>
                  <a:pt x="17349266" y="13974039"/>
                  <a:pt x="17375774" y="13985542"/>
                  <a:pt x="17395422" y="14007045"/>
                </a:cubicBezTo>
                <a:cubicBezTo>
                  <a:pt x="17434722" y="14050052"/>
                  <a:pt x="17431718" y="14116774"/>
                  <a:pt x="17388710" y="14156075"/>
                </a:cubicBezTo>
                <a:cubicBezTo>
                  <a:pt x="17345702" y="14195375"/>
                  <a:pt x="17278978" y="14192370"/>
                  <a:pt x="17239678" y="14149363"/>
                </a:cubicBezTo>
                <a:cubicBezTo>
                  <a:pt x="17200378" y="14106356"/>
                  <a:pt x="17203382" y="14039634"/>
                  <a:pt x="17246390" y="14000333"/>
                </a:cubicBezTo>
                <a:cubicBezTo>
                  <a:pt x="17267894" y="13980682"/>
                  <a:pt x="17295326" y="13971609"/>
                  <a:pt x="17322298" y="13972825"/>
                </a:cubicBezTo>
                <a:close/>
                <a:moveTo>
                  <a:pt x="7823526" y="13954447"/>
                </a:moveTo>
                <a:cubicBezTo>
                  <a:pt x="7835790" y="13955001"/>
                  <a:pt x="7847844" y="13960232"/>
                  <a:pt x="7856780" y="13970010"/>
                </a:cubicBezTo>
                <a:cubicBezTo>
                  <a:pt x="7874652" y="13989567"/>
                  <a:pt x="7873284" y="14019909"/>
                  <a:pt x="7853728" y="14037781"/>
                </a:cubicBezTo>
                <a:cubicBezTo>
                  <a:pt x="7834170" y="14055652"/>
                  <a:pt x="7803830" y="14054285"/>
                  <a:pt x="7785958" y="14034728"/>
                </a:cubicBezTo>
                <a:cubicBezTo>
                  <a:pt x="7768086" y="14015171"/>
                  <a:pt x="7769452" y="13984830"/>
                  <a:pt x="7789010" y="13966958"/>
                </a:cubicBezTo>
                <a:cubicBezTo>
                  <a:pt x="7798788" y="13958023"/>
                  <a:pt x="7811262" y="13953896"/>
                  <a:pt x="7823526" y="13954447"/>
                </a:cubicBezTo>
                <a:close/>
                <a:moveTo>
                  <a:pt x="16620006" y="13941195"/>
                </a:moveTo>
                <a:cubicBezTo>
                  <a:pt x="16646974" y="13942409"/>
                  <a:pt x="16673482" y="13953912"/>
                  <a:pt x="16693130" y="13975416"/>
                </a:cubicBezTo>
                <a:cubicBezTo>
                  <a:pt x="16732430" y="14018422"/>
                  <a:pt x="16729422" y="14085146"/>
                  <a:pt x="16686418" y="14124446"/>
                </a:cubicBezTo>
                <a:cubicBezTo>
                  <a:pt x="16643410" y="14163746"/>
                  <a:pt x="16576686" y="14160741"/>
                  <a:pt x="16537386" y="14117734"/>
                </a:cubicBezTo>
                <a:cubicBezTo>
                  <a:pt x="16498086" y="14074727"/>
                  <a:pt x="16501090" y="14008006"/>
                  <a:pt x="16544098" y="13968704"/>
                </a:cubicBezTo>
                <a:cubicBezTo>
                  <a:pt x="16565602" y="13949054"/>
                  <a:pt x="16593034" y="13939980"/>
                  <a:pt x="16620006" y="13941195"/>
                </a:cubicBezTo>
                <a:close/>
                <a:moveTo>
                  <a:pt x="7120972" y="13929731"/>
                </a:moveTo>
                <a:cubicBezTo>
                  <a:pt x="7131468" y="13930204"/>
                  <a:pt x="7141784" y="13934681"/>
                  <a:pt x="7149432" y="13943050"/>
                </a:cubicBezTo>
                <a:cubicBezTo>
                  <a:pt x="7164726" y="13959787"/>
                  <a:pt x="7163556" y="13985754"/>
                  <a:pt x="7146820" y="14001048"/>
                </a:cubicBezTo>
                <a:cubicBezTo>
                  <a:pt x="7130082" y="14016344"/>
                  <a:pt x="7104114" y="14015174"/>
                  <a:pt x="7088820" y="13998437"/>
                </a:cubicBezTo>
                <a:cubicBezTo>
                  <a:pt x="7073526" y="13981700"/>
                  <a:pt x="7074694" y="13955732"/>
                  <a:pt x="7091432" y="13940437"/>
                </a:cubicBezTo>
                <a:cubicBezTo>
                  <a:pt x="7099802" y="13932790"/>
                  <a:pt x="7110478" y="13929259"/>
                  <a:pt x="7120972" y="13929731"/>
                </a:cubicBezTo>
                <a:close/>
                <a:moveTo>
                  <a:pt x="15917762" y="13909570"/>
                </a:moveTo>
                <a:cubicBezTo>
                  <a:pt x="15944730" y="13910783"/>
                  <a:pt x="15971234" y="13922286"/>
                  <a:pt x="15990886" y="13943790"/>
                </a:cubicBezTo>
                <a:cubicBezTo>
                  <a:pt x="16030186" y="13986797"/>
                  <a:pt x="16027182" y="14053520"/>
                  <a:pt x="15984174" y="14092820"/>
                </a:cubicBezTo>
                <a:cubicBezTo>
                  <a:pt x="15941170" y="14132121"/>
                  <a:pt x="15874446" y="14129115"/>
                  <a:pt x="15835146" y="14086109"/>
                </a:cubicBezTo>
                <a:cubicBezTo>
                  <a:pt x="15795846" y="14043100"/>
                  <a:pt x="15798850" y="13976378"/>
                  <a:pt x="15841858" y="13937078"/>
                </a:cubicBezTo>
                <a:cubicBezTo>
                  <a:pt x="15863362" y="13917428"/>
                  <a:pt x="15890794" y="13908354"/>
                  <a:pt x="15917762" y="13909570"/>
                </a:cubicBezTo>
                <a:close/>
                <a:moveTo>
                  <a:pt x="6418462" y="13903509"/>
                </a:moveTo>
                <a:cubicBezTo>
                  <a:pt x="6427580" y="13903920"/>
                  <a:pt x="6436544" y="13907809"/>
                  <a:pt x="6443188" y="13915081"/>
                </a:cubicBezTo>
                <a:cubicBezTo>
                  <a:pt x="6456476" y="13929623"/>
                  <a:pt x="6455460" y="13952183"/>
                  <a:pt x="6440918" y="13965471"/>
                </a:cubicBezTo>
                <a:cubicBezTo>
                  <a:pt x="6426378" y="13978760"/>
                  <a:pt x="6403816" y="13977744"/>
                  <a:pt x="6390528" y="13963202"/>
                </a:cubicBezTo>
                <a:cubicBezTo>
                  <a:pt x="6377238" y="13948660"/>
                  <a:pt x="6378254" y="13926099"/>
                  <a:pt x="6392796" y="13912810"/>
                </a:cubicBezTo>
                <a:cubicBezTo>
                  <a:pt x="6400068" y="13906166"/>
                  <a:pt x="6409342" y="13903098"/>
                  <a:pt x="6418462" y="13903509"/>
                </a:cubicBezTo>
                <a:close/>
                <a:moveTo>
                  <a:pt x="15215346" y="13881792"/>
                </a:moveTo>
                <a:cubicBezTo>
                  <a:pt x="15241330" y="13882962"/>
                  <a:pt x="15266866" y="13894045"/>
                  <a:pt x="15285798" y="13914763"/>
                </a:cubicBezTo>
                <a:cubicBezTo>
                  <a:pt x="15323666" y="13956199"/>
                  <a:pt x="15320770" y="14020485"/>
                  <a:pt x="15279334" y="14058350"/>
                </a:cubicBezTo>
                <a:cubicBezTo>
                  <a:pt x="15237898" y="14096214"/>
                  <a:pt x="15173610" y="14093319"/>
                  <a:pt x="15135746" y="14051883"/>
                </a:cubicBezTo>
                <a:cubicBezTo>
                  <a:pt x="15097882" y="14010447"/>
                  <a:pt x="15100778" y="13946160"/>
                  <a:pt x="15142214" y="13908296"/>
                </a:cubicBezTo>
                <a:cubicBezTo>
                  <a:pt x="15162934" y="13889364"/>
                  <a:pt x="15189362" y="13880622"/>
                  <a:pt x="15215346" y="13881792"/>
                </a:cubicBezTo>
                <a:close/>
                <a:moveTo>
                  <a:pt x="5715986" y="13876512"/>
                </a:moveTo>
                <a:cubicBezTo>
                  <a:pt x="5723914" y="13876869"/>
                  <a:pt x="5731706" y="13880249"/>
                  <a:pt x="5737482" y="13886571"/>
                </a:cubicBezTo>
                <a:cubicBezTo>
                  <a:pt x="5749034" y="13899213"/>
                  <a:pt x="5748152" y="13918827"/>
                  <a:pt x="5735510" y="13930380"/>
                </a:cubicBezTo>
                <a:cubicBezTo>
                  <a:pt x="5722866" y="13941932"/>
                  <a:pt x="5703254" y="13941048"/>
                  <a:pt x="5691702" y="13928407"/>
                </a:cubicBezTo>
                <a:cubicBezTo>
                  <a:pt x="5680148" y="13915764"/>
                  <a:pt x="5681032" y="13896151"/>
                  <a:pt x="5693674" y="13884598"/>
                </a:cubicBezTo>
                <a:cubicBezTo>
                  <a:pt x="5699996" y="13878821"/>
                  <a:pt x="5708060" y="13876154"/>
                  <a:pt x="5715986" y="13876512"/>
                </a:cubicBezTo>
                <a:close/>
                <a:moveTo>
                  <a:pt x="14512862" y="13855544"/>
                </a:moveTo>
                <a:cubicBezTo>
                  <a:pt x="14537468" y="13856653"/>
                  <a:pt x="14561652" y="13867149"/>
                  <a:pt x="14579582" y="13886769"/>
                </a:cubicBezTo>
                <a:cubicBezTo>
                  <a:pt x="14615440" y="13926010"/>
                  <a:pt x="14612700" y="13986890"/>
                  <a:pt x="14573458" y="14022750"/>
                </a:cubicBezTo>
                <a:cubicBezTo>
                  <a:pt x="14534218" y="14058607"/>
                  <a:pt x="14473338" y="14055866"/>
                  <a:pt x="14437480" y="14016625"/>
                </a:cubicBezTo>
                <a:cubicBezTo>
                  <a:pt x="14401622" y="13977385"/>
                  <a:pt x="14404362" y="13916505"/>
                  <a:pt x="14443604" y="13880645"/>
                </a:cubicBezTo>
                <a:cubicBezTo>
                  <a:pt x="14463224" y="13862714"/>
                  <a:pt x="14488254" y="13854436"/>
                  <a:pt x="14512862" y="13855544"/>
                </a:cubicBezTo>
                <a:close/>
                <a:moveTo>
                  <a:pt x="5013480" y="13850724"/>
                </a:moveTo>
                <a:cubicBezTo>
                  <a:pt x="5019914" y="13851014"/>
                  <a:pt x="5026238" y="13853758"/>
                  <a:pt x="5030926" y="13858888"/>
                </a:cubicBezTo>
                <a:cubicBezTo>
                  <a:pt x="5040302" y="13869148"/>
                  <a:pt x="5039586" y="13885065"/>
                  <a:pt x="5029326" y="13894441"/>
                </a:cubicBezTo>
                <a:cubicBezTo>
                  <a:pt x="5019066" y="13903816"/>
                  <a:pt x="5003148" y="13903100"/>
                  <a:pt x="4993772" y="13892840"/>
                </a:cubicBezTo>
                <a:cubicBezTo>
                  <a:pt x="4984396" y="13882580"/>
                  <a:pt x="4985112" y="13866662"/>
                  <a:pt x="4995374" y="13857286"/>
                </a:cubicBezTo>
                <a:cubicBezTo>
                  <a:pt x="5000504" y="13852598"/>
                  <a:pt x="5007048" y="13850434"/>
                  <a:pt x="5013480" y="13850724"/>
                </a:cubicBezTo>
                <a:close/>
                <a:moveTo>
                  <a:pt x="13810348" y="13829930"/>
                </a:moveTo>
                <a:cubicBezTo>
                  <a:pt x="13833418" y="13830969"/>
                  <a:pt x="13856090" y="13840809"/>
                  <a:pt x="13872898" y="13859203"/>
                </a:cubicBezTo>
                <a:cubicBezTo>
                  <a:pt x="13906514" y="13895990"/>
                  <a:pt x="13903946" y="13953064"/>
                  <a:pt x="13867158" y="13986681"/>
                </a:cubicBezTo>
                <a:cubicBezTo>
                  <a:pt x="13830370" y="14020299"/>
                  <a:pt x="13773296" y="14017728"/>
                  <a:pt x="13739678" y="13980939"/>
                </a:cubicBezTo>
                <a:cubicBezTo>
                  <a:pt x="13706062" y="13944153"/>
                  <a:pt x="13708632" y="13887079"/>
                  <a:pt x="13745420" y="13853462"/>
                </a:cubicBezTo>
                <a:cubicBezTo>
                  <a:pt x="13763814" y="13836653"/>
                  <a:pt x="13787280" y="13828892"/>
                  <a:pt x="13810348" y="13829930"/>
                </a:cubicBezTo>
                <a:close/>
                <a:moveTo>
                  <a:pt x="4310994" y="13824656"/>
                </a:moveTo>
                <a:cubicBezTo>
                  <a:pt x="4316008" y="13824882"/>
                  <a:pt x="4320934" y="13827020"/>
                  <a:pt x="4324586" y="13831016"/>
                </a:cubicBezTo>
                <a:cubicBezTo>
                  <a:pt x="4331890" y="13839009"/>
                  <a:pt x="4331332" y="13851411"/>
                  <a:pt x="4323340" y="13858715"/>
                </a:cubicBezTo>
                <a:cubicBezTo>
                  <a:pt x="4315346" y="13866020"/>
                  <a:pt x="4302944" y="13865462"/>
                  <a:pt x="4295638" y="13857468"/>
                </a:cubicBezTo>
                <a:cubicBezTo>
                  <a:pt x="4288334" y="13849475"/>
                  <a:pt x="4288894" y="13837073"/>
                  <a:pt x="4296886" y="13829769"/>
                </a:cubicBezTo>
                <a:cubicBezTo>
                  <a:pt x="4300884" y="13826116"/>
                  <a:pt x="4305982" y="13824430"/>
                  <a:pt x="4310994" y="13824656"/>
                </a:cubicBezTo>
                <a:close/>
                <a:moveTo>
                  <a:pt x="13107856" y="13803858"/>
                </a:moveTo>
                <a:cubicBezTo>
                  <a:pt x="13129504" y="13804833"/>
                  <a:pt x="13150780" y="13814067"/>
                  <a:pt x="13166552" y="13831327"/>
                </a:cubicBezTo>
                <a:cubicBezTo>
                  <a:pt x="13198098" y="13865848"/>
                  <a:pt x="13195686" y="13919404"/>
                  <a:pt x="13161166" y="13950950"/>
                </a:cubicBezTo>
                <a:cubicBezTo>
                  <a:pt x="13126646" y="13982495"/>
                  <a:pt x="13073090" y="13980083"/>
                  <a:pt x="13041544" y="13945561"/>
                </a:cubicBezTo>
                <a:cubicBezTo>
                  <a:pt x="13009998" y="13911040"/>
                  <a:pt x="13012410" y="13857484"/>
                  <a:pt x="13046930" y="13825939"/>
                </a:cubicBezTo>
                <a:cubicBezTo>
                  <a:pt x="13064190" y="13810166"/>
                  <a:pt x="13086210" y="13802883"/>
                  <a:pt x="13107856" y="13803858"/>
                </a:cubicBezTo>
                <a:close/>
                <a:moveTo>
                  <a:pt x="3608506" y="13798407"/>
                </a:moveTo>
                <a:cubicBezTo>
                  <a:pt x="3612144" y="13798571"/>
                  <a:pt x="3615718" y="13800121"/>
                  <a:pt x="3618366" y="13803020"/>
                </a:cubicBezTo>
                <a:cubicBezTo>
                  <a:pt x="3623664" y="13808818"/>
                  <a:pt x="3623260" y="13817813"/>
                  <a:pt x="3617460" y="13823113"/>
                </a:cubicBezTo>
                <a:cubicBezTo>
                  <a:pt x="3611662" y="13828410"/>
                  <a:pt x="3602668" y="13828006"/>
                  <a:pt x="3597368" y="13822207"/>
                </a:cubicBezTo>
                <a:cubicBezTo>
                  <a:pt x="3592070" y="13816410"/>
                  <a:pt x="3592474" y="13807414"/>
                  <a:pt x="3598274" y="13802116"/>
                </a:cubicBezTo>
                <a:cubicBezTo>
                  <a:pt x="3601172" y="13799467"/>
                  <a:pt x="3604870" y="13798244"/>
                  <a:pt x="3608506" y="13798407"/>
                </a:cubicBezTo>
                <a:close/>
                <a:moveTo>
                  <a:pt x="12405412" y="13776714"/>
                </a:moveTo>
                <a:cubicBezTo>
                  <a:pt x="12425912" y="13777637"/>
                  <a:pt x="12446062" y="13786380"/>
                  <a:pt x="12460998" y="13802727"/>
                </a:cubicBezTo>
                <a:cubicBezTo>
                  <a:pt x="12490872" y="13835418"/>
                  <a:pt x="12488588" y="13886140"/>
                  <a:pt x="12455898" y="13916012"/>
                </a:cubicBezTo>
                <a:cubicBezTo>
                  <a:pt x="12423206" y="13945885"/>
                  <a:pt x="12372486" y="13943602"/>
                  <a:pt x="12342612" y="13910910"/>
                </a:cubicBezTo>
                <a:cubicBezTo>
                  <a:pt x="12312738" y="13878218"/>
                  <a:pt x="12315022" y="13827498"/>
                  <a:pt x="12347714" y="13797625"/>
                </a:cubicBezTo>
                <a:cubicBezTo>
                  <a:pt x="12364060" y="13782689"/>
                  <a:pt x="12384912" y="13775791"/>
                  <a:pt x="12405412" y="13776714"/>
                </a:cubicBezTo>
                <a:close/>
                <a:moveTo>
                  <a:pt x="2899778" y="13774588"/>
                </a:moveTo>
                <a:cubicBezTo>
                  <a:pt x="2903308" y="13771361"/>
                  <a:pt x="2908788" y="13771607"/>
                  <a:pt x="2912016" y="13775139"/>
                </a:cubicBezTo>
                <a:cubicBezTo>
                  <a:pt x="2915242" y="13778670"/>
                  <a:pt x="2914996" y="13784150"/>
                  <a:pt x="2911464" y="13787377"/>
                </a:cubicBezTo>
                <a:cubicBezTo>
                  <a:pt x="2907932" y="13790604"/>
                  <a:pt x="2902454" y="13790357"/>
                  <a:pt x="2899226" y="13786826"/>
                </a:cubicBezTo>
                <a:cubicBezTo>
                  <a:pt x="2895998" y="13783294"/>
                  <a:pt x="2896246" y="13777816"/>
                  <a:pt x="2899778" y="13774588"/>
                </a:cubicBezTo>
                <a:close/>
                <a:moveTo>
                  <a:pt x="11702928" y="13750467"/>
                </a:moveTo>
                <a:cubicBezTo>
                  <a:pt x="11722052" y="13751328"/>
                  <a:pt x="11740848" y="13759485"/>
                  <a:pt x="11754782" y="13774733"/>
                </a:cubicBezTo>
                <a:cubicBezTo>
                  <a:pt x="11782650" y="13805230"/>
                  <a:pt x="11780520" y="13852544"/>
                  <a:pt x="11750024" y="13880412"/>
                </a:cubicBezTo>
                <a:cubicBezTo>
                  <a:pt x="11719528" y="13908280"/>
                  <a:pt x="11672214" y="13906148"/>
                  <a:pt x="11644346" y="13875652"/>
                </a:cubicBezTo>
                <a:cubicBezTo>
                  <a:pt x="11616478" y="13845155"/>
                  <a:pt x="11618608" y="13797842"/>
                  <a:pt x="11649104" y="13769974"/>
                </a:cubicBezTo>
                <a:cubicBezTo>
                  <a:pt x="11664352" y="13756040"/>
                  <a:pt x="11683804" y="13749606"/>
                  <a:pt x="11702928" y="13750467"/>
                </a:cubicBezTo>
                <a:close/>
                <a:moveTo>
                  <a:pt x="2202198" y="13748066"/>
                </a:moveTo>
                <a:cubicBezTo>
                  <a:pt x="2202910" y="13747415"/>
                  <a:pt x="2204014" y="13747465"/>
                  <a:pt x="2204664" y="13748176"/>
                </a:cubicBezTo>
                <a:cubicBezTo>
                  <a:pt x="2205314" y="13748888"/>
                  <a:pt x="2205264" y="13749992"/>
                  <a:pt x="2204552" y="13750643"/>
                </a:cubicBezTo>
                <a:cubicBezTo>
                  <a:pt x="2203840" y="13751293"/>
                  <a:pt x="2202736" y="13751244"/>
                  <a:pt x="2202086" y="13750532"/>
                </a:cubicBezTo>
                <a:cubicBezTo>
                  <a:pt x="2201436" y="13749820"/>
                  <a:pt x="2201486" y="13748716"/>
                  <a:pt x="2202198" y="13748066"/>
                </a:cubicBezTo>
                <a:close/>
                <a:moveTo>
                  <a:pt x="11000372" y="13724676"/>
                </a:moveTo>
                <a:cubicBezTo>
                  <a:pt x="11018002" y="13725470"/>
                  <a:pt x="11035330" y="13732989"/>
                  <a:pt x="11048176" y="13747047"/>
                </a:cubicBezTo>
                <a:cubicBezTo>
                  <a:pt x="11073868" y="13775162"/>
                  <a:pt x="11071904" y="13818780"/>
                  <a:pt x="11043788" y="13844471"/>
                </a:cubicBezTo>
                <a:cubicBezTo>
                  <a:pt x="11015674" y="13870162"/>
                  <a:pt x="10972056" y="13868199"/>
                  <a:pt x="10946364" y="13840085"/>
                </a:cubicBezTo>
                <a:cubicBezTo>
                  <a:pt x="10920672" y="13811970"/>
                  <a:pt x="10922638" y="13768351"/>
                  <a:pt x="10950752" y="13742659"/>
                </a:cubicBezTo>
                <a:cubicBezTo>
                  <a:pt x="10964810" y="13729814"/>
                  <a:pt x="10982742" y="13723882"/>
                  <a:pt x="11000372" y="13724676"/>
                </a:cubicBezTo>
                <a:close/>
                <a:moveTo>
                  <a:pt x="10297880" y="13698604"/>
                </a:moveTo>
                <a:cubicBezTo>
                  <a:pt x="10314090" y="13699334"/>
                  <a:pt x="10330020" y="13706248"/>
                  <a:pt x="10341830" y="13719172"/>
                </a:cubicBezTo>
                <a:cubicBezTo>
                  <a:pt x="10365450" y="13745020"/>
                  <a:pt x="10363644" y="13785121"/>
                  <a:pt x="10337796" y="13808741"/>
                </a:cubicBezTo>
                <a:cubicBezTo>
                  <a:pt x="10311948" y="13832361"/>
                  <a:pt x="10271848" y="13830554"/>
                  <a:pt x="10248228" y="13804706"/>
                </a:cubicBezTo>
                <a:cubicBezTo>
                  <a:pt x="10224608" y="13778859"/>
                  <a:pt x="10226412" y="13738758"/>
                  <a:pt x="10252260" y="13715136"/>
                </a:cubicBezTo>
                <a:cubicBezTo>
                  <a:pt x="10265184" y="13703327"/>
                  <a:pt x="10281672" y="13697874"/>
                  <a:pt x="10297880" y="13698604"/>
                </a:cubicBezTo>
                <a:close/>
                <a:moveTo>
                  <a:pt x="9595388" y="13672532"/>
                </a:moveTo>
                <a:cubicBezTo>
                  <a:pt x="9610176" y="13673198"/>
                  <a:pt x="9624710" y="13679504"/>
                  <a:pt x="9635484" y="13691296"/>
                </a:cubicBezTo>
                <a:cubicBezTo>
                  <a:pt x="9657032" y="13714877"/>
                  <a:pt x="9655386" y="13751462"/>
                  <a:pt x="9631804" y="13773012"/>
                </a:cubicBezTo>
                <a:cubicBezTo>
                  <a:pt x="9608222" y="13794562"/>
                  <a:pt x="9571636" y="13792913"/>
                  <a:pt x="9550088" y="13769332"/>
                </a:cubicBezTo>
                <a:cubicBezTo>
                  <a:pt x="9528538" y="13745751"/>
                  <a:pt x="9530186" y="13709166"/>
                  <a:pt x="9553768" y="13687616"/>
                </a:cubicBezTo>
                <a:cubicBezTo>
                  <a:pt x="9565560" y="13676841"/>
                  <a:pt x="9580602" y="13671866"/>
                  <a:pt x="9595388" y="13672532"/>
                </a:cubicBezTo>
                <a:close/>
                <a:moveTo>
                  <a:pt x="8892906" y="13646284"/>
                </a:moveTo>
                <a:cubicBezTo>
                  <a:pt x="8906316" y="13646888"/>
                  <a:pt x="8919498" y="13652607"/>
                  <a:pt x="8929268" y="13663301"/>
                </a:cubicBezTo>
                <a:cubicBezTo>
                  <a:pt x="8948810" y="13684687"/>
                  <a:pt x="8947316" y="13717867"/>
                  <a:pt x="8925930" y="13737409"/>
                </a:cubicBezTo>
                <a:cubicBezTo>
                  <a:pt x="8904544" y="13756952"/>
                  <a:pt x="8871364" y="13755458"/>
                  <a:pt x="8851822" y="13734072"/>
                </a:cubicBezTo>
                <a:cubicBezTo>
                  <a:pt x="8832280" y="13712686"/>
                  <a:pt x="8833774" y="13679507"/>
                  <a:pt x="8855160" y="13659963"/>
                </a:cubicBezTo>
                <a:cubicBezTo>
                  <a:pt x="8865854" y="13650192"/>
                  <a:pt x="8879494" y="13645680"/>
                  <a:pt x="8892906" y="13646284"/>
                </a:cubicBezTo>
                <a:close/>
                <a:moveTo>
                  <a:pt x="8190468" y="13618966"/>
                </a:moveTo>
                <a:cubicBezTo>
                  <a:pt x="8202778" y="13619520"/>
                  <a:pt x="8214874" y="13624770"/>
                  <a:pt x="8223842" y="13634584"/>
                </a:cubicBezTo>
                <a:cubicBezTo>
                  <a:pt x="8241780" y="13654213"/>
                  <a:pt x="8240408" y="13684665"/>
                  <a:pt x="8220780" y="13702601"/>
                </a:cubicBezTo>
                <a:cubicBezTo>
                  <a:pt x="8201152" y="13720539"/>
                  <a:pt x="8170698" y="13719167"/>
                  <a:pt x="8152762" y="13699539"/>
                </a:cubicBezTo>
                <a:cubicBezTo>
                  <a:pt x="8134826" y="13679909"/>
                  <a:pt x="8136196" y="13649458"/>
                  <a:pt x="8155826" y="13631521"/>
                </a:cubicBezTo>
                <a:cubicBezTo>
                  <a:pt x="8165640" y="13622553"/>
                  <a:pt x="8178160" y="13618411"/>
                  <a:pt x="8190468" y="13618966"/>
                </a:cubicBezTo>
                <a:close/>
                <a:moveTo>
                  <a:pt x="16986966" y="13605864"/>
                </a:moveTo>
                <a:cubicBezTo>
                  <a:pt x="17013934" y="13607079"/>
                  <a:pt x="17040442" y="13618582"/>
                  <a:pt x="17060090" y="13640085"/>
                </a:cubicBezTo>
                <a:cubicBezTo>
                  <a:pt x="17099390" y="13683091"/>
                  <a:pt x="17096386" y="13749814"/>
                  <a:pt x="17053378" y="13789115"/>
                </a:cubicBezTo>
                <a:cubicBezTo>
                  <a:pt x="17010370" y="13828415"/>
                  <a:pt x="16943646" y="13825410"/>
                  <a:pt x="16904346" y="13782403"/>
                </a:cubicBezTo>
                <a:cubicBezTo>
                  <a:pt x="16865046" y="13739396"/>
                  <a:pt x="16868050" y="13672674"/>
                  <a:pt x="16911058" y="13633373"/>
                </a:cubicBezTo>
                <a:cubicBezTo>
                  <a:pt x="16932562" y="13613723"/>
                  <a:pt x="16959994" y="13604649"/>
                  <a:pt x="16986966" y="13605864"/>
                </a:cubicBezTo>
                <a:close/>
                <a:moveTo>
                  <a:pt x="7487906" y="13594423"/>
                </a:moveTo>
                <a:cubicBezTo>
                  <a:pt x="7498402" y="13594896"/>
                  <a:pt x="7508718" y="13599373"/>
                  <a:pt x="7516366" y="13607742"/>
                </a:cubicBezTo>
                <a:cubicBezTo>
                  <a:pt x="7531660" y="13624479"/>
                  <a:pt x="7530490" y="13650446"/>
                  <a:pt x="7513754" y="13665741"/>
                </a:cubicBezTo>
                <a:cubicBezTo>
                  <a:pt x="7497016" y="13681036"/>
                  <a:pt x="7471048" y="13679866"/>
                  <a:pt x="7455754" y="13663129"/>
                </a:cubicBezTo>
                <a:cubicBezTo>
                  <a:pt x="7440460" y="13646391"/>
                  <a:pt x="7441628" y="13620424"/>
                  <a:pt x="7458366" y="13605129"/>
                </a:cubicBezTo>
                <a:cubicBezTo>
                  <a:pt x="7466736" y="13597482"/>
                  <a:pt x="7477412" y="13593951"/>
                  <a:pt x="7487906" y="13594423"/>
                </a:cubicBezTo>
                <a:close/>
                <a:moveTo>
                  <a:pt x="16284698" y="13574261"/>
                </a:moveTo>
                <a:cubicBezTo>
                  <a:pt x="16311666" y="13575475"/>
                  <a:pt x="16338170" y="13586978"/>
                  <a:pt x="16357822" y="13608482"/>
                </a:cubicBezTo>
                <a:cubicBezTo>
                  <a:pt x="16397122" y="13651488"/>
                  <a:pt x="16394114" y="13718212"/>
                  <a:pt x="16351110" y="13757511"/>
                </a:cubicBezTo>
                <a:cubicBezTo>
                  <a:pt x="16308102" y="13796812"/>
                  <a:pt x="16241378" y="13793807"/>
                  <a:pt x="16202078" y="13750800"/>
                </a:cubicBezTo>
                <a:cubicBezTo>
                  <a:pt x="16162778" y="13707793"/>
                  <a:pt x="16165782" y="13641071"/>
                  <a:pt x="16208790" y="13601770"/>
                </a:cubicBezTo>
                <a:cubicBezTo>
                  <a:pt x="16230294" y="13582121"/>
                  <a:pt x="16257726" y="13573046"/>
                  <a:pt x="16284698" y="13574261"/>
                </a:cubicBezTo>
                <a:close/>
                <a:moveTo>
                  <a:pt x="6785416" y="13568350"/>
                </a:moveTo>
                <a:cubicBezTo>
                  <a:pt x="6794490" y="13568759"/>
                  <a:pt x="6803408" y="13572630"/>
                  <a:pt x="6810020" y="13579866"/>
                </a:cubicBezTo>
                <a:cubicBezTo>
                  <a:pt x="6823244" y="13594336"/>
                  <a:pt x="6822232" y="13616787"/>
                  <a:pt x="6807762" y="13630011"/>
                </a:cubicBezTo>
                <a:cubicBezTo>
                  <a:pt x="6793290" y="13643235"/>
                  <a:pt x="6770840" y="13642224"/>
                  <a:pt x="6757616" y="13627753"/>
                </a:cubicBezTo>
                <a:cubicBezTo>
                  <a:pt x="6744392" y="13613282"/>
                  <a:pt x="6745402" y="13590831"/>
                  <a:pt x="6759874" y="13577607"/>
                </a:cubicBezTo>
                <a:cubicBezTo>
                  <a:pt x="6767110" y="13570995"/>
                  <a:pt x="6776340" y="13567943"/>
                  <a:pt x="6785416" y="13568350"/>
                </a:cubicBezTo>
                <a:close/>
                <a:moveTo>
                  <a:pt x="15582278" y="13546485"/>
                </a:moveTo>
                <a:cubicBezTo>
                  <a:pt x="15608262" y="13547654"/>
                  <a:pt x="15633802" y="13558738"/>
                  <a:pt x="15652734" y="13579456"/>
                </a:cubicBezTo>
                <a:cubicBezTo>
                  <a:pt x="15690598" y="13620892"/>
                  <a:pt x="15687702" y="13685178"/>
                  <a:pt x="15646266" y="13723042"/>
                </a:cubicBezTo>
                <a:cubicBezTo>
                  <a:pt x="15604830" y="13760907"/>
                  <a:pt x="15540546" y="13758012"/>
                  <a:pt x="15502678" y="13716576"/>
                </a:cubicBezTo>
                <a:cubicBezTo>
                  <a:pt x="15464814" y="13675140"/>
                  <a:pt x="15467710" y="13610854"/>
                  <a:pt x="15509146" y="13572989"/>
                </a:cubicBezTo>
                <a:cubicBezTo>
                  <a:pt x="15529866" y="13554057"/>
                  <a:pt x="15556294" y="13545315"/>
                  <a:pt x="15582278" y="13546485"/>
                </a:cubicBezTo>
                <a:close/>
                <a:moveTo>
                  <a:pt x="6082880" y="13542102"/>
                </a:moveTo>
                <a:cubicBezTo>
                  <a:pt x="6090578" y="13542448"/>
                  <a:pt x="6098144" y="13545732"/>
                  <a:pt x="6103752" y="13551870"/>
                </a:cubicBezTo>
                <a:cubicBezTo>
                  <a:pt x="6114970" y="13564145"/>
                  <a:pt x="6114112" y="13583190"/>
                  <a:pt x="6101836" y="13594408"/>
                </a:cubicBezTo>
                <a:cubicBezTo>
                  <a:pt x="6089562" y="13605626"/>
                  <a:pt x="6070516" y="13604769"/>
                  <a:pt x="6059298" y="13592493"/>
                </a:cubicBezTo>
                <a:cubicBezTo>
                  <a:pt x="6048080" y="13580217"/>
                  <a:pt x="6048938" y="13561172"/>
                  <a:pt x="6061214" y="13549954"/>
                </a:cubicBezTo>
                <a:cubicBezTo>
                  <a:pt x="6067352" y="13544345"/>
                  <a:pt x="6075182" y="13541755"/>
                  <a:pt x="6082880" y="13542102"/>
                </a:cubicBezTo>
                <a:close/>
                <a:moveTo>
                  <a:pt x="14879796" y="13520236"/>
                </a:moveTo>
                <a:cubicBezTo>
                  <a:pt x="14904402" y="13521344"/>
                  <a:pt x="14928586" y="13531840"/>
                  <a:pt x="14946518" y="13551461"/>
                </a:cubicBezTo>
                <a:cubicBezTo>
                  <a:pt x="14982374" y="13590701"/>
                  <a:pt x="14979634" y="13651581"/>
                  <a:pt x="14940394" y="13687440"/>
                </a:cubicBezTo>
                <a:cubicBezTo>
                  <a:pt x="14901152" y="13723299"/>
                  <a:pt x="14840272" y="13720558"/>
                  <a:pt x="14804414" y="13681316"/>
                </a:cubicBezTo>
                <a:cubicBezTo>
                  <a:pt x="14768556" y="13642076"/>
                  <a:pt x="14771296" y="13581196"/>
                  <a:pt x="14810538" y="13545337"/>
                </a:cubicBezTo>
                <a:cubicBezTo>
                  <a:pt x="14830158" y="13527407"/>
                  <a:pt x="14855188" y="13519128"/>
                  <a:pt x="14879796" y="13520236"/>
                </a:cubicBezTo>
                <a:close/>
                <a:moveTo>
                  <a:pt x="5380416" y="13515415"/>
                </a:moveTo>
                <a:cubicBezTo>
                  <a:pt x="5386850" y="13515704"/>
                  <a:pt x="5393174" y="13518448"/>
                  <a:pt x="5397862" y="13523578"/>
                </a:cubicBezTo>
                <a:cubicBezTo>
                  <a:pt x="5407236" y="13533838"/>
                  <a:pt x="5406520" y="13549755"/>
                  <a:pt x="5396260" y="13559131"/>
                </a:cubicBezTo>
                <a:cubicBezTo>
                  <a:pt x="5386000" y="13568506"/>
                  <a:pt x="5370082" y="13567790"/>
                  <a:pt x="5360706" y="13557530"/>
                </a:cubicBezTo>
                <a:cubicBezTo>
                  <a:pt x="5351330" y="13547270"/>
                  <a:pt x="5352048" y="13531352"/>
                  <a:pt x="5362308" y="13521976"/>
                </a:cubicBezTo>
                <a:cubicBezTo>
                  <a:pt x="5367438" y="13517289"/>
                  <a:pt x="5373982" y="13515123"/>
                  <a:pt x="5380416" y="13515415"/>
                </a:cubicBezTo>
                <a:close/>
                <a:moveTo>
                  <a:pt x="14177276" y="13494797"/>
                </a:moveTo>
                <a:cubicBezTo>
                  <a:pt x="14200300" y="13495834"/>
                  <a:pt x="14222928" y="13505655"/>
                  <a:pt x="14239704" y="13524013"/>
                </a:cubicBezTo>
                <a:cubicBezTo>
                  <a:pt x="14273256" y="13560729"/>
                  <a:pt x="14270692" y="13617693"/>
                  <a:pt x="14233976" y="13651243"/>
                </a:cubicBezTo>
                <a:cubicBezTo>
                  <a:pt x="14197260" y="13684797"/>
                  <a:pt x="14140296" y="13682228"/>
                  <a:pt x="14106746" y="13645512"/>
                </a:cubicBezTo>
                <a:cubicBezTo>
                  <a:pt x="14073194" y="13608796"/>
                  <a:pt x="14075760" y="13551833"/>
                  <a:pt x="14112474" y="13518282"/>
                </a:cubicBezTo>
                <a:cubicBezTo>
                  <a:pt x="14130832" y="13501506"/>
                  <a:pt x="14154252" y="13493760"/>
                  <a:pt x="14177276" y="13494797"/>
                </a:cubicBezTo>
                <a:close/>
                <a:moveTo>
                  <a:pt x="4677888" y="13490246"/>
                </a:moveTo>
                <a:cubicBezTo>
                  <a:pt x="4682670" y="13490462"/>
                  <a:pt x="4687372" y="13492502"/>
                  <a:pt x="4690856" y="13496315"/>
                </a:cubicBezTo>
                <a:cubicBezTo>
                  <a:pt x="4697826" y="13503942"/>
                  <a:pt x="4697292" y="13515774"/>
                  <a:pt x="4689664" y="13522744"/>
                </a:cubicBezTo>
                <a:cubicBezTo>
                  <a:pt x="4682038" y="13529713"/>
                  <a:pt x="4670206" y="13529181"/>
                  <a:pt x="4663236" y="13521553"/>
                </a:cubicBezTo>
                <a:cubicBezTo>
                  <a:pt x="4656266" y="13513927"/>
                  <a:pt x="4656798" y="13502095"/>
                  <a:pt x="4664426" y="13495125"/>
                </a:cubicBezTo>
                <a:cubicBezTo>
                  <a:pt x="4668240" y="13491640"/>
                  <a:pt x="4673106" y="13490031"/>
                  <a:pt x="4677888" y="13490246"/>
                </a:cubicBezTo>
                <a:close/>
                <a:moveTo>
                  <a:pt x="13474790" y="13468552"/>
                </a:moveTo>
                <a:cubicBezTo>
                  <a:pt x="13496438" y="13469527"/>
                  <a:pt x="13517714" y="13478760"/>
                  <a:pt x="13533486" y="13496021"/>
                </a:cubicBezTo>
                <a:cubicBezTo>
                  <a:pt x="13565032" y="13530542"/>
                  <a:pt x="13562620" y="13584098"/>
                  <a:pt x="13528098" y="13615643"/>
                </a:cubicBezTo>
                <a:cubicBezTo>
                  <a:pt x="13493578" y="13647188"/>
                  <a:pt x="13440022" y="13644776"/>
                  <a:pt x="13408476" y="13610255"/>
                </a:cubicBezTo>
                <a:cubicBezTo>
                  <a:pt x="13376930" y="13575734"/>
                  <a:pt x="13379342" y="13522178"/>
                  <a:pt x="13413864" y="13490633"/>
                </a:cubicBezTo>
                <a:cubicBezTo>
                  <a:pt x="13431124" y="13474860"/>
                  <a:pt x="13453144" y="13467577"/>
                  <a:pt x="13474790" y="13468552"/>
                </a:cubicBezTo>
                <a:close/>
                <a:moveTo>
                  <a:pt x="3975440" y="13463099"/>
                </a:moveTo>
                <a:cubicBezTo>
                  <a:pt x="3979078" y="13463263"/>
                  <a:pt x="3982652" y="13464813"/>
                  <a:pt x="3985300" y="13467711"/>
                </a:cubicBezTo>
                <a:cubicBezTo>
                  <a:pt x="3990598" y="13473510"/>
                  <a:pt x="3990192" y="13482506"/>
                  <a:pt x="3984394" y="13487805"/>
                </a:cubicBezTo>
                <a:cubicBezTo>
                  <a:pt x="3978596" y="13493102"/>
                  <a:pt x="3969602" y="13492698"/>
                  <a:pt x="3964302" y="13486900"/>
                </a:cubicBezTo>
                <a:cubicBezTo>
                  <a:pt x="3959004" y="13481101"/>
                  <a:pt x="3959408" y="13472106"/>
                  <a:pt x="3965208" y="13466808"/>
                </a:cubicBezTo>
                <a:cubicBezTo>
                  <a:pt x="3968106" y="13464159"/>
                  <a:pt x="3971804" y="13462937"/>
                  <a:pt x="3975440" y="13463099"/>
                </a:cubicBezTo>
                <a:close/>
                <a:moveTo>
                  <a:pt x="12772306" y="13442304"/>
                </a:moveTo>
                <a:cubicBezTo>
                  <a:pt x="12792576" y="13443218"/>
                  <a:pt x="12812498" y="13451864"/>
                  <a:pt x="12827268" y="13468026"/>
                </a:cubicBezTo>
                <a:cubicBezTo>
                  <a:pt x="12856808" y="13500351"/>
                  <a:pt x="12854550" y="13550503"/>
                  <a:pt x="12822224" y="13580042"/>
                </a:cubicBezTo>
                <a:cubicBezTo>
                  <a:pt x="12789900" y="13609581"/>
                  <a:pt x="12739748" y="13607321"/>
                  <a:pt x="12710210" y="13574996"/>
                </a:cubicBezTo>
                <a:cubicBezTo>
                  <a:pt x="12680670" y="13542670"/>
                  <a:pt x="12682928" y="13492520"/>
                  <a:pt x="12715254" y="13462980"/>
                </a:cubicBezTo>
                <a:cubicBezTo>
                  <a:pt x="12731416" y="13448212"/>
                  <a:pt x="12752034" y="13441392"/>
                  <a:pt x="12772306" y="13442304"/>
                </a:cubicBezTo>
                <a:close/>
                <a:moveTo>
                  <a:pt x="3266712" y="13439280"/>
                </a:moveTo>
                <a:cubicBezTo>
                  <a:pt x="3270242" y="13436052"/>
                  <a:pt x="3275722" y="13436299"/>
                  <a:pt x="3278950" y="13439831"/>
                </a:cubicBezTo>
                <a:cubicBezTo>
                  <a:pt x="3282176" y="13443362"/>
                  <a:pt x="3281930" y="13448842"/>
                  <a:pt x="3278398" y="13452069"/>
                </a:cubicBezTo>
                <a:cubicBezTo>
                  <a:pt x="3274866" y="13455296"/>
                  <a:pt x="3269388" y="13455049"/>
                  <a:pt x="3266160" y="13451518"/>
                </a:cubicBezTo>
                <a:cubicBezTo>
                  <a:pt x="3262932" y="13447986"/>
                  <a:pt x="3263180" y="13442508"/>
                  <a:pt x="3266712" y="13439280"/>
                </a:cubicBezTo>
                <a:close/>
                <a:moveTo>
                  <a:pt x="12069842" y="13415617"/>
                </a:moveTo>
                <a:cubicBezTo>
                  <a:pt x="12088848" y="13416473"/>
                  <a:pt x="12107528" y="13424580"/>
                  <a:pt x="12121378" y="13439734"/>
                </a:cubicBezTo>
                <a:cubicBezTo>
                  <a:pt x="12149076" y="13470044"/>
                  <a:pt x="12146958" y="13517067"/>
                  <a:pt x="12116646" y="13544766"/>
                </a:cubicBezTo>
                <a:cubicBezTo>
                  <a:pt x="12086338" y="13572464"/>
                  <a:pt x="12039312" y="13570347"/>
                  <a:pt x="12011616" y="13540037"/>
                </a:cubicBezTo>
                <a:cubicBezTo>
                  <a:pt x="11983918" y="13509727"/>
                  <a:pt x="11986036" y="13462703"/>
                  <a:pt x="12016346" y="13435005"/>
                </a:cubicBezTo>
                <a:cubicBezTo>
                  <a:pt x="12031502" y="13421156"/>
                  <a:pt x="12050834" y="13414762"/>
                  <a:pt x="12069842" y="13415617"/>
                </a:cubicBezTo>
                <a:close/>
                <a:moveTo>
                  <a:pt x="2569132" y="13412757"/>
                </a:moveTo>
                <a:cubicBezTo>
                  <a:pt x="2569844" y="13412106"/>
                  <a:pt x="2570950" y="13412156"/>
                  <a:pt x="2571600" y="13412867"/>
                </a:cubicBezTo>
                <a:cubicBezTo>
                  <a:pt x="2572250" y="13413579"/>
                  <a:pt x="2572200" y="13414683"/>
                  <a:pt x="2571488" y="13415334"/>
                </a:cubicBezTo>
                <a:cubicBezTo>
                  <a:pt x="2570776" y="13415984"/>
                  <a:pt x="2569672" y="13415935"/>
                  <a:pt x="2569022" y="13415223"/>
                </a:cubicBezTo>
                <a:cubicBezTo>
                  <a:pt x="2568372" y="13414511"/>
                  <a:pt x="2568422" y="13413407"/>
                  <a:pt x="2569132" y="13412757"/>
                </a:cubicBezTo>
                <a:close/>
                <a:moveTo>
                  <a:pt x="11367326" y="13389518"/>
                </a:moveTo>
                <a:cubicBezTo>
                  <a:pt x="11384912" y="13390310"/>
                  <a:pt x="11402196" y="13397810"/>
                  <a:pt x="11415008" y="13411832"/>
                </a:cubicBezTo>
                <a:cubicBezTo>
                  <a:pt x="11440634" y="13439875"/>
                  <a:pt x="11438676" y="13483383"/>
                  <a:pt x="11410632" y="13509008"/>
                </a:cubicBezTo>
                <a:cubicBezTo>
                  <a:pt x="11382588" y="13534635"/>
                  <a:pt x="11339082" y="13532675"/>
                  <a:pt x="11313456" y="13504632"/>
                </a:cubicBezTo>
                <a:cubicBezTo>
                  <a:pt x="11287830" y="13476589"/>
                  <a:pt x="11289788" y="13433082"/>
                  <a:pt x="11317832" y="13407456"/>
                </a:cubicBezTo>
                <a:cubicBezTo>
                  <a:pt x="11331854" y="13394643"/>
                  <a:pt x="11349740" y="13388726"/>
                  <a:pt x="11367326" y="13389518"/>
                </a:cubicBezTo>
                <a:close/>
                <a:moveTo>
                  <a:pt x="10664816" y="13363295"/>
                </a:moveTo>
                <a:cubicBezTo>
                  <a:pt x="10681024" y="13364025"/>
                  <a:pt x="10696954" y="13370939"/>
                  <a:pt x="10708764" y="13383863"/>
                </a:cubicBezTo>
                <a:cubicBezTo>
                  <a:pt x="10732384" y="13409711"/>
                  <a:pt x="10730580" y="13449812"/>
                  <a:pt x="10704732" y="13473432"/>
                </a:cubicBezTo>
                <a:cubicBezTo>
                  <a:pt x="10678882" y="13497053"/>
                  <a:pt x="10638782" y="13495245"/>
                  <a:pt x="10615162" y="13469398"/>
                </a:cubicBezTo>
                <a:cubicBezTo>
                  <a:pt x="10591542" y="13443550"/>
                  <a:pt x="10593348" y="13403449"/>
                  <a:pt x="10619196" y="13379829"/>
                </a:cubicBezTo>
                <a:cubicBezTo>
                  <a:pt x="10632120" y="13368019"/>
                  <a:pt x="10648608" y="13362565"/>
                  <a:pt x="10664816" y="13363295"/>
                </a:cubicBezTo>
                <a:close/>
                <a:moveTo>
                  <a:pt x="9962322" y="13337223"/>
                </a:moveTo>
                <a:cubicBezTo>
                  <a:pt x="9977110" y="13337889"/>
                  <a:pt x="9991644" y="13344196"/>
                  <a:pt x="10002418" y="13355987"/>
                </a:cubicBezTo>
                <a:cubicBezTo>
                  <a:pt x="10023968" y="13379568"/>
                  <a:pt x="10022320" y="13416155"/>
                  <a:pt x="9998738" y="13437703"/>
                </a:cubicBezTo>
                <a:cubicBezTo>
                  <a:pt x="9975156" y="13459252"/>
                  <a:pt x="9938572" y="13457604"/>
                  <a:pt x="9917022" y="13434023"/>
                </a:cubicBezTo>
                <a:cubicBezTo>
                  <a:pt x="9895474" y="13410442"/>
                  <a:pt x="9897120" y="13373856"/>
                  <a:pt x="9920702" y="13352307"/>
                </a:cubicBezTo>
                <a:cubicBezTo>
                  <a:pt x="9932494" y="13341532"/>
                  <a:pt x="9947536" y="13336557"/>
                  <a:pt x="9962322" y="13337223"/>
                </a:cubicBezTo>
                <a:close/>
                <a:moveTo>
                  <a:pt x="9259838" y="13310977"/>
                </a:moveTo>
                <a:cubicBezTo>
                  <a:pt x="9273250" y="13311581"/>
                  <a:pt x="9286432" y="13317301"/>
                  <a:pt x="9296202" y="13327994"/>
                </a:cubicBezTo>
                <a:cubicBezTo>
                  <a:pt x="9315744" y="13349380"/>
                  <a:pt x="9314250" y="13382558"/>
                  <a:pt x="9292864" y="13402101"/>
                </a:cubicBezTo>
                <a:cubicBezTo>
                  <a:pt x="9271478" y="13421644"/>
                  <a:pt x="9238298" y="13420151"/>
                  <a:pt x="9218754" y="13398766"/>
                </a:cubicBezTo>
                <a:cubicBezTo>
                  <a:pt x="9199212" y="13377380"/>
                  <a:pt x="9200706" y="13344200"/>
                  <a:pt x="9222092" y="13324656"/>
                </a:cubicBezTo>
                <a:cubicBezTo>
                  <a:pt x="9232786" y="13314885"/>
                  <a:pt x="9246428" y="13310373"/>
                  <a:pt x="9259838" y="13310977"/>
                </a:cubicBezTo>
                <a:close/>
                <a:moveTo>
                  <a:pt x="8557402" y="13283657"/>
                </a:moveTo>
                <a:cubicBezTo>
                  <a:pt x="8569712" y="13284212"/>
                  <a:pt x="8581808" y="13289462"/>
                  <a:pt x="8590776" y="13299276"/>
                </a:cubicBezTo>
                <a:cubicBezTo>
                  <a:pt x="8608714" y="13318906"/>
                  <a:pt x="8607342" y="13349357"/>
                  <a:pt x="8587714" y="13367294"/>
                </a:cubicBezTo>
                <a:cubicBezTo>
                  <a:pt x="8568086" y="13385231"/>
                  <a:pt x="8537632" y="13383859"/>
                  <a:pt x="8519696" y="13364231"/>
                </a:cubicBezTo>
                <a:cubicBezTo>
                  <a:pt x="8501760" y="13344602"/>
                  <a:pt x="8503130" y="13314150"/>
                  <a:pt x="8522760" y="13296213"/>
                </a:cubicBezTo>
                <a:cubicBezTo>
                  <a:pt x="8532574" y="13287244"/>
                  <a:pt x="8545094" y="13283103"/>
                  <a:pt x="8557402" y="13283657"/>
                </a:cubicBezTo>
                <a:close/>
                <a:moveTo>
                  <a:pt x="17353898" y="13270555"/>
                </a:moveTo>
                <a:cubicBezTo>
                  <a:pt x="17380866" y="13271769"/>
                  <a:pt x="17407370" y="13283271"/>
                  <a:pt x="17427022" y="13304776"/>
                </a:cubicBezTo>
                <a:cubicBezTo>
                  <a:pt x="17466322" y="13347783"/>
                  <a:pt x="17463318" y="13414506"/>
                  <a:pt x="17420310" y="13453806"/>
                </a:cubicBezTo>
                <a:cubicBezTo>
                  <a:pt x="17377306" y="13493107"/>
                  <a:pt x="17310582" y="13490101"/>
                  <a:pt x="17271282" y="13447095"/>
                </a:cubicBezTo>
                <a:cubicBezTo>
                  <a:pt x="17231982" y="13404087"/>
                  <a:pt x="17234986" y="13337365"/>
                  <a:pt x="17277994" y="13298064"/>
                </a:cubicBezTo>
                <a:cubicBezTo>
                  <a:pt x="17299498" y="13278414"/>
                  <a:pt x="17326930" y="13269340"/>
                  <a:pt x="17353898" y="13270555"/>
                </a:cubicBezTo>
                <a:close/>
                <a:moveTo>
                  <a:pt x="7854842" y="13259115"/>
                </a:moveTo>
                <a:cubicBezTo>
                  <a:pt x="7865338" y="13259587"/>
                  <a:pt x="7875654" y="13264064"/>
                  <a:pt x="7883300" y="13272433"/>
                </a:cubicBezTo>
                <a:cubicBezTo>
                  <a:pt x="7898596" y="13289170"/>
                  <a:pt x="7897426" y="13315137"/>
                  <a:pt x="7880688" y="13330432"/>
                </a:cubicBezTo>
                <a:cubicBezTo>
                  <a:pt x="7863952" y="13345727"/>
                  <a:pt x="7837984" y="13344558"/>
                  <a:pt x="7822690" y="13327820"/>
                </a:cubicBezTo>
                <a:cubicBezTo>
                  <a:pt x="7807394" y="13311083"/>
                  <a:pt x="7808564" y="13285115"/>
                  <a:pt x="7825300" y="13269821"/>
                </a:cubicBezTo>
                <a:cubicBezTo>
                  <a:pt x="7833670" y="13262174"/>
                  <a:pt x="7844346" y="13258643"/>
                  <a:pt x="7854842" y="13259115"/>
                </a:cubicBezTo>
                <a:close/>
                <a:moveTo>
                  <a:pt x="16651658" y="13238930"/>
                </a:moveTo>
                <a:cubicBezTo>
                  <a:pt x="16678626" y="13240144"/>
                  <a:pt x="16705134" y="13251647"/>
                  <a:pt x="16724782" y="13273151"/>
                </a:cubicBezTo>
                <a:cubicBezTo>
                  <a:pt x="16764082" y="13316157"/>
                  <a:pt x="16761078" y="13382880"/>
                  <a:pt x="16718070" y="13422181"/>
                </a:cubicBezTo>
                <a:cubicBezTo>
                  <a:pt x="16675062" y="13461481"/>
                  <a:pt x="16608338" y="13458476"/>
                  <a:pt x="16569038" y="13415469"/>
                </a:cubicBezTo>
                <a:cubicBezTo>
                  <a:pt x="16529738" y="13372462"/>
                  <a:pt x="16532742" y="13305740"/>
                  <a:pt x="16575750" y="13266439"/>
                </a:cubicBezTo>
                <a:cubicBezTo>
                  <a:pt x="16597254" y="13246788"/>
                  <a:pt x="16624686" y="13237715"/>
                  <a:pt x="16651658" y="13238930"/>
                </a:cubicBezTo>
                <a:close/>
                <a:moveTo>
                  <a:pt x="7152350" y="13233043"/>
                </a:moveTo>
                <a:cubicBezTo>
                  <a:pt x="7161424" y="13233451"/>
                  <a:pt x="7170344" y="13237322"/>
                  <a:pt x="7176956" y="13244558"/>
                </a:cubicBezTo>
                <a:cubicBezTo>
                  <a:pt x="7190178" y="13259028"/>
                  <a:pt x="7189168" y="13281479"/>
                  <a:pt x="7174696" y="13294703"/>
                </a:cubicBezTo>
                <a:cubicBezTo>
                  <a:pt x="7160226" y="13307927"/>
                  <a:pt x="7137774" y="13306916"/>
                  <a:pt x="7124550" y="13292444"/>
                </a:cubicBezTo>
                <a:cubicBezTo>
                  <a:pt x="7111328" y="13277974"/>
                  <a:pt x="7112338" y="13255523"/>
                  <a:pt x="7126808" y="13242299"/>
                </a:cubicBezTo>
                <a:cubicBezTo>
                  <a:pt x="7134044" y="13235687"/>
                  <a:pt x="7143274" y="13232634"/>
                  <a:pt x="7152350" y="13233043"/>
                </a:cubicBezTo>
                <a:close/>
                <a:moveTo>
                  <a:pt x="15949214" y="13211176"/>
                </a:moveTo>
                <a:cubicBezTo>
                  <a:pt x="15975198" y="13212346"/>
                  <a:pt x="16000734" y="13223430"/>
                  <a:pt x="16019666" y="13244147"/>
                </a:cubicBezTo>
                <a:cubicBezTo>
                  <a:pt x="16057534" y="13285583"/>
                  <a:pt x="16054638" y="13349869"/>
                  <a:pt x="16013202" y="13387734"/>
                </a:cubicBezTo>
                <a:cubicBezTo>
                  <a:pt x="15971766" y="13425598"/>
                  <a:pt x="15907478" y="13422703"/>
                  <a:pt x="15869614" y="13381267"/>
                </a:cubicBezTo>
                <a:cubicBezTo>
                  <a:pt x="15831750" y="13339831"/>
                  <a:pt x="15834646" y="13275545"/>
                  <a:pt x="15876082" y="13237680"/>
                </a:cubicBezTo>
                <a:cubicBezTo>
                  <a:pt x="15896798" y="13218748"/>
                  <a:pt x="15923230" y="13210006"/>
                  <a:pt x="15949214" y="13211176"/>
                </a:cubicBezTo>
                <a:close/>
                <a:moveTo>
                  <a:pt x="6449880" y="13205873"/>
                </a:moveTo>
                <a:cubicBezTo>
                  <a:pt x="6457808" y="13206230"/>
                  <a:pt x="6465600" y="13209611"/>
                  <a:pt x="6471376" y="13215932"/>
                </a:cubicBezTo>
                <a:cubicBezTo>
                  <a:pt x="6482928" y="13228574"/>
                  <a:pt x="6482046" y="13248188"/>
                  <a:pt x="6469404" y="13259741"/>
                </a:cubicBezTo>
                <a:cubicBezTo>
                  <a:pt x="6456762" y="13271293"/>
                  <a:pt x="6437148" y="13270409"/>
                  <a:pt x="6425596" y="13257767"/>
                </a:cubicBezTo>
                <a:cubicBezTo>
                  <a:pt x="6414042" y="13245125"/>
                  <a:pt x="6414926" y="13225512"/>
                  <a:pt x="6427568" y="13213959"/>
                </a:cubicBezTo>
                <a:cubicBezTo>
                  <a:pt x="6433890" y="13208183"/>
                  <a:pt x="6441954" y="13205516"/>
                  <a:pt x="6449880" y="13205873"/>
                </a:cubicBezTo>
                <a:close/>
                <a:moveTo>
                  <a:pt x="15246722" y="13185102"/>
                </a:moveTo>
                <a:cubicBezTo>
                  <a:pt x="15271282" y="13186209"/>
                  <a:pt x="15295426" y="13196686"/>
                  <a:pt x="15313322" y="13216271"/>
                </a:cubicBezTo>
                <a:cubicBezTo>
                  <a:pt x="15349114" y="13255440"/>
                  <a:pt x="15346378" y="13316210"/>
                  <a:pt x="15307210" y="13352003"/>
                </a:cubicBezTo>
                <a:cubicBezTo>
                  <a:pt x="15268038" y="13387797"/>
                  <a:pt x="15207274" y="13385059"/>
                  <a:pt x="15171478" y="13345889"/>
                </a:cubicBezTo>
                <a:cubicBezTo>
                  <a:pt x="15135686" y="13306720"/>
                  <a:pt x="15138422" y="13245949"/>
                  <a:pt x="15177590" y="13210156"/>
                </a:cubicBezTo>
                <a:cubicBezTo>
                  <a:pt x="15197174" y="13192261"/>
                  <a:pt x="15222158" y="13183996"/>
                  <a:pt x="15246722" y="13185102"/>
                </a:cubicBezTo>
                <a:close/>
                <a:moveTo>
                  <a:pt x="5747350" y="13180106"/>
                </a:moveTo>
                <a:cubicBezTo>
                  <a:pt x="5753784" y="13180396"/>
                  <a:pt x="5760108" y="13183140"/>
                  <a:pt x="5764796" y="13188270"/>
                </a:cubicBezTo>
                <a:cubicBezTo>
                  <a:pt x="5774170" y="13198530"/>
                  <a:pt x="5773454" y="13214447"/>
                  <a:pt x="5763194" y="13223824"/>
                </a:cubicBezTo>
                <a:cubicBezTo>
                  <a:pt x="5752934" y="13233198"/>
                  <a:pt x="5737016" y="13232482"/>
                  <a:pt x="5727640" y="13222222"/>
                </a:cubicBezTo>
                <a:cubicBezTo>
                  <a:pt x="5718264" y="13211962"/>
                  <a:pt x="5718980" y="13196045"/>
                  <a:pt x="5729242" y="13186669"/>
                </a:cubicBezTo>
                <a:cubicBezTo>
                  <a:pt x="5734372" y="13181981"/>
                  <a:pt x="5740916" y="13179817"/>
                  <a:pt x="5747350" y="13180106"/>
                </a:cubicBezTo>
                <a:close/>
                <a:moveTo>
                  <a:pt x="14544212" y="13159487"/>
                </a:moveTo>
                <a:cubicBezTo>
                  <a:pt x="14567236" y="13160524"/>
                  <a:pt x="14589864" y="13170346"/>
                  <a:pt x="14606640" y="13188704"/>
                </a:cubicBezTo>
                <a:cubicBezTo>
                  <a:pt x="14640190" y="13225420"/>
                  <a:pt x="14637626" y="13282384"/>
                  <a:pt x="14600910" y="13315935"/>
                </a:cubicBezTo>
                <a:cubicBezTo>
                  <a:pt x="14564194" y="13349487"/>
                  <a:pt x="14507232" y="13346919"/>
                  <a:pt x="14473680" y="13310202"/>
                </a:cubicBezTo>
                <a:cubicBezTo>
                  <a:pt x="14440128" y="13273488"/>
                  <a:pt x="14442694" y="13216524"/>
                  <a:pt x="14479408" y="13182973"/>
                </a:cubicBezTo>
                <a:cubicBezTo>
                  <a:pt x="14497768" y="13166197"/>
                  <a:pt x="14521188" y="13158451"/>
                  <a:pt x="14544212" y="13159487"/>
                </a:cubicBezTo>
                <a:close/>
                <a:moveTo>
                  <a:pt x="5044824" y="13154938"/>
                </a:moveTo>
                <a:cubicBezTo>
                  <a:pt x="5049606" y="13155154"/>
                  <a:pt x="5054306" y="13157193"/>
                  <a:pt x="5057790" y="13161006"/>
                </a:cubicBezTo>
                <a:cubicBezTo>
                  <a:pt x="5064760" y="13168633"/>
                  <a:pt x="5064228" y="13180465"/>
                  <a:pt x="5056600" y="13187435"/>
                </a:cubicBezTo>
                <a:cubicBezTo>
                  <a:pt x="5048972" y="13194405"/>
                  <a:pt x="5037140" y="13193872"/>
                  <a:pt x="5030170" y="13186246"/>
                </a:cubicBezTo>
                <a:cubicBezTo>
                  <a:pt x="5023200" y="13178619"/>
                  <a:pt x="5023734" y="13166786"/>
                  <a:pt x="5031362" y="13159816"/>
                </a:cubicBezTo>
                <a:cubicBezTo>
                  <a:pt x="5035176" y="13156332"/>
                  <a:pt x="5040040" y="13154723"/>
                  <a:pt x="5044824" y="13154938"/>
                </a:cubicBezTo>
                <a:close/>
                <a:moveTo>
                  <a:pt x="13841724" y="13133242"/>
                </a:moveTo>
                <a:cubicBezTo>
                  <a:pt x="13863372" y="13134217"/>
                  <a:pt x="13884648" y="13143452"/>
                  <a:pt x="13900420" y="13160711"/>
                </a:cubicBezTo>
                <a:cubicBezTo>
                  <a:pt x="13931966" y="13195232"/>
                  <a:pt x="13929554" y="13248788"/>
                  <a:pt x="13895034" y="13280334"/>
                </a:cubicBezTo>
                <a:cubicBezTo>
                  <a:pt x="13860514" y="13311879"/>
                  <a:pt x="13806958" y="13309467"/>
                  <a:pt x="13775412" y="13274946"/>
                </a:cubicBezTo>
                <a:cubicBezTo>
                  <a:pt x="13743866" y="13240424"/>
                  <a:pt x="13746278" y="13186868"/>
                  <a:pt x="13780798" y="13155324"/>
                </a:cubicBezTo>
                <a:cubicBezTo>
                  <a:pt x="13798058" y="13139550"/>
                  <a:pt x="13820078" y="13132267"/>
                  <a:pt x="13841724" y="13133242"/>
                </a:cubicBezTo>
                <a:close/>
                <a:moveTo>
                  <a:pt x="4342374" y="13127790"/>
                </a:moveTo>
                <a:cubicBezTo>
                  <a:pt x="4346012" y="13127953"/>
                  <a:pt x="4349586" y="13129504"/>
                  <a:pt x="4352234" y="13132403"/>
                </a:cubicBezTo>
                <a:cubicBezTo>
                  <a:pt x="4357532" y="13138201"/>
                  <a:pt x="4357126" y="13147197"/>
                  <a:pt x="4351328" y="13152496"/>
                </a:cubicBezTo>
                <a:cubicBezTo>
                  <a:pt x="4345530" y="13157793"/>
                  <a:pt x="4336536" y="13157389"/>
                  <a:pt x="4331236" y="13151591"/>
                </a:cubicBezTo>
                <a:cubicBezTo>
                  <a:pt x="4325938" y="13145792"/>
                  <a:pt x="4326342" y="13136797"/>
                  <a:pt x="4332142" y="13131499"/>
                </a:cubicBezTo>
                <a:cubicBezTo>
                  <a:pt x="4335040" y="13128850"/>
                  <a:pt x="4338738" y="13127626"/>
                  <a:pt x="4342374" y="13127790"/>
                </a:cubicBezTo>
                <a:close/>
                <a:moveTo>
                  <a:pt x="13139280" y="13106098"/>
                </a:moveTo>
                <a:cubicBezTo>
                  <a:pt x="13159780" y="13107021"/>
                  <a:pt x="13179928" y="13115765"/>
                  <a:pt x="13194866" y="13132111"/>
                </a:cubicBezTo>
                <a:cubicBezTo>
                  <a:pt x="13224740" y="13164803"/>
                  <a:pt x="13222456" y="13215524"/>
                  <a:pt x="13189766" y="13245396"/>
                </a:cubicBezTo>
                <a:cubicBezTo>
                  <a:pt x="13157074" y="13275271"/>
                  <a:pt x="13106354" y="13272987"/>
                  <a:pt x="13076480" y="13240295"/>
                </a:cubicBezTo>
                <a:cubicBezTo>
                  <a:pt x="13046606" y="13207603"/>
                  <a:pt x="13048890" y="13156883"/>
                  <a:pt x="13081582" y="13127008"/>
                </a:cubicBezTo>
                <a:cubicBezTo>
                  <a:pt x="13097926" y="13112073"/>
                  <a:pt x="13118780" y="13105175"/>
                  <a:pt x="13139280" y="13106098"/>
                </a:cubicBezTo>
                <a:close/>
                <a:moveTo>
                  <a:pt x="3633646" y="13103972"/>
                </a:moveTo>
                <a:cubicBezTo>
                  <a:pt x="3637176" y="13100745"/>
                  <a:pt x="3642656" y="13100992"/>
                  <a:pt x="3645884" y="13104522"/>
                </a:cubicBezTo>
                <a:cubicBezTo>
                  <a:pt x="3649110" y="13108054"/>
                  <a:pt x="3648864" y="13113534"/>
                  <a:pt x="3645332" y="13116761"/>
                </a:cubicBezTo>
                <a:cubicBezTo>
                  <a:pt x="3641800" y="13119988"/>
                  <a:pt x="3636322" y="13119741"/>
                  <a:pt x="3633094" y="13116210"/>
                </a:cubicBezTo>
                <a:cubicBezTo>
                  <a:pt x="3629866" y="13112678"/>
                  <a:pt x="3630114" y="13107201"/>
                  <a:pt x="3633646" y="13103972"/>
                </a:cubicBezTo>
                <a:close/>
                <a:moveTo>
                  <a:pt x="12436796" y="13079851"/>
                </a:moveTo>
                <a:cubicBezTo>
                  <a:pt x="12455920" y="13080712"/>
                  <a:pt x="12474716" y="13088869"/>
                  <a:pt x="12488650" y="13104117"/>
                </a:cubicBezTo>
                <a:cubicBezTo>
                  <a:pt x="12516518" y="13134614"/>
                  <a:pt x="12514388" y="13181928"/>
                  <a:pt x="12483892" y="13209797"/>
                </a:cubicBezTo>
                <a:cubicBezTo>
                  <a:pt x="12453396" y="13237664"/>
                  <a:pt x="12406082" y="13235532"/>
                  <a:pt x="12378214" y="13205036"/>
                </a:cubicBezTo>
                <a:cubicBezTo>
                  <a:pt x="12350346" y="13174539"/>
                  <a:pt x="12352476" y="13127226"/>
                  <a:pt x="12382972" y="13099358"/>
                </a:cubicBezTo>
                <a:cubicBezTo>
                  <a:pt x="12398220" y="13085424"/>
                  <a:pt x="12417672" y="13078991"/>
                  <a:pt x="12436796" y="13079851"/>
                </a:cubicBezTo>
                <a:close/>
                <a:moveTo>
                  <a:pt x="2936066" y="13077451"/>
                </a:moveTo>
                <a:cubicBezTo>
                  <a:pt x="2936778" y="13076799"/>
                  <a:pt x="2937884" y="13076849"/>
                  <a:pt x="2938534" y="13077560"/>
                </a:cubicBezTo>
                <a:cubicBezTo>
                  <a:pt x="2939184" y="13078272"/>
                  <a:pt x="2939134" y="13079376"/>
                  <a:pt x="2938422" y="13080027"/>
                </a:cubicBezTo>
                <a:cubicBezTo>
                  <a:pt x="2937710" y="13080677"/>
                  <a:pt x="2936606" y="13080628"/>
                  <a:pt x="2935956" y="13079916"/>
                </a:cubicBezTo>
                <a:cubicBezTo>
                  <a:pt x="2935306" y="13079204"/>
                  <a:pt x="2935356" y="13078099"/>
                  <a:pt x="2936066" y="13077451"/>
                </a:cubicBezTo>
                <a:close/>
                <a:moveTo>
                  <a:pt x="11734258" y="13054211"/>
                </a:moveTo>
                <a:cubicBezTo>
                  <a:pt x="11751844" y="13055003"/>
                  <a:pt x="11769128" y="13062502"/>
                  <a:pt x="11781940" y="13076525"/>
                </a:cubicBezTo>
                <a:cubicBezTo>
                  <a:pt x="11807566" y="13104569"/>
                  <a:pt x="11805608" y="13148076"/>
                  <a:pt x="11777566" y="13173702"/>
                </a:cubicBezTo>
                <a:cubicBezTo>
                  <a:pt x="11749522" y="13199328"/>
                  <a:pt x="11706016" y="13197368"/>
                  <a:pt x="11680390" y="13169325"/>
                </a:cubicBezTo>
                <a:cubicBezTo>
                  <a:pt x="11654764" y="13141281"/>
                  <a:pt x="11656722" y="13097774"/>
                  <a:pt x="11684764" y="13072147"/>
                </a:cubicBezTo>
                <a:cubicBezTo>
                  <a:pt x="11698786" y="13059335"/>
                  <a:pt x="11716674" y="13053419"/>
                  <a:pt x="11734258" y="13054211"/>
                </a:cubicBezTo>
                <a:close/>
                <a:moveTo>
                  <a:pt x="11031778" y="13027963"/>
                </a:moveTo>
                <a:cubicBezTo>
                  <a:pt x="11047986" y="13028692"/>
                  <a:pt x="11063916" y="13035607"/>
                  <a:pt x="11075726" y="13048531"/>
                </a:cubicBezTo>
                <a:cubicBezTo>
                  <a:pt x="11099346" y="13074379"/>
                  <a:pt x="11097540" y="13114479"/>
                  <a:pt x="11071692" y="13138100"/>
                </a:cubicBezTo>
                <a:cubicBezTo>
                  <a:pt x="11045844" y="13161720"/>
                  <a:pt x="11005744" y="13159913"/>
                  <a:pt x="10982124" y="13134066"/>
                </a:cubicBezTo>
                <a:cubicBezTo>
                  <a:pt x="10958504" y="13108218"/>
                  <a:pt x="10960308" y="13068116"/>
                  <a:pt x="10986156" y="13044497"/>
                </a:cubicBezTo>
                <a:cubicBezTo>
                  <a:pt x="10999082" y="13032687"/>
                  <a:pt x="11015568" y="13027233"/>
                  <a:pt x="11031778" y="13027963"/>
                </a:cubicBezTo>
                <a:close/>
                <a:moveTo>
                  <a:pt x="10329266" y="13001739"/>
                </a:moveTo>
                <a:cubicBezTo>
                  <a:pt x="10344098" y="13002406"/>
                  <a:pt x="10358676" y="13008733"/>
                  <a:pt x="10369482" y="13020560"/>
                </a:cubicBezTo>
                <a:cubicBezTo>
                  <a:pt x="10391096" y="13044212"/>
                  <a:pt x="10389444" y="13080908"/>
                  <a:pt x="10365792" y="13102522"/>
                </a:cubicBezTo>
                <a:cubicBezTo>
                  <a:pt x="10342138" y="13124136"/>
                  <a:pt x="10305442" y="13122483"/>
                  <a:pt x="10283830" y="13098831"/>
                </a:cubicBezTo>
                <a:cubicBezTo>
                  <a:pt x="10262216" y="13075178"/>
                  <a:pt x="10263868" y="13038481"/>
                  <a:pt x="10287520" y="13016867"/>
                </a:cubicBezTo>
                <a:cubicBezTo>
                  <a:pt x="10299348" y="13006061"/>
                  <a:pt x="10314434" y="13001071"/>
                  <a:pt x="10329266" y="13001739"/>
                </a:cubicBezTo>
                <a:close/>
                <a:moveTo>
                  <a:pt x="9626764" y="12975843"/>
                </a:moveTo>
                <a:cubicBezTo>
                  <a:pt x="9640130" y="12976446"/>
                  <a:pt x="9653268" y="12982147"/>
                  <a:pt x="9663006" y="12992804"/>
                </a:cubicBezTo>
                <a:cubicBezTo>
                  <a:pt x="9682484" y="13014119"/>
                  <a:pt x="9680994" y="13047188"/>
                  <a:pt x="9659680" y="13066665"/>
                </a:cubicBezTo>
                <a:cubicBezTo>
                  <a:pt x="9638366" y="13086142"/>
                  <a:pt x="9605296" y="13084653"/>
                  <a:pt x="9585818" y="13063337"/>
                </a:cubicBezTo>
                <a:cubicBezTo>
                  <a:pt x="9566340" y="13042022"/>
                  <a:pt x="9567830" y="13008954"/>
                  <a:pt x="9589144" y="12989477"/>
                </a:cubicBezTo>
                <a:cubicBezTo>
                  <a:pt x="9599802" y="12979737"/>
                  <a:pt x="9613398" y="12975242"/>
                  <a:pt x="9626764" y="12975843"/>
                </a:cubicBezTo>
                <a:close/>
                <a:moveTo>
                  <a:pt x="8924212" y="12951126"/>
                </a:moveTo>
                <a:cubicBezTo>
                  <a:pt x="8935810" y="12951649"/>
                  <a:pt x="8947208" y="12956595"/>
                  <a:pt x="8955658" y="12965843"/>
                </a:cubicBezTo>
                <a:cubicBezTo>
                  <a:pt x="8972560" y="12984339"/>
                  <a:pt x="8971268" y="13013032"/>
                  <a:pt x="8952772" y="13029933"/>
                </a:cubicBezTo>
                <a:cubicBezTo>
                  <a:pt x="8934276" y="13046835"/>
                  <a:pt x="8905582" y="13045543"/>
                  <a:pt x="8888680" y="13027048"/>
                </a:cubicBezTo>
                <a:cubicBezTo>
                  <a:pt x="8871780" y="13008553"/>
                  <a:pt x="8873072" y="12979858"/>
                  <a:pt x="8891568" y="12962957"/>
                </a:cubicBezTo>
                <a:cubicBezTo>
                  <a:pt x="8900816" y="12954507"/>
                  <a:pt x="8912614" y="12950604"/>
                  <a:pt x="8924212" y="12951126"/>
                </a:cubicBezTo>
                <a:close/>
                <a:moveTo>
                  <a:pt x="8221774" y="12923807"/>
                </a:moveTo>
                <a:cubicBezTo>
                  <a:pt x="8232270" y="12924280"/>
                  <a:pt x="8242586" y="12928757"/>
                  <a:pt x="8250234" y="12937126"/>
                </a:cubicBezTo>
                <a:cubicBezTo>
                  <a:pt x="8265528" y="12953863"/>
                  <a:pt x="8264358" y="12979830"/>
                  <a:pt x="8247622" y="12995125"/>
                </a:cubicBezTo>
                <a:cubicBezTo>
                  <a:pt x="8230884" y="13010420"/>
                  <a:pt x="8204916" y="13009250"/>
                  <a:pt x="8189622" y="12992513"/>
                </a:cubicBezTo>
                <a:cubicBezTo>
                  <a:pt x="8174328" y="12975776"/>
                  <a:pt x="8175496" y="12949808"/>
                  <a:pt x="8192234" y="12934514"/>
                </a:cubicBezTo>
                <a:cubicBezTo>
                  <a:pt x="8200604" y="12926866"/>
                  <a:pt x="8211280" y="12923335"/>
                  <a:pt x="8221774" y="12923807"/>
                </a:cubicBezTo>
                <a:close/>
                <a:moveTo>
                  <a:pt x="17018590" y="12903621"/>
                </a:moveTo>
                <a:cubicBezTo>
                  <a:pt x="17045558" y="12904836"/>
                  <a:pt x="17072062" y="12916339"/>
                  <a:pt x="17091714" y="12937841"/>
                </a:cubicBezTo>
                <a:cubicBezTo>
                  <a:pt x="17131014" y="12980849"/>
                  <a:pt x="17128010" y="13047572"/>
                  <a:pt x="17085002" y="13086872"/>
                </a:cubicBezTo>
                <a:cubicBezTo>
                  <a:pt x="17041998" y="13126173"/>
                  <a:pt x="16975274" y="13123167"/>
                  <a:pt x="16935974" y="13080161"/>
                </a:cubicBezTo>
                <a:cubicBezTo>
                  <a:pt x="16896674" y="13037153"/>
                  <a:pt x="16899678" y="12970431"/>
                  <a:pt x="16942686" y="12931130"/>
                </a:cubicBezTo>
                <a:cubicBezTo>
                  <a:pt x="16964190" y="12911480"/>
                  <a:pt x="16991622" y="12902405"/>
                  <a:pt x="17018590" y="12903621"/>
                </a:cubicBezTo>
                <a:close/>
                <a:moveTo>
                  <a:pt x="7519284" y="12897734"/>
                </a:moveTo>
                <a:cubicBezTo>
                  <a:pt x="7528358" y="12898143"/>
                  <a:pt x="7537278" y="12902014"/>
                  <a:pt x="7543890" y="12909250"/>
                </a:cubicBezTo>
                <a:cubicBezTo>
                  <a:pt x="7557112" y="12923720"/>
                  <a:pt x="7556102" y="12946170"/>
                  <a:pt x="7541630" y="12959396"/>
                </a:cubicBezTo>
                <a:cubicBezTo>
                  <a:pt x="7527160" y="12972619"/>
                  <a:pt x="7504708" y="12971608"/>
                  <a:pt x="7491484" y="12957137"/>
                </a:cubicBezTo>
                <a:cubicBezTo>
                  <a:pt x="7478262" y="12942666"/>
                  <a:pt x="7479272" y="12920215"/>
                  <a:pt x="7493742" y="12906991"/>
                </a:cubicBezTo>
                <a:cubicBezTo>
                  <a:pt x="7500978" y="12900379"/>
                  <a:pt x="7510208" y="12897326"/>
                  <a:pt x="7519284" y="12897734"/>
                </a:cubicBezTo>
                <a:close/>
                <a:moveTo>
                  <a:pt x="16316174" y="12875844"/>
                </a:moveTo>
                <a:cubicBezTo>
                  <a:pt x="16342158" y="12877014"/>
                  <a:pt x="16367694" y="12888097"/>
                  <a:pt x="16386626" y="12908815"/>
                </a:cubicBezTo>
                <a:cubicBezTo>
                  <a:pt x="16424494" y="12950252"/>
                  <a:pt x="16421598" y="13014537"/>
                  <a:pt x="16380162" y="13052402"/>
                </a:cubicBezTo>
                <a:cubicBezTo>
                  <a:pt x="16338726" y="13090266"/>
                  <a:pt x="16274438" y="13087371"/>
                  <a:pt x="16236574" y="13045935"/>
                </a:cubicBezTo>
                <a:cubicBezTo>
                  <a:pt x="16198710" y="13004499"/>
                  <a:pt x="16201606" y="12940213"/>
                  <a:pt x="16243042" y="12902348"/>
                </a:cubicBezTo>
                <a:cubicBezTo>
                  <a:pt x="16263762" y="12883416"/>
                  <a:pt x="16290190" y="12874674"/>
                  <a:pt x="16316174" y="12875844"/>
                </a:cubicBezTo>
                <a:close/>
                <a:moveTo>
                  <a:pt x="6816774" y="12871462"/>
                </a:moveTo>
                <a:cubicBezTo>
                  <a:pt x="6824474" y="12871809"/>
                  <a:pt x="6832040" y="12875092"/>
                  <a:pt x="6837648" y="12881230"/>
                </a:cubicBezTo>
                <a:cubicBezTo>
                  <a:pt x="6848866" y="12893505"/>
                  <a:pt x="6848006" y="12912551"/>
                  <a:pt x="6835732" y="12923769"/>
                </a:cubicBezTo>
                <a:cubicBezTo>
                  <a:pt x="6823456" y="12934986"/>
                  <a:pt x="6804410" y="12934129"/>
                  <a:pt x="6793194" y="12921853"/>
                </a:cubicBezTo>
                <a:cubicBezTo>
                  <a:pt x="6781976" y="12909577"/>
                  <a:pt x="6782834" y="12890532"/>
                  <a:pt x="6795108" y="12879315"/>
                </a:cubicBezTo>
                <a:cubicBezTo>
                  <a:pt x="6801246" y="12873706"/>
                  <a:pt x="6809076" y="12871116"/>
                  <a:pt x="6816774" y="12871462"/>
                </a:cubicBezTo>
                <a:close/>
                <a:moveTo>
                  <a:pt x="15613658" y="12849794"/>
                </a:moveTo>
                <a:cubicBezTo>
                  <a:pt x="15638218" y="12850900"/>
                  <a:pt x="15662362" y="12861377"/>
                  <a:pt x="15680258" y="12880962"/>
                </a:cubicBezTo>
                <a:cubicBezTo>
                  <a:pt x="15716050" y="12920132"/>
                  <a:pt x="15713314" y="12980902"/>
                  <a:pt x="15674146" y="13016695"/>
                </a:cubicBezTo>
                <a:cubicBezTo>
                  <a:pt x="15634974" y="13052489"/>
                  <a:pt x="15574206" y="13049750"/>
                  <a:pt x="15538414" y="13010580"/>
                </a:cubicBezTo>
                <a:cubicBezTo>
                  <a:pt x="15502618" y="12971411"/>
                  <a:pt x="15505358" y="12910641"/>
                  <a:pt x="15544526" y="12874849"/>
                </a:cubicBezTo>
                <a:cubicBezTo>
                  <a:pt x="15564110" y="12856952"/>
                  <a:pt x="15589094" y="12848688"/>
                  <a:pt x="15613658" y="12849794"/>
                </a:cubicBezTo>
                <a:close/>
                <a:moveTo>
                  <a:pt x="6114310" y="12844775"/>
                </a:moveTo>
                <a:cubicBezTo>
                  <a:pt x="6120744" y="12845065"/>
                  <a:pt x="6127068" y="12847809"/>
                  <a:pt x="6131756" y="12852940"/>
                </a:cubicBezTo>
                <a:cubicBezTo>
                  <a:pt x="6141130" y="12863199"/>
                  <a:pt x="6140414" y="12879117"/>
                  <a:pt x="6130154" y="12888493"/>
                </a:cubicBezTo>
                <a:cubicBezTo>
                  <a:pt x="6119894" y="12897868"/>
                  <a:pt x="6103976" y="12897152"/>
                  <a:pt x="6094600" y="12886892"/>
                </a:cubicBezTo>
                <a:cubicBezTo>
                  <a:pt x="6085224" y="12876631"/>
                  <a:pt x="6085940" y="12860714"/>
                  <a:pt x="6096202" y="12851338"/>
                </a:cubicBezTo>
                <a:cubicBezTo>
                  <a:pt x="6101332" y="12846650"/>
                  <a:pt x="6107876" y="12844486"/>
                  <a:pt x="6114310" y="12844775"/>
                </a:cubicBezTo>
                <a:close/>
                <a:moveTo>
                  <a:pt x="14911144" y="12824183"/>
                </a:moveTo>
                <a:cubicBezTo>
                  <a:pt x="14934170" y="12825219"/>
                  <a:pt x="14956798" y="12835040"/>
                  <a:pt x="14973574" y="12853398"/>
                </a:cubicBezTo>
                <a:cubicBezTo>
                  <a:pt x="15007122" y="12890114"/>
                  <a:pt x="15004558" y="12947078"/>
                  <a:pt x="14967842" y="12980628"/>
                </a:cubicBezTo>
                <a:cubicBezTo>
                  <a:pt x="14931126" y="13014181"/>
                  <a:pt x="14874164" y="13011613"/>
                  <a:pt x="14840614" y="12974897"/>
                </a:cubicBezTo>
                <a:cubicBezTo>
                  <a:pt x="14807062" y="12938182"/>
                  <a:pt x="14809628" y="12881218"/>
                  <a:pt x="14846342" y="12847667"/>
                </a:cubicBezTo>
                <a:cubicBezTo>
                  <a:pt x="14864700" y="12830891"/>
                  <a:pt x="14888120" y="12823145"/>
                  <a:pt x="14911144" y="12824183"/>
                </a:cubicBezTo>
                <a:close/>
                <a:moveTo>
                  <a:pt x="5411796" y="12818732"/>
                </a:moveTo>
                <a:cubicBezTo>
                  <a:pt x="5416810" y="12818958"/>
                  <a:pt x="5421736" y="12821095"/>
                  <a:pt x="5425388" y="12825092"/>
                </a:cubicBezTo>
                <a:cubicBezTo>
                  <a:pt x="5432692" y="12833085"/>
                  <a:pt x="5432134" y="12845487"/>
                  <a:pt x="5424140" y="12852792"/>
                </a:cubicBezTo>
                <a:cubicBezTo>
                  <a:pt x="5416148" y="12860096"/>
                  <a:pt x="5403746" y="12859538"/>
                  <a:pt x="5396440" y="12851544"/>
                </a:cubicBezTo>
                <a:cubicBezTo>
                  <a:pt x="5389136" y="12843550"/>
                  <a:pt x="5389696" y="12831149"/>
                  <a:pt x="5397688" y="12823845"/>
                </a:cubicBezTo>
                <a:cubicBezTo>
                  <a:pt x="5401686" y="12820193"/>
                  <a:pt x="5406784" y="12818506"/>
                  <a:pt x="5411796" y="12818732"/>
                </a:cubicBezTo>
                <a:close/>
                <a:moveTo>
                  <a:pt x="14208660" y="12797933"/>
                </a:moveTo>
                <a:cubicBezTo>
                  <a:pt x="14230306" y="12798908"/>
                  <a:pt x="14251582" y="12808142"/>
                  <a:pt x="14267354" y="12825402"/>
                </a:cubicBezTo>
                <a:cubicBezTo>
                  <a:pt x="14298900" y="12859924"/>
                  <a:pt x="14296488" y="12913479"/>
                  <a:pt x="14261968" y="12945026"/>
                </a:cubicBezTo>
                <a:cubicBezTo>
                  <a:pt x="14227448" y="12976570"/>
                  <a:pt x="14173892" y="12974157"/>
                  <a:pt x="14142346" y="12939637"/>
                </a:cubicBezTo>
                <a:cubicBezTo>
                  <a:pt x="14110800" y="12905116"/>
                  <a:pt x="14113212" y="12851560"/>
                  <a:pt x="14147732" y="12820015"/>
                </a:cubicBezTo>
                <a:cubicBezTo>
                  <a:pt x="14164992" y="12804242"/>
                  <a:pt x="14187012" y="12796959"/>
                  <a:pt x="14208660" y="12797933"/>
                </a:cubicBezTo>
                <a:close/>
                <a:moveTo>
                  <a:pt x="4709310" y="12792481"/>
                </a:moveTo>
                <a:cubicBezTo>
                  <a:pt x="4712946" y="12792644"/>
                  <a:pt x="4716520" y="12794196"/>
                  <a:pt x="4719168" y="12797094"/>
                </a:cubicBezTo>
                <a:cubicBezTo>
                  <a:pt x="4724468" y="12802893"/>
                  <a:pt x="4724062" y="12811888"/>
                  <a:pt x="4718264" y="12817187"/>
                </a:cubicBezTo>
                <a:cubicBezTo>
                  <a:pt x="4712466" y="12822485"/>
                  <a:pt x="4703470" y="12822080"/>
                  <a:pt x="4698172" y="12816282"/>
                </a:cubicBezTo>
                <a:cubicBezTo>
                  <a:pt x="4692872" y="12810484"/>
                  <a:pt x="4693278" y="12801489"/>
                  <a:pt x="4699076" y="12796190"/>
                </a:cubicBezTo>
                <a:cubicBezTo>
                  <a:pt x="4701976" y="12793541"/>
                  <a:pt x="4705674" y="12792318"/>
                  <a:pt x="4709310" y="12792481"/>
                </a:cubicBezTo>
                <a:close/>
                <a:moveTo>
                  <a:pt x="13506216" y="12770790"/>
                </a:moveTo>
                <a:cubicBezTo>
                  <a:pt x="13526716" y="12771713"/>
                  <a:pt x="13546864" y="12780457"/>
                  <a:pt x="13561802" y="12796803"/>
                </a:cubicBezTo>
                <a:cubicBezTo>
                  <a:pt x="13591676" y="12829495"/>
                  <a:pt x="13589392" y="12880215"/>
                  <a:pt x="13556700" y="12910089"/>
                </a:cubicBezTo>
                <a:cubicBezTo>
                  <a:pt x="13524008" y="12939962"/>
                  <a:pt x="13473290" y="12937677"/>
                  <a:pt x="13443414" y="12904985"/>
                </a:cubicBezTo>
                <a:cubicBezTo>
                  <a:pt x="13413540" y="12872293"/>
                  <a:pt x="13415824" y="12821574"/>
                  <a:pt x="13448516" y="12791701"/>
                </a:cubicBezTo>
                <a:cubicBezTo>
                  <a:pt x="13464862" y="12776764"/>
                  <a:pt x="13485714" y="12769866"/>
                  <a:pt x="13506216" y="12770790"/>
                </a:cubicBezTo>
                <a:close/>
                <a:moveTo>
                  <a:pt x="4000580" y="12768664"/>
                </a:moveTo>
                <a:cubicBezTo>
                  <a:pt x="4004112" y="12765436"/>
                  <a:pt x="4009590" y="12765683"/>
                  <a:pt x="4012818" y="12769214"/>
                </a:cubicBezTo>
                <a:cubicBezTo>
                  <a:pt x="4016046" y="12772746"/>
                  <a:pt x="4015798" y="12778225"/>
                  <a:pt x="4012266" y="12781451"/>
                </a:cubicBezTo>
                <a:cubicBezTo>
                  <a:pt x="4008734" y="12784680"/>
                  <a:pt x="4003256" y="12784433"/>
                  <a:pt x="4000028" y="12780901"/>
                </a:cubicBezTo>
                <a:cubicBezTo>
                  <a:pt x="3996802" y="12777369"/>
                  <a:pt x="3997048" y="12771891"/>
                  <a:pt x="4000580" y="12768664"/>
                </a:cubicBezTo>
                <a:close/>
                <a:moveTo>
                  <a:pt x="12803722" y="12744719"/>
                </a:moveTo>
                <a:cubicBezTo>
                  <a:pt x="12822802" y="12745577"/>
                  <a:pt x="12841554" y="12753715"/>
                  <a:pt x="12855454" y="12768927"/>
                </a:cubicBezTo>
                <a:cubicBezTo>
                  <a:pt x="12883258" y="12799353"/>
                  <a:pt x="12881132" y="12846558"/>
                  <a:pt x="12850706" y="12874360"/>
                </a:cubicBezTo>
                <a:cubicBezTo>
                  <a:pt x="12820282" y="12902162"/>
                  <a:pt x="12773078" y="12900037"/>
                  <a:pt x="12745274" y="12869612"/>
                </a:cubicBezTo>
                <a:cubicBezTo>
                  <a:pt x="12717472" y="12839186"/>
                  <a:pt x="12719598" y="12791982"/>
                  <a:pt x="12750024" y="12764180"/>
                </a:cubicBezTo>
                <a:cubicBezTo>
                  <a:pt x="12765236" y="12750278"/>
                  <a:pt x="12784644" y="12743859"/>
                  <a:pt x="12803722" y="12744719"/>
                </a:cubicBezTo>
                <a:close/>
                <a:moveTo>
                  <a:pt x="3303000" y="12742141"/>
                </a:moveTo>
                <a:cubicBezTo>
                  <a:pt x="3303712" y="12741490"/>
                  <a:pt x="3304816" y="12741540"/>
                  <a:pt x="3305466" y="12742250"/>
                </a:cubicBezTo>
                <a:cubicBezTo>
                  <a:pt x="3306118" y="12742963"/>
                  <a:pt x="3306066" y="12744067"/>
                  <a:pt x="3305354" y="12744718"/>
                </a:cubicBezTo>
                <a:cubicBezTo>
                  <a:pt x="3304644" y="12745368"/>
                  <a:pt x="3303540" y="12745319"/>
                  <a:pt x="3302888" y="12744607"/>
                </a:cubicBezTo>
                <a:cubicBezTo>
                  <a:pt x="3302238" y="12743896"/>
                  <a:pt x="3302288" y="12742791"/>
                  <a:pt x="3303000" y="12742141"/>
                </a:cubicBezTo>
                <a:close/>
                <a:moveTo>
                  <a:pt x="12101194" y="12718902"/>
                </a:moveTo>
                <a:cubicBezTo>
                  <a:pt x="12118780" y="12719694"/>
                  <a:pt x="12136064" y="12727194"/>
                  <a:pt x="12148876" y="12741216"/>
                </a:cubicBezTo>
                <a:cubicBezTo>
                  <a:pt x="12174502" y="12769259"/>
                  <a:pt x="12172544" y="12812767"/>
                  <a:pt x="12144500" y="12838393"/>
                </a:cubicBezTo>
                <a:cubicBezTo>
                  <a:pt x="12116456" y="12864020"/>
                  <a:pt x="12072950" y="12862059"/>
                  <a:pt x="12047324" y="12834016"/>
                </a:cubicBezTo>
                <a:cubicBezTo>
                  <a:pt x="12021698" y="12805973"/>
                  <a:pt x="12023656" y="12762466"/>
                  <a:pt x="12051700" y="12736841"/>
                </a:cubicBezTo>
                <a:cubicBezTo>
                  <a:pt x="12065720" y="12724028"/>
                  <a:pt x="12083608" y="12718110"/>
                  <a:pt x="12101194" y="12718902"/>
                </a:cubicBezTo>
                <a:close/>
                <a:moveTo>
                  <a:pt x="11398708" y="12692656"/>
                </a:moveTo>
                <a:cubicBezTo>
                  <a:pt x="11414918" y="12693386"/>
                  <a:pt x="11430848" y="12700300"/>
                  <a:pt x="11442658" y="12713224"/>
                </a:cubicBezTo>
                <a:cubicBezTo>
                  <a:pt x="11466278" y="12739072"/>
                  <a:pt x="11464472" y="12779173"/>
                  <a:pt x="11438624" y="12802793"/>
                </a:cubicBezTo>
                <a:cubicBezTo>
                  <a:pt x="11412776" y="12826414"/>
                  <a:pt x="11372676" y="12824606"/>
                  <a:pt x="11349056" y="12798758"/>
                </a:cubicBezTo>
                <a:cubicBezTo>
                  <a:pt x="11325436" y="12772911"/>
                  <a:pt x="11327240" y="12732810"/>
                  <a:pt x="11353088" y="12709189"/>
                </a:cubicBezTo>
                <a:cubicBezTo>
                  <a:pt x="11366012" y="12697378"/>
                  <a:pt x="11382500" y="12691925"/>
                  <a:pt x="11398708" y="12692656"/>
                </a:cubicBezTo>
                <a:close/>
                <a:moveTo>
                  <a:pt x="10696216" y="12666584"/>
                </a:moveTo>
                <a:cubicBezTo>
                  <a:pt x="10711004" y="12667250"/>
                  <a:pt x="10725538" y="12673558"/>
                  <a:pt x="10736312" y="12685347"/>
                </a:cubicBezTo>
                <a:cubicBezTo>
                  <a:pt x="10757860" y="12708929"/>
                  <a:pt x="10756214" y="12745513"/>
                  <a:pt x="10732632" y="12767064"/>
                </a:cubicBezTo>
                <a:cubicBezTo>
                  <a:pt x="10709050" y="12788614"/>
                  <a:pt x="10672464" y="12786965"/>
                  <a:pt x="10650916" y="12763383"/>
                </a:cubicBezTo>
                <a:cubicBezTo>
                  <a:pt x="10629368" y="12739801"/>
                  <a:pt x="10631014" y="12703217"/>
                  <a:pt x="10654596" y="12681668"/>
                </a:cubicBezTo>
                <a:cubicBezTo>
                  <a:pt x="10666388" y="12670893"/>
                  <a:pt x="10681430" y="12665918"/>
                  <a:pt x="10696216" y="12666584"/>
                </a:cubicBezTo>
                <a:close/>
                <a:moveTo>
                  <a:pt x="9993700" y="12640534"/>
                </a:moveTo>
                <a:cubicBezTo>
                  <a:pt x="10007066" y="12641136"/>
                  <a:pt x="10020204" y="12646837"/>
                  <a:pt x="10029942" y="12657494"/>
                </a:cubicBezTo>
                <a:cubicBezTo>
                  <a:pt x="10049420" y="12678810"/>
                  <a:pt x="10047930" y="12711879"/>
                  <a:pt x="10026616" y="12731356"/>
                </a:cubicBezTo>
                <a:cubicBezTo>
                  <a:pt x="10005302" y="12750832"/>
                  <a:pt x="9972232" y="12749344"/>
                  <a:pt x="9952754" y="12728029"/>
                </a:cubicBezTo>
                <a:cubicBezTo>
                  <a:pt x="9933276" y="12706714"/>
                  <a:pt x="9934766" y="12673645"/>
                  <a:pt x="9956080" y="12654168"/>
                </a:cubicBezTo>
                <a:cubicBezTo>
                  <a:pt x="9966738" y="12644430"/>
                  <a:pt x="9980334" y="12639933"/>
                  <a:pt x="9993700" y="12640534"/>
                </a:cubicBezTo>
                <a:close/>
                <a:moveTo>
                  <a:pt x="9291214" y="12614289"/>
                </a:moveTo>
                <a:cubicBezTo>
                  <a:pt x="9303202" y="12614829"/>
                  <a:pt x="9314986" y="12619943"/>
                  <a:pt x="9323722" y="12629503"/>
                </a:cubicBezTo>
                <a:cubicBezTo>
                  <a:pt x="9341194" y="12648623"/>
                  <a:pt x="9339858" y="12678285"/>
                  <a:pt x="9320740" y="12695755"/>
                </a:cubicBezTo>
                <a:cubicBezTo>
                  <a:pt x="9301620" y="12713227"/>
                  <a:pt x="9271958" y="12711890"/>
                  <a:pt x="9254486" y="12692772"/>
                </a:cubicBezTo>
                <a:cubicBezTo>
                  <a:pt x="9237014" y="12673652"/>
                  <a:pt x="9238350" y="12643990"/>
                  <a:pt x="9257470" y="12626519"/>
                </a:cubicBezTo>
                <a:cubicBezTo>
                  <a:pt x="9267030" y="12617783"/>
                  <a:pt x="9279224" y="12613749"/>
                  <a:pt x="9291214" y="12614289"/>
                </a:cubicBezTo>
                <a:close/>
                <a:moveTo>
                  <a:pt x="8588708" y="12588500"/>
                </a:moveTo>
                <a:cubicBezTo>
                  <a:pt x="8599204" y="12588973"/>
                  <a:pt x="8609520" y="12593450"/>
                  <a:pt x="8617168" y="12601818"/>
                </a:cubicBezTo>
                <a:cubicBezTo>
                  <a:pt x="8632462" y="12618555"/>
                  <a:pt x="8631292" y="12644523"/>
                  <a:pt x="8614554" y="12659818"/>
                </a:cubicBezTo>
                <a:cubicBezTo>
                  <a:pt x="8597818" y="12675112"/>
                  <a:pt x="8571850" y="12673943"/>
                  <a:pt x="8556554" y="12657206"/>
                </a:cubicBezTo>
                <a:cubicBezTo>
                  <a:pt x="8541260" y="12640469"/>
                  <a:pt x="8542430" y="12614501"/>
                  <a:pt x="8559166" y="12599206"/>
                </a:cubicBezTo>
                <a:cubicBezTo>
                  <a:pt x="8567536" y="12591558"/>
                  <a:pt x="8578212" y="12588027"/>
                  <a:pt x="8588708" y="12588500"/>
                </a:cubicBezTo>
                <a:close/>
                <a:moveTo>
                  <a:pt x="17385526" y="12568314"/>
                </a:moveTo>
                <a:cubicBezTo>
                  <a:pt x="17412494" y="12569529"/>
                  <a:pt x="17439002" y="12581032"/>
                  <a:pt x="17458650" y="12602535"/>
                </a:cubicBezTo>
                <a:cubicBezTo>
                  <a:pt x="17497950" y="12645541"/>
                  <a:pt x="17494942" y="12712265"/>
                  <a:pt x="17451938" y="12751565"/>
                </a:cubicBezTo>
                <a:cubicBezTo>
                  <a:pt x="17408930" y="12790865"/>
                  <a:pt x="17342206" y="12787860"/>
                  <a:pt x="17302906" y="12744854"/>
                </a:cubicBezTo>
                <a:cubicBezTo>
                  <a:pt x="17263606" y="12701846"/>
                  <a:pt x="17266610" y="12635124"/>
                  <a:pt x="17309618" y="12595823"/>
                </a:cubicBezTo>
                <a:cubicBezTo>
                  <a:pt x="17331122" y="12576173"/>
                  <a:pt x="17358554" y="12567099"/>
                  <a:pt x="17385526" y="12568314"/>
                </a:cubicBezTo>
                <a:close/>
                <a:moveTo>
                  <a:pt x="7886218" y="12562427"/>
                </a:moveTo>
                <a:cubicBezTo>
                  <a:pt x="7895292" y="12562835"/>
                  <a:pt x="7904212" y="12566706"/>
                  <a:pt x="7910824" y="12573942"/>
                </a:cubicBezTo>
                <a:cubicBezTo>
                  <a:pt x="7924046" y="12588412"/>
                  <a:pt x="7923036" y="12610863"/>
                  <a:pt x="7908564" y="12624088"/>
                </a:cubicBezTo>
                <a:cubicBezTo>
                  <a:pt x="7894094" y="12637311"/>
                  <a:pt x="7871642" y="12636301"/>
                  <a:pt x="7858418" y="12621829"/>
                </a:cubicBezTo>
                <a:cubicBezTo>
                  <a:pt x="7845196" y="12607358"/>
                  <a:pt x="7846206" y="12584907"/>
                  <a:pt x="7860676" y="12571683"/>
                </a:cubicBezTo>
                <a:cubicBezTo>
                  <a:pt x="7867912" y="12565071"/>
                  <a:pt x="7877142" y="12562018"/>
                  <a:pt x="7886218" y="12562427"/>
                </a:cubicBezTo>
                <a:close/>
                <a:moveTo>
                  <a:pt x="16683106" y="12540537"/>
                </a:moveTo>
                <a:cubicBezTo>
                  <a:pt x="16709094" y="12541707"/>
                  <a:pt x="16734630" y="12552790"/>
                  <a:pt x="16753562" y="12573508"/>
                </a:cubicBezTo>
                <a:cubicBezTo>
                  <a:pt x="16791426" y="12614944"/>
                  <a:pt x="16788530" y="12679230"/>
                  <a:pt x="16747094" y="12717094"/>
                </a:cubicBezTo>
                <a:cubicBezTo>
                  <a:pt x="16705658" y="12754959"/>
                  <a:pt x="16641374" y="12752064"/>
                  <a:pt x="16603506" y="12710628"/>
                </a:cubicBezTo>
                <a:cubicBezTo>
                  <a:pt x="16565642" y="12669192"/>
                  <a:pt x="16568538" y="12604906"/>
                  <a:pt x="16609974" y="12567040"/>
                </a:cubicBezTo>
                <a:cubicBezTo>
                  <a:pt x="16630694" y="12548109"/>
                  <a:pt x="16657122" y="12539366"/>
                  <a:pt x="16683106" y="12540537"/>
                </a:cubicBezTo>
                <a:close/>
                <a:moveTo>
                  <a:pt x="7183708" y="12536155"/>
                </a:moveTo>
                <a:cubicBezTo>
                  <a:pt x="7191406" y="12536501"/>
                  <a:pt x="7198972" y="12539784"/>
                  <a:pt x="7204580" y="12545922"/>
                </a:cubicBezTo>
                <a:cubicBezTo>
                  <a:pt x="7215798" y="12558198"/>
                  <a:pt x="7214940" y="12577243"/>
                  <a:pt x="7202666" y="12588461"/>
                </a:cubicBezTo>
                <a:cubicBezTo>
                  <a:pt x="7190390" y="12599678"/>
                  <a:pt x="7171344" y="12598821"/>
                  <a:pt x="7160126" y="12586546"/>
                </a:cubicBezTo>
                <a:cubicBezTo>
                  <a:pt x="7148908" y="12574269"/>
                  <a:pt x="7149768" y="12555224"/>
                  <a:pt x="7162042" y="12544007"/>
                </a:cubicBezTo>
                <a:cubicBezTo>
                  <a:pt x="7168180" y="12538398"/>
                  <a:pt x="7176010" y="12535808"/>
                  <a:pt x="7183708" y="12536155"/>
                </a:cubicBezTo>
                <a:close/>
                <a:moveTo>
                  <a:pt x="15980614" y="12514463"/>
                </a:moveTo>
                <a:cubicBezTo>
                  <a:pt x="16005178" y="12515570"/>
                  <a:pt x="16029318" y="12526047"/>
                  <a:pt x="16047218" y="12545632"/>
                </a:cubicBezTo>
                <a:cubicBezTo>
                  <a:pt x="16083010" y="12584801"/>
                  <a:pt x="16080274" y="12645572"/>
                  <a:pt x="16041106" y="12681364"/>
                </a:cubicBezTo>
                <a:cubicBezTo>
                  <a:pt x="16001934" y="12717158"/>
                  <a:pt x="15941166" y="12714420"/>
                  <a:pt x="15905374" y="12675250"/>
                </a:cubicBezTo>
                <a:cubicBezTo>
                  <a:pt x="15869578" y="12636080"/>
                  <a:pt x="15872318" y="12575310"/>
                  <a:pt x="15911482" y="12539518"/>
                </a:cubicBezTo>
                <a:cubicBezTo>
                  <a:pt x="15931070" y="12521622"/>
                  <a:pt x="15956054" y="12513357"/>
                  <a:pt x="15980614" y="12514463"/>
                </a:cubicBezTo>
                <a:close/>
                <a:moveTo>
                  <a:pt x="6481264" y="12509009"/>
                </a:moveTo>
                <a:cubicBezTo>
                  <a:pt x="6487816" y="12509304"/>
                  <a:pt x="6494254" y="12512098"/>
                  <a:pt x="6499028" y="12517322"/>
                </a:cubicBezTo>
                <a:cubicBezTo>
                  <a:pt x="6508574" y="12527768"/>
                  <a:pt x="6507844" y="12543976"/>
                  <a:pt x="6497396" y="12553522"/>
                </a:cubicBezTo>
                <a:cubicBezTo>
                  <a:pt x="6486950" y="12563069"/>
                  <a:pt x="6470742" y="12562339"/>
                  <a:pt x="6461196" y="12551893"/>
                </a:cubicBezTo>
                <a:cubicBezTo>
                  <a:pt x="6451650" y="12541445"/>
                  <a:pt x="6452378" y="12525239"/>
                  <a:pt x="6462826" y="12515690"/>
                </a:cubicBezTo>
                <a:cubicBezTo>
                  <a:pt x="6468050" y="12510918"/>
                  <a:pt x="6474712" y="12508714"/>
                  <a:pt x="6481264" y="12509009"/>
                </a:cubicBezTo>
                <a:close/>
                <a:moveTo>
                  <a:pt x="15278078" y="12488873"/>
                </a:moveTo>
                <a:cubicBezTo>
                  <a:pt x="15301102" y="12489910"/>
                  <a:pt x="15323730" y="12499731"/>
                  <a:pt x="15340506" y="12518089"/>
                </a:cubicBezTo>
                <a:cubicBezTo>
                  <a:pt x="15374058" y="12554805"/>
                  <a:pt x="15371494" y="12611768"/>
                  <a:pt x="15334778" y="12645320"/>
                </a:cubicBezTo>
                <a:cubicBezTo>
                  <a:pt x="15298062" y="12678872"/>
                  <a:pt x="15241098" y="12676304"/>
                  <a:pt x="15207546" y="12639588"/>
                </a:cubicBezTo>
                <a:cubicBezTo>
                  <a:pt x="15173998" y="12602873"/>
                  <a:pt x="15176562" y="12545909"/>
                  <a:pt x="15213278" y="12512358"/>
                </a:cubicBezTo>
                <a:cubicBezTo>
                  <a:pt x="15231638" y="12495582"/>
                  <a:pt x="15255054" y="12487836"/>
                  <a:pt x="15278078" y="12488873"/>
                </a:cubicBezTo>
                <a:close/>
                <a:moveTo>
                  <a:pt x="5778756" y="12483401"/>
                </a:moveTo>
                <a:cubicBezTo>
                  <a:pt x="5783770" y="12483626"/>
                  <a:pt x="5788696" y="12485764"/>
                  <a:pt x="5792348" y="12489759"/>
                </a:cubicBezTo>
                <a:cubicBezTo>
                  <a:pt x="5799652" y="12497753"/>
                  <a:pt x="5799094" y="12510155"/>
                  <a:pt x="5791102" y="12517459"/>
                </a:cubicBezTo>
                <a:cubicBezTo>
                  <a:pt x="5783108" y="12524764"/>
                  <a:pt x="5770706" y="12524206"/>
                  <a:pt x="5763400" y="12516212"/>
                </a:cubicBezTo>
                <a:cubicBezTo>
                  <a:pt x="5756096" y="12508219"/>
                  <a:pt x="5756656" y="12495817"/>
                  <a:pt x="5764648" y="12488512"/>
                </a:cubicBezTo>
                <a:cubicBezTo>
                  <a:pt x="5768646" y="12484860"/>
                  <a:pt x="5773744" y="12483174"/>
                  <a:pt x="5778756" y="12483401"/>
                </a:cubicBezTo>
                <a:close/>
                <a:moveTo>
                  <a:pt x="14575592" y="12462626"/>
                </a:moveTo>
                <a:cubicBezTo>
                  <a:pt x="14597240" y="12463601"/>
                  <a:pt x="14618514" y="12472835"/>
                  <a:pt x="14634288" y="12490095"/>
                </a:cubicBezTo>
                <a:cubicBezTo>
                  <a:pt x="14665834" y="12524616"/>
                  <a:pt x="14663422" y="12578173"/>
                  <a:pt x="14628902" y="12609718"/>
                </a:cubicBezTo>
                <a:cubicBezTo>
                  <a:pt x="14594382" y="12641262"/>
                  <a:pt x="14540826" y="12638851"/>
                  <a:pt x="14509280" y="12604330"/>
                </a:cubicBezTo>
                <a:cubicBezTo>
                  <a:pt x="14477734" y="12569808"/>
                  <a:pt x="14480146" y="12516252"/>
                  <a:pt x="14514666" y="12484707"/>
                </a:cubicBezTo>
                <a:cubicBezTo>
                  <a:pt x="14531926" y="12468935"/>
                  <a:pt x="14553944" y="12461652"/>
                  <a:pt x="14575592" y="12462626"/>
                </a:cubicBezTo>
                <a:close/>
                <a:moveTo>
                  <a:pt x="5076244" y="12457173"/>
                </a:moveTo>
                <a:cubicBezTo>
                  <a:pt x="5079880" y="12457336"/>
                  <a:pt x="5083454" y="12458887"/>
                  <a:pt x="5086102" y="12461786"/>
                </a:cubicBezTo>
                <a:cubicBezTo>
                  <a:pt x="5091402" y="12467585"/>
                  <a:pt x="5090996" y="12476580"/>
                  <a:pt x="5085198" y="12481879"/>
                </a:cubicBezTo>
                <a:cubicBezTo>
                  <a:pt x="5079400" y="12487177"/>
                  <a:pt x="5070404" y="12486772"/>
                  <a:pt x="5065106" y="12480974"/>
                </a:cubicBezTo>
                <a:cubicBezTo>
                  <a:pt x="5059806" y="12475176"/>
                  <a:pt x="5060212" y="12466181"/>
                  <a:pt x="5066010" y="12460882"/>
                </a:cubicBezTo>
                <a:cubicBezTo>
                  <a:pt x="5068910" y="12458233"/>
                  <a:pt x="5072608" y="12457009"/>
                  <a:pt x="5076244" y="12457173"/>
                </a:cubicBezTo>
                <a:close/>
                <a:moveTo>
                  <a:pt x="13873108" y="12436380"/>
                </a:moveTo>
                <a:cubicBezTo>
                  <a:pt x="13893380" y="12437294"/>
                  <a:pt x="13913302" y="12445939"/>
                  <a:pt x="13928072" y="12462102"/>
                </a:cubicBezTo>
                <a:cubicBezTo>
                  <a:pt x="13957610" y="12494426"/>
                  <a:pt x="13955352" y="12544578"/>
                  <a:pt x="13923028" y="12574117"/>
                </a:cubicBezTo>
                <a:cubicBezTo>
                  <a:pt x="13890702" y="12603657"/>
                  <a:pt x="13840550" y="12601398"/>
                  <a:pt x="13811012" y="12569073"/>
                </a:cubicBezTo>
                <a:cubicBezTo>
                  <a:pt x="13781472" y="12536748"/>
                  <a:pt x="13783730" y="12486596"/>
                  <a:pt x="13816056" y="12457057"/>
                </a:cubicBezTo>
                <a:cubicBezTo>
                  <a:pt x="13832220" y="12442287"/>
                  <a:pt x="13852838" y="12435467"/>
                  <a:pt x="13873108" y="12436380"/>
                </a:cubicBezTo>
                <a:close/>
                <a:moveTo>
                  <a:pt x="4367514" y="12433356"/>
                </a:moveTo>
                <a:cubicBezTo>
                  <a:pt x="4371046" y="12430128"/>
                  <a:pt x="4376524" y="12430375"/>
                  <a:pt x="4379752" y="12433906"/>
                </a:cubicBezTo>
                <a:cubicBezTo>
                  <a:pt x="4382980" y="12437439"/>
                  <a:pt x="4382732" y="12442917"/>
                  <a:pt x="4379200" y="12446144"/>
                </a:cubicBezTo>
                <a:cubicBezTo>
                  <a:pt x="4375668" y="12449372"/>
                  <a:pt x="4370190" y="12449125"/>
                  <a:pt x="4366962" y="12445593"/>
                </a:cubicBezTo>
                <a:cubicBezTo>
                  <a:pt x="4363736" y="12442062"/>
                  <a:pt x="4363982" y="12436583"/>
                  <a:pt x="4367514" y="12433356"/>
                </a:cubicBezTo>
                <a:close/>
                <a:moveTo>
                  <a:pt x="13170644" y="12409693"/>
                </a:moveTo>
                <a:cubicBezTo>
                  <a:pt x="13189652" y="12410549"/>
                  <a:pt x="13208332" y="12418655"/>
                  <a:pt x="13222180" y="12433810"/>
                </a:cubicBezTo>
                <a:cubicBezTo>
                  <a:pt x="13249878" y="12464120"/>
                  <a:pt x="13247760" y="12511144"/>
                  <a:pt x="13217450" y="12538842"/>
                </a:cubicBezTo>
                <a:cubicBezTo>
                  <a:pt x="13187140" y="12566539"/>
                  <a:pt x="13140114" y="12564422"/>
                  <a:pt x="13112418" y="12534112"/>
                </a:cubicBezTo>
                <a:cubicBezTo>
                  <a:pt x="13084720" y="12503803"/>
                  <a:pt x="13086838" y="12456779"/>
                  <a:pt x="13117148" y="12429081"/>
                </a:cubicBezTo>
                <a:cubicBezTo>
                  <a:pt x="13132304" y="12415233"/>
                  <a:pt x="13151638" y="12408837"/>
                  <a:pt x="13170644" y="12409693"/>
                </a:cubicBezTo>
                <a:close/>
                <a:moveTo>
                  <a:pt x="3669936" y="12406832"/>
                </a:moveTo>
                <a:cubicBezTo>
                  <a:pt x="3670648" y="12406181"/>
                  <a:pt x="3671752" y="12406231"/>
                  <a:pt x="3672402" y="12406942"/>
                </a:cubicBezTo>
                <a:cubicBezTo>
                  <a:pt x="3673052" y="12407654"/>
                  <a:pt x="3673002" y="12408758"/>
                  <a:pt x="3672290" y="12409409"/>
                </a:cubicBezTo>
                <a:cubicBezTo>
                  <a:pt x="3671578" y="12410059"/>
                  <a:pt x="3670474" y="12410010"/>
                  <a:pt x="3669824" y="12409298"/>
                </a:cubicBezTo>
                <a:cubicBezTo>
                  <a:pt x="3669174" y="12408587"/>
                  <a:pt x="3669224" y="12407482"/>
                  <a:pt x="3669936" y="12406832"/>
                </a:cubicBezTo>
                <a:close/>
                <a:moveTo>
                  <a:pt x="12468126" y="12383595"/>
                </a:moveTo>
                <a:cubicBezTo>
                  <a:pt x="12485712" y="12384386"/>
                  <a:pt x="12502994" y="12391888"/>
                  <a:pt x="12515808" y="12405909"/>
                </a:cubicBezTo>
                <a:cubicBezTo>
                  <a:pt x="12541434" y="12433953"/>
                  <a:pt x="12539476" y="12477460"/>
                  <a:pt x="12511434" y="12503086"/>
                </a:cubicBezTo>
                <a:cubicBezTo>
                  <a:pt x="12483390" y="12528712"/>
                  <a:pt x="12439884" y="12526752"/>
                  <a:pt x="12414258" y="12498709"/>
                </a:cubicBezTo>
                <a:cubicBezTo>
                  <a:pt x="12388632" y="12470665"/>
                  <a:pt x="12390590" y="12427158"/>
                  <a:pt x="12418632" y="12401532"/>
                </a:cubicBezTo>
                <a:cubicBezTo>
                  <a:pt x="12432654" y="12388719"/>
                  <a:pt x="12450542" y="12382802"/>
                  <a:pt x="12468126" y="12383595"/>
                </a:cubicBezTo>
                <a:close/>
                <a:moveTo>
                  <a:pt x="11765644" y="12357347"/>
                </a:moveTo>
                <a:cubicBezTo>
                  <a:pt x="11781852" y="12358077"/>
                  <a:pt x="11797782" y="12364991"/>
                  <a:pt x="11809592" y="12377915"/>
                </a:cubicBezTo>
                <a:cubicBezTo>
                  <a:pt x="11833212" y="12403763"/>
                  <a:pt x="11831408" y="12443864"/>
                  <a:pt x="11805560" y="12467483"/>
                </a:cubicBezTo>
                <a:cubicBezTo>
                  <a:pt x="11779710" y="12491105"/>
                  <a:pt x="11739610" y="12489297"/>
                  <a:pt x="11715990" y="12463450"/>
                </a:cubicBezTo>
                <a:cubicBezTo>
                  <a:pt x="11692370" y="12437602"/>
                  <a:pt x="11694176" y="12397500"/>
                  <a:pt x="11720024" y="12373881"/>
                </a:cubicBezTo>
                <a:cubicBezTo>
                  <a:pt x="11732948" y="12362072"/>
                  <a:pt x="11749434" y="12356618"/>
                  <a:pt x="11765644" y="12357347"/>
                </a:cubicBezTo>
                <a:close/>
                <a:moveTo>
                  <a:pt x="11063150" y="12331275"/>
                </a:moveTo>
                <a:cubicBezTo>
                  <a:pt x="11077938" y="12331941"/>
                  <a:pt x="11092472" y="12338248"/>
                  <a:pt x="11103246" y="12350039"/>
                </a:cubicBezTo>
                <a:cubicBezTo>
                  <a:pt x="11124796" y="12373620"/>
                  <a:pt x="11123148" y="12410206"/>
                  <a:pt x="11099566" y="12431755"/>
                </a:cubicBezTo>
                <a:cubicBezTo>
                  <a:pt x="11075984" y="12453304"/>
                  <a:pt x="11039400" y="12451655"/>
                  <a:pt x="11017850" y="12428075"/>
                </a:cubicBezTo>
                <a:cubicBezTo>
                  <a:pt x="10996302" y="12404494"/>
                  <a:pt x="10997948" y="12367908"/>
                  <a:pt x="11021530" y="12346359"/>
                </a:cubicBezTo>
                <a:cubicBezTo>
                  <a:pt x="11033322" y="12335585"/>
                  <a:pt x="11048364" y="12330609"/>
                  <a:pt x="11063150" y="12331275"/>
                </a:cubicBezTo>
                <a:close/>
                <a:moveTo>
                  <a:pt x="10360666" y="12305029"/>
                </a:moveTo>
                <a:cubicBezTo>
                  <a:pt x="10374078" y="12305633"/>
                  <a:pt x="10387260" y="12311353"/>
                  <a:pt x="10397030" y="12322046"/>
                </a:cubicBezTo>
                <a:cubicBezTo>
                  <a:pt x="10416572" y="12343431"/>
                  <a:pt x="10415078" y="12376610"/>
                  <a:pt x="10393692" y="12396154"/>
                </a:cubicBezTo>
                <a:cubicBezTo>
                  <a:pt x="10372306" y="12415696"/>
                  <a:pt x="10339126" y="12414203"/>
                  <a:pt x="10319582" y="12392818"/>
                </a:cubicBezTo>
                <a:cubicBezTo>
                  <a:pt x="10300040" y="12371432"/>
                  <a:pt x="10301534" y="12338252"/>
                  <a:pt x="10322920" y="12318708"/>
                </a:cubicBezTo>
                <a:cubicBezTo>
                  <a:pt x="10333614" y="12308937"/>
                  <a:pt x="10347256" y="12304425"/>
                  <a:pt x="10360666" y="12305029"/>
                </a:cubicBezTo>
                <a:close/>
                <a:moveTo>
                  <a:pt x="9658126" y="12279439"/>
                </a:moveTo>
                <a:cubicBezTo>
                  <a:pt x="9670000" y="12279973"/>
                  <a:pt x="9681668" y="12285037"/>
                  <a:pt x="9690318" y="12294504"/>
                </a:cubicBezTo>
                <a:cubicBezTo>
                  <a:pt x="9707618" y="12313435"/>
                  <a:pt x="9706296" y="12342809"/>
                  <a:pt x="9687362" y="12360110"/>
                </a:cubicBezTo>
                <a:cubicBezTo>
                  <a:pt x="9668430" y="12377410"/>
                  <a:pt x="9639056" y="12376088"/>
                  <a:pt x="9621756" y="12357156"/>
                </a:cubicBezTo>
                <a:cubicBezTo>
                  <a:pt x="9604456" y="12338223"/>
                  <a:pt x="9605778" y="12308849"/>
                  <a:pt x="9624710" y="12291547"/>
                </a:cubicBezTo>
                <a:cubicBezTo>
                  <a:pt x="9634178" y="12282898"/>
                  <a:pt x="9646254" y="12278904"/>
                  <a:pt x="9658126" y="12279439"/>
                </a:cubicBezTo>
                <a:close/>
                <a:moveTo>
                  <a:pt x="8955644" y="12253191"/>
                </a:moveTo>
                <a:cubicBezTo>
                  <a:pt x="8966140" y="12253663"/>
                  <a:pt x="8976456" y="12258140"/>
                  <a:pt x="8984102" y="12266510"/>
                </a:cubicBezTo>
                <a:cubicBezTo>
                  <a:pt x="8999398" y="12283245"/>
                  <a:pt x="8998228" y="12309213"/>
                  <a:pt x="8981490" y="12324508"/>
                </a:cubicBezTo>
                <a:cubicBezTo>
                  <a:pt x="8964754" y="12339803"/>
                  <a:pt x="8938786" y="12338633"/>
                  <a:pt x="8923492" y="12321896"/>
                </a:cubicBezTo>
                <a:cubicBezTo>
                  <a:pt x="8908196" y="12305159"/>
                  <a:pt x="8909366" y="12279191"/>
                  <a:pt x="8926102" y="12263897"/>
                </a:cubicBezTo>
                <a:cubicBezTo>
                  <a:pt x="8934472" y="12256249"/>
                  <a:pt x="8945148" y="12252718"/>
                  <a:pt x="8955644" y="12253191"/>
                </a:cubicBezTo>
                <a:close/>
                <a:moveTo>
                  <a:pt x="8253152" y="12227118"/>
                </a:moveTo>
                <a:cubicBezTo>
                  <a:pt x="8262226" y="12227527"/>
                  <a:pt x="8271146" y="12231398"/>
                  <a:pt x="8277758" y="12238634"/>
                </a:cubicBezTo>
                <a:cubicBezTo>
                  <a:pt x="8290980" y="12253104"/>
                  <a:pt x="8289970" y="12275556"/>
                  <a:pt x="8275498" y="12288779"/>
                </a:cubicBezTo>
                <a:cubicBezTo>
                  <a:pt x="8261028" y="12302003"/>
                  <a:pt x="8238578" y="12300991"/>
                  <a:pt x="8225354" y="12286520"/>
                </a:cubicBezTo>
                <a:cubicBezTo>
                  <a:pt x="8212130" y="12272049"/>
                  <a:pt x="8213142" y="12249597"/>
                  <a:pt x="8227612" y="12236375"/>
                </a:cubicBezTo>
                <a:cubicBezTo>
                  <a:pt x="8234848" y="12229763"/>
                  <a:pt x="8244078" y="12226709"/>
                  <a:pt x="8253152" y="12227118"/>
                </a:cubicBezTo>
                <a:close/>
                <a:moveTo>
                  <a:pt x="17050042" y="12205228"/>
                </a:moveTo>
                <a:cubicBezTo>
                  <a:pt x="17076026" y="12206398"/>
                  <a:pt x="17101562" y="12217481"/>
                  <a:pt x="17120494" y="12238199"/>
                </a:cubicBezTo>
                <a:cubicBezTo>
                  <a:pt x="17158362" y="12279635"/>
                  <a:pt x="17155466" y="12343920"/>
                  <a:pt x="17114030" y="12381787"/>
                </a:cubicBezTo>
                <a:cubicBezTo>
                  <a:pt x="17072594" y="12419650"/>
                  <a:pt x="17008306" y="12416755"/>
                  <a:pt x="16970442" y="12375319"/>
                </a:cubicBezTo>
                <a:cubicBezTo>
                  <a:pt x="16932578" y="12333883"/>
                  <a:pt x="16935474" y="12269597"/>
                  <a:pt x="16976910" y="12231732"/>
                </a:cubicBezTo>
                <a:cubicBezTo>
                  <a:pt x="16997630" y="12212800"/>
                  <a:pt x="17024058" y="12204058"/>
                  <a:pt x="17050042" y="12205228"/>
                </a:cubicBezTo>
                <a:close/>
                <a:moveTo>
                  <a:pt x="7550644" y="12200845"/>
                </a:moveTo>
                <a:cubicBezTo>
                  <a:pt x="7558342" y="12201191"/>
                  <a:pt x="7565908" y="12204475"/>
                  <a:pt x="7571516" y="12210614"/>
                </a:cubicBezTo>
                <a:cubicBezTo>
                  <a:pt x="7582734" y="12222888"/>
                  <a:pt x="7581876" y="12241933"/>
                  <a:pt x="7569600" y="12253151"/>
                </a:cubicBezTo>
                <a:cubicBezTo>
                  <a:pt x="7557324" y="12264369"/>
                  <a:pt x="7538278" y="12263511"/>
                  <a:pt x="7527062" y="12251236"/>
                </a:cubicBezTo>
                <a:cubicBezTo>
                  <a:pt x="7515844" y="12238960"/>
                  <a:pt x="7516702" y="12219915"/>
                  <a:pt x="7528978" y="12208697"/>
                </a:cubicBezTo>
                <a:cubicBezTo>
                  <a:pt x="7535116" y="12203088"/>
                  <a:pt x="7542946" y="12200498"/>
                  <a:pt x="7550644" y="12200845"/>
                </a:cubicBezTo>
                <a:close/>
                <a:moveTo>
                  <a:pt x="16347530" y="12179612"/>
                </a:moveTo>
                <a:cubicBezTo>
                  <a:pt x="16371974" y="12180713"/>
                  <a:pt x="16396002" y="12191140"/>
                  <a:pt x="16413814" y="12210631"/>
                </a:cubicBezTo>
                <a:cubicBezTo>
                  <a:pt x="16449438" y="12249615"/>
                  <a:pt x="16446714" y="12310094"/>
                  <a:pt x="16407730" y="12345717"/>
                </a:cubicBezTo>
                <a:cubicBezTo>
                  <a:pt x="16368746" y="12381340"/>
                  <a:pt x="16308266" y="12378616"/>
                  <a:pt x="16272646" y="12339633"/>
                </a:cubicBezTo>
                <a:cubicBezTo>
                  <a:pt x="16237022" y="12300650"/>
                  <a:pt x="16239746" y="12240170"/>
                  <a:pt x="16278726" y="12204548"/>
                </a:cubicBezTo>
                <a:cubicBezTo>
                  <a:pt x="16298218" y="12186736"/>
                  <a:pt x="16323086" y="12178511"/>
                  <a:pt x="16347530" y="12179612"/>
                </a:cubicBezTo>
                <a:close/>
                <a:moveTo>
                  <a:pt x="6848200" y="12173701"/>
                </a:moveTo>
                <a:cubicBezTo>
                  <a:pt x="6854750" y="12173996"/>
                  <a:pt x="6861190" y="12176791"/>
                  <a:pt x="6865962" y="12182014"/>
                </a:cubicBezTo>
                <a:cubicBezTo>
                  <a:pt x="6875508" y="12192460"/>
                  <a:pt x="6874778" y="12208668"/>
                  <a:pt x="6864330" y="12218215"/>
                </a:cubicBezTo>
                <a:cubicBezTo>
                  <a:pt x="6853884" y="12227761"/>
                  <a:pt x="6837676" y="12227032"/>
                  <a:pt x="6828130" y="12216584"/>
                </a:cubicBezTo>
                <a:cubicBezTo>
                  <a:pt x="6818584" y="12206138"/>
                  <a:pt x="6819314" y="12189931"/>
                  <a:pt x="6829760" y="12180384"/>
                </a:cubicBezTo>
                <a:cubicBezTo>
                  <a:pt x="6834984" y="12175611"/>
                  <a:pt x="6841648" y="12173406"/>
                  <a:pt x="6848200" y="12173701"/>
                </a:cubicBezTo>
                <a:close/>
                <a:moveTo>
                  <a:pt x="15645042" y="12153540"/>
                </a:moveTo>
                <a:cubicBezTo>
                  <a:pt x="15668066" y="12154577"/>
                  <a:pt x="15690694" y="12164397"/>
                  <a:pt x="15707466" y="12182755"/>
                </a:cubicBezTo>
                <a:cubicBezTo>
                  <a:pt x="15741018" y="12219471"/>
                  <a:pt x="15738454" y="12276436"/>
                  <a:pt x="15701738" y="12309987"/>
                </a:cubicBezTo>
                <a:cubicBezTo>
                  <a:pt x="15665022" y="12343539"/>
                  <a:pt x="15608058" y="12340971"/>
                  <a:pt x="15574506" y="12304255"/>
                </a:cubicBezTo>
                <a:cubicBezTo>
                  <a:pt x="15540958" y="12267540"/>
                  <a:pt x="15543522" y="12210576"/>
                  <a:pt x="15580238" y="12177025"/>
                </a:cubicBezTo>
                <a:cubicBezTo>
                  <a:pt x="15598598" y="12160249"/>
                  <a:pt x="15622018" y="12152503"/>
                  <a:pt x="15645042" y="12153540"/>
                </a:cubicBezTo>
                <a:close/>
                <a:moveTo>
                  <a:pt x="6145692" y="12148091"/>
                </a:moveTo>
                <a:cubicBezTo>
                  <a:pt x="6150704" y="12148317"/>
                  <a:pt x="6155630" y="12150454"/>
                  <a:pt x="6159282" y="12154451"/>
                </a:cubicBezTo>
                <a:cubicBezTo>
                  <a:pt x="6166588" y="12162444"/>
                  <a:pt x="6166030" y="12174846"/>
                  <a:pt x="6158036" y="12182150"/>
                </a:cubicBezTo>
                <a:cubicBezTo>
                  <a:pt x="6150042" y="12189455"/>
                  <a:pt x="6137640" y="12188897"/>
                  <a:pt x="6130336" y="12180903"/>
                </a:cubicBezTo>
                <a:cubicBezTo>
                  <a:pt x="6123032" y="12172910"/>
                  <a:pt x="6123590" y="12160508"/>
                  <a:pt x="6131584" y="12153203"/>
                </a:cubicBezTo>
                <a:cubicBezTo>
                  <a:pt x="6135580" y="12149551"/>
                  <a:pt x="6140678" y="12147865"/>
                  <a:pt x="6145692" y="12148091"/>
                </a:cubicBezTo>
                <a:close/>
                <a:moveTo>
                  <a:pt x="14942526" y="12127317"/>
                </a:moveTo>
                <a:cubicBezTo>
                  <a:pt x="14964174" y="12128292"/>
                  <a:pt x="14985450" y="12137526"/>
                  <a:pt x="15001222" y="12154786"/>
                </a:cubicBezTo>
                <a:cubicBezTo>
                  <a:pt x="15032770" y="12189308"/>
                  <a:pt x="15030358" y="12242864"/>
                  <a:pt x="14995838" y="12274409"/>
                </a:cubicBezTo>
                <a:cubicBezTo>
                  <a:pt x="14961318" y="12305954"/>
                  <a:pt x="14907760" y="12303541"/>
                  <a:pt x="14876214" y="12269021"/>
                </a:cubicBezTo>
                <a:cubicBezTo>
                  <a:pt x="14844670" y="12234499"/>
                  <a:pt x="14847082" y="12180944"/>
                  <a:pt x="14881602" y="12149399"/>
                </a:cubicBezTo>
                <a:cubicBezTo>
                  <a:pt x="14898862" y="12133625"/>
                  <a:pt x="14920882" y="12126343"/>
                  <a:pt x="14942526" y="12127317"/>
                </a:cubicBezTo>
                <a:close/>
                <a:moveTo>
                  <a:pt x="5443202" y="12121843"/>
                </a:moveTo>
                <a:cubicBezTo>
                  <a:pt x="5446840" y="12122006"/>
                  <a:pt x="5450414" y="12123557"/>
                  <a:pt x="5453062" y="12126456"/>
                </a:cubicBezTo>
                <a:cubicBezTo>
                  <a:pt x="5458360" y="12132254"/>
                  <a:pt x="5457954" y="12141250"/>
                  <a:pt x="5452156" y="12146549"/>
                </a:cubicBezTo>
                <a:cubicBezTo>
                  <a:pt x="5446358" y="12151846"/>
                  <a:pt x="5437364" y="12151442"/>
                  <a:pt x="5432064" y="12145644"/>
                </a:cubicBezTo>
                <a:cubicBezTo>
                  <a:pt x="5426766" y="12139845"/>
                  <a:pt x="5427170" y="12130850"/>
                  <a:pt x="5432970" y="12125552"/>
                </a:cubicBezTo>
                <a:cubicBezTo>
                  <a:pt x="5435868" y="12122903"/>
                  <a:pt x="5439566" y="12121679"/>
                  <a:pt x="5443202" y="12121843"/>
                </a:cubicBezTo>
                <a:close/>
                <a:moveTo>
                  <a:pt x="14240084" y="12100174"/>
                </a:moveTo>
                <a:cubicBezTo>
                  <a:pt x="14260584" y="12101097"/>
                  <a:pt x="14280734" y="12109841"/>
                  <a:pt x="14295670" y="12126187"/>
                </a:cubicBezTo>
                <a:cubicBezTo>
                  <a:pt x="14325544" y="12158879"/>
                  <a:pt x="14323260" y="12209600"/>
                  <a:pt x="14290568" y="12239472"/>
                </a:cubicBezTo>
                <a:cubicBezTo>
                  <a:pt x="14257876" y="12269345"/>
                  <a:pt x="14207156" y="12267062"/>
                  <a:pt x="14177282" y="12234370"/>
                </a:cubicBezTo>
                <a:cubicBezTo>
                  <a:pt x="14147408" y="12201678"/>
                  <a:pt x="14149692" y="12150957"/>
                  <a:pt x="14182384" y="12121085"/>
                </a:cubicBezTo>
                <a:cubicBezTo>
                  <a:pt x="14198730" y="12106148"/>
                  <a:pt x="14219582" y="12099251"/>
                  <a:pt x="14240084" y="12100174"/>
                </a:cubicBezTo>
                <a:close/>
                <a:moveTo>
                  <a:pt x="4734448" y="12098048"/>
                </a:moveTo>
                <a:cubicBezTo>
                  <a:pt x="4737980" y="12094820"/>
                  <a:pt x="4743458" y="12095067"/>
                  <a:pt x="4746686" y="12098598"/>
                </a:cubicBezTo>
                <a:cubicBezTo>
                  <a:pt x="4749914" y="12102130"/>
                  <a:pt x="4749666" y="12107609"/>
                  <a:pt x="4746134" y="12110835"/>
                </a:cubicBezTo>
                <a:cubicBezTo>
                  <a:pt x="4742602" y="12114064"/>
                  <a:pt x="4737124" y="12113817"/>
                  <a:pt x="4733896" y="12110285"/>
                </a:cubicBezTo>
                <a:cubicBezTo>
                  <a:pt x="4730670" y="12106753"/>
                  <a:pt x="4730916" y="12101275"/>
                  <a:pt x="4734448" y="12098048"/>
                </a:cubicBezTo>
                <a:close/>
                <a:moveTo>
                  <a:pt x="13537598" y="12073927"/>
                </a:moveTo>
                <a:cubicBezTo>
                  <a:pt x="13556722" y="12074788"/>
                  <a:pt x="13575518" y="12082945"/>
                  <a:pt x="13589452" y="12098193"/>
                </a:cubicBezTo>
                <a:cubicBezTo>
                  <a:pt x="13617320" y="12128690"/>
                  <a:pt x="13615190" y="12176004"/>
                  <a:pt x="13584694" y="12203872"/>
                </a:cubicBezTo>
                <a:cubicBezTo>
                  <a:pt x="13554198" y="12231739"/>
                  <a:pt x="13506882" y="12229609"/>
                  <a:pt x="13479014" y="12199112"/>
                </a:cubicBezTo>
                <a:cubicBezTo>
                  <a:pt x="13451146" y="12168615"/>
                  <a:pt x="13453278" y="12121301"/>
                  <a:pt x="13483774" y="12093434"/>
                </a:cubicBezTo>
                <a:cubicBezTo>
                  <a:pt x="13499022" y="12079500"/>
                  <a:pt x="13518474" y="12073066"/>
                  <a:pt x="13537598" y="12073927"/>
                </a:cubicBezTo>
                <a:close/>
                <a:moveTo>
                  <a:pt x="4036870" y="12071524"/>
                </a:moveTo>
                <a:cubicBezTo>
                  <a:pt x="4037582" y="12070873"/>
                  <a:pt x="4038686" y="12070923"/>
                  <a:pt x="4039336" y="12071634"/>
                </a:cubicBezTo>
                <a:cubicBezTo>
                  <a:pt x="4039986" y="12072346"/>
                  <a:pt x="4039936" y="12073450"/>
                  <a:pt x="4039224" y="12074101"/>
                </a:cubicBezTo>
                <a:cubicBezTo>
                  <a:pt x="4038512" y="12074751"/>
                  <a:pt x="4037408" y="12074701"/>
                  <a:pt x="4036758" y="12073990"/>
                </a:cubicBezTo>
                <a:cubicBezTo>
                  <a:pt x="4036108" y="12073279"/>
                  <a:pt x="4036158" y="12072174"/>
                  <a:pt x="4036870" y="12071524"/>
                </a:cubicBezTo>
                <a:close/>
                <a:moveTo>
                  <a:pt x="12835062" y="12048287"/>
                </a:moveTo>
                <a:cubicBezTo>
                  <a:pt x="12852648" y="12049079"/>
                  <a:pt x="12869932" y="12056579"/>
                  <a:pt x="12882744" y="12070601"/>
                </a:cubicBezTo>
                <a:cubicBezTo>
                  <a:pt x="12908370" y="12098644"/>
                  <a:pt x="12906412" y="12142151"/>
                  <a:pt x="12878368" y="12167777"/>
                </a:cubicBezTo>
                <a:cubicBezTo>
                  <a:pt x="12850324" y="12193403"/>
                  <a:pt x="12806818" y="12191443"/>
                  <a:pt x="12781192" y="12163400"/>
                </a:cubicBezTo>
                <a:cubicBezTo>
                  <a:pt x="12755566" y="12135357"/>
                  <a:pt x="12757524" y="12091850"/>
                  <a:pt x="12785568" y="12066224"/>
                </a:cubicBezTo>
                <a:cubicBezTo>
                  <a:pt x="12799588" y="12053411"/>
                  <a:pt x="12817476" y="12047493"/>
                  <a:pt x="12835062" y="12048287"/>
                </a:cubicBezTo>
                <a:close/>
                <a:moveTo>
                  <a:pt x="12132578" y="12022040"/>
                </a:moveTo>
                <a:cubicBezTo>
                  <a:pt x="12148786" y="12022770"/>
                  <a:pt x="12164716" y="12029684"/>
                  <a:pt x="12176526" y="12042608"/>
                </a:cubicBezTo>
                <a:cubicBezTo>
                  <a:pt x="12200146" y="12068456"/>
                  <a:pt x="12198342" y="12108557"/>
                  <a:pt x="12172494" y="12132177"/>
                </a:cubicBezTo>
                <a:cubicBezTo>
                  <a:pt x="12146646" y="12155797"/>
                  <a:pt x="12106544" y="12153991"/>
                  <a:pt x="12082924" y="12128143"/>
                </a:cubicBezTo>
                <a:cubicBezTo>
                  <a:pt x="12059304" y="12102295"/>
                  <a:pt x="12061110" y="12062194"/>
                  <a:pt x="12086958" y="12038573"/>
                </a:cubicBezTo>
                <a:cubicBezTo>
                  <a:pt x="12099882" y="12026763"/>
                  <a:pt x="12116370" y="12021310"/>
                  <a:pt x="12132578" y="12022040"/>
                </a:cubicBezTo>
                <a:close/>
                <a:moveTo>
                  <a:pt x="11430084" y="11995968"/>
                </a:moveTo>
                <a:cubicBezTo>
                  <a:pt x="11444872" y="11996634"/>
                  <a:pt x="11459406" y="12002941"/>
                  <a:pt x="11470180" y="12014732"/>
                </a:cubicBezTo>
                <a:cubicBezTo>
                  <a:pt x="11491728" y="12038313"/>
                  <a:pt x="11490082" y="12074898"/>
                  <a:pt x="11466500" y="12096448"/>
                </a:cubicBezTo>
                <a:cubicBezTo>
                  <a:pt x="11442918" y="12117997"/>
                  <a:pt x="11406332" y="12116349"/>
                  <a:pt x="11384784" y="12092768"/>
                </a:cubicBezTo>
                <a:cubicBezTo>
                  <a:pt x="11363234" y="12069187"/>
                  <a:pt x="11364882" y="12032602"/>
                  <a:pt x="11388464" y="12011052"/>
                </a:cubicBezTo>
                <a:cubicBezTo>
                  <a:pt x="11400254" y="12000277"/>
                  <a:pt x="11415298" y="11995302"/>
                  <a:pt x="11430084" y="11995968"/>
                </a:cubicBezTo>
                <a:close/>
                <a:moveTo>
                  <a:pt x="10727600" y="11969720"/>
                </a:moveTo>
                <a:cubicBezTo>
                  <a:pt x="10741012" y="11970323"/>
                  <a:pt x="10754194" y="11976044"/>
                  <a:pt x="10763964" y="11986737"/>
                </a:cubicBezTo>
                <a:cubicBezTo>
                  <a:pt x="10783506" y="12008123"/>
                  <a:pt x="10782014" y="12041301"/>
                  <a:pt x="10760626" y="12060845"/>
                </a:cubicBezTo>
                <a:cubicBezTo>
                  <a:pt x="10739240" y="12080388"/>
                  <a:pt x="10706060" y="12078894"/>
                  <a:pt x="10686518" y="12057509"/>
                </a:cubicBezTo>
                <a:cubicBezTo>
                  <a:pt x="10666976" y="12036122"/>
                  <a:pt x="10668468" y="12002943"/>
                  <a:pt x="10689856" y="11983399"/>
                </a:cubicBezTo>
                <a:cubicBezTo>
                  <a:pt x="10700548" y="11973628"/>
                  <a:pt x="10714190" y="11969116"/>
                  <a:pt x="10727600" y="11969720"/>
                </a:cubicBezTo>
                <a:close/>
                <a:moveTo>
                  <a:pt x="10025040" y="11945178"/>
                </a:moveTo>
                <a:cubicBezTo>
                  <a:pt x="10036638" y="11945701"/>
                  <a:pt x="10048036" y="11950648"/>
                  <a:pt x="10056486" y="11959895"/>
                </a:cubicBezTo>
                <a:cubicBezTo>
                  <a:pt x="10073388" y="11978390"/>
                  <a:pt x="10072096" y="12007084"/>
                  <a:pt x="10053600" y="12023985"/>
                </a:cubicBezTo>
                <a:cubicBezTo>
                  <a:pt x="10035104" y="12040887"/>
                  <a:pt x="10006410" y="12039595"/>
                  <a:pt x="9989508" y="12021100"/>
                </a:cubicBezTo>
                <a:cubicBezTo>
                  <a:pt x="9972608" y="12002605"/>
                  <a:pt x="9973900" y="11973910"/>
                  <a:pt x="9992396" y="11957008"/>
                </a:cubicBezTo>
                <a:cubicBezTo>
                  <a:pt x="10001644" y="11948558"/>
                  <a:pt x="10013442" y="11944656"/>
                  <a:pt x="10025040" y="11945178"/>
                </a:cubicBezTo>
                <a:close/>
                <a:moveTo>
                  <a:pt x="9322586" y="11917708"/>
                </a:moveTo>
                <a:cubicBezTo>
                  <a:pt x="9333126" y="11918182"/>
                  <a:pt x="9343486" y="11922678"/>
                  <a:pt x="9351166" y="11931082"/>
                </a:cubicBezTo>
                <a:cubicBezTo>
                  <a:pt x="9366526" y="11947891"/>
                  <a:pt x="9365350" y="11973969"/>
                  <a:pt x="9348542" y="11989328"/>
                </a:cubicBezTo>
                <a:cubicBezTo>
                  <a:pt x="9331734" y="12004689"/>
                  <a:pt x="9305656" y="12003514"/>
                  <a:pt x="9290296" y="11986705"/>
                </a:cubicBezTo>
                <a:cubicBezTo>
                  <a:pt x="9274936" y="11969897"/>
                  <a:pt x="9276110" y="11943820"/>
                  <a:pt x="9292920" y="11928459"/>
                </a:cubicBezTo>
                <a:cubicBezTo>
                  <a:pt x="9301324" y="11920778"/>
                  <a:pt x="9312046" y="11917233"/>
                  <a:pt x="9322586" y="11917708"/>
                </a:cubicBezTo>
                <a:close/>
                <a:moveTo>
                  <a:pt x="8620086" y="11891811"/>
                </a:moveTo>
                <a:cubicBezTo>
                  <a:pt x="8629160" y="11892220"/>
                  <a:pt x="8638078" y="11896091"/>
                  <a:pt x="8644690" y="11903326"/>
                </a:cubicBezTo>
                <a:cubicBezTo>
                  <a:pt x="8657914" y="11917797"/>
                  <a:pt x="8656902" y="11940249"/>
                  <a:pt x="8642432" y="11953472"/>
                </a:cubicBezTo>
                <a:cubicBezTo>
                  <a:pt x="8627962" y="11966696"/>
                  <a:pt x="8605512" y="11965684"/>
                  <a:pt x="8592288" y="11951213"/>
                </a:cubicBezTo>
                <a:cubicBezTo>
                  <a:pt x="8579064" y="11936742"/>
                  <a:pt x="8580074" y="11914290"/>
                  <a:pt x="8594544" y="11901067"/>
                </a:cubicBezTo>
                <a:cubicBezTo>
                  <a:pt x="8601780" y="11894455"/>
                  <a:pt x="8611010" y="11891403"/>
                  <a:pt x="8620086" y="11891811"/>
                </a:cubicBezTo>
                <a:close/>
                <a:moveTo>
                  <a:pt x="7917578" y="11865538"/>
                </a:moveTo>
                <a:cubicBezTo>
                  <a:pt x="7925276" y="11865884"/>
                  <a:pt x="7932842" y="11869167"/>
                  <a:pt x="7938450" y="11875306"/>
                </a:cubicBezTo>
                <a:cubicBezTo>
                  <a:pt x="7949668" y="11887581"/>
                  <a:pt x="7948810" y="11906626"/>
                  <a:pt x="7936534" y="11917843"/>
                </a:cubicBezTo>
                <a:cubicBezTo>
                  <a:pt x="7924260" y="11929059"/>
                  <a:pt x="7905214" y="11928203"/>
                  <a:pt x="7893998" y="11915927"/>
                </a:cubicBezTo>
                <a:cubicBezTo>
                  <a:pt x="7882780" y="11903651"/>
                  <a:pt x="7883638" y="11884606"/>
                  <a:pt x="7895912" y="11873389"/>
                </a:cubicBezTo>
                <a:cubicBezTo>
                  <a:pt x="7902050" y="11867781"/>
                  <a:pt x="7909880" y="11865191"/>
                  <a:pt x="7917578" y="11865538"/>
                </a:cubicBezTo>
                <a:close/>
                <a:moveTo>
                  <a:pt x="16714486" y="11843846"/>
                </a:moveTo>
                <a:cubicBezTo>
                  <a:pt x="16739046" y="11844952"/>
                  <a:pt x="16763186" y="11855429"/>
                  <a:pt x="16781086" y="11875014"/>
                </a:cubicBezTo>
                <a:cubicBezTo>
                  <a:pt x="16816878" y="11914184"/>
                  <a:pt x="16814142" y="11974954"/>
                  <a:pt x="16774974" y="12010747"/>
                </a:cubicBezTo>
                <a:cubicBezTo>
                  <a:pt x="16735802" y="12046541"/>
                  <a:pt x="16675034" y="12043802"/>
                  <a:pt x="16639242" y="12004632"/>
                </a:cubicBezTo>
                <a:cubicBezTo>
                  <a:pt x="16603450" y="11965462"/>
                  <a:pt x="16606186" y="11904692"/>
                  <a:pt x="16645354" y="11868900"/>
                </a:cubicBezTo>
                <a:cubicBezTo>
                  <a:pt x="16664938" y="11851004"/>
                  <a:pt x="16689922" y="11842740"/>
                  <a:pt x="16714486" y="11843846"/>
                </a:cubicBezTo>
                <a:close/>
                <a:moveTo>
                  <a:pt x="7215134" y="11838392"/>
                </a:moveTo>
                <a:cubicBezTo>
                  <a:pt x="7221684" y="11838687"/>
                  <a:pt x="7228124" y="11841482"/>
                  <a:pt x="7232896" y="11846705"/>
                </a:cubicBezTo>
                <a:cubicBezTo>
                  <a:pt x="7242442" y="11857151"/>
                  <a:pt x="7241712" y="11873359"/>
                  <a:pt x="7231266" y="11882905"/>
                </a:cubicBezTo>
                <a:cubicBezTo>
                  <a:pt x="7220818" y="11892452"/>
                  <a:pt x="7204610" y="11891723"/>
                  <a:pt x="7195064" y="11881276"/>
                </a:cubicBezTo>
                <a:cubicBezTo>
                  <a:pt x="7185518" y="11870829"/>
                  <a:pt x="7186248" y="11854621"/>
                  <a:pt x="7196696" y="11845075"/>
                </a:cubicBezTo>
                <a:cubicBezTo>
                  <a:pt x="7201920" y="11840301"/>
                  <a:pt x="7208582" y="11838097"/>
                  <a:pt x="7215134" y="11838392"/>
                </a:cubicBezTo>
                <a:close/>
                <a:moveTo>
                  <a:pt x="16011974" y="11818234"/>
                </a:moveTo>
                <a:cubicBezTo>
                  <a:pt x="16034998" y="11819271"/>
                  <a:pt x="16057626" y="11829091"/>
                  <a:pt x="16074402" y="11847449"/>
                </a:cubicBezTo>
                <a:cubicBezTo>
                  <a:pt x="16107950" y="11884165"/>
                  <a:pt x="16105386" y="11941130"/>
                  <a:pt x="16068670" y="11974680"/>
                </a:cubicBezTo>
                <a:cubicBezTo>
                  <a:pt x="16031954" y="12008233"/>
                  <a:pt x="15974994" y="12005665"/>
                  <a:pt x="15941442" y="11968949"/>
                </a:cubicBezTo>
                <a:cubicBezTo>
                  <a:pt x="15907890" y="11932233"/>
                  <a:pt x="15910454" y="11875269"/>
                  <a:pt x="15947170" y="11841719"/>
                </a:cubicBezTo>
                <a:cubicBezTo>
                  <a:pt x="15965526" y="11824943"/>
                  <a:pt x="15988946" y="11817196"/>
                  <a:pt x="16011974" y="11818234"/>
                </a:cubicBezTo>
                <a:close/>
                <a:moveTo>
                  <a:pt x="6512626" y="11812784"/>
                </a:moveTo>
                <a:cubicBezTo>
                  <a:pt x="6517638" y="11813009"/>
                  <a:pt x="6522564" y="11815146"/>
                  <a:pt x="6526216" y="11819143"/>
                </a:cubicBezTo>
                <a:cubicBezTo>
                  <a:pt x="6533522" y="11827137"/>
                  <a:pt x="6532964" y="11839539"/>
                  <a:pt x="6524970" y="11846844"/>
                </a:cubicBezTo>
                <a:cubicBezTo>
                  <a:pt x="6516976" y="11854147"/>
                  <a:pt x="6504574" y="11853589"/>
                  <a:pt x="6497270" y="11845595"/>
                </a:cubicBezTo>
                <a:cubicBezTo>
                  <a:pt x="6489966" y="11837602"/>
                  <a:pt x="6490524" y="11825201"/>
                  <a:pt x="6498518" y="11817896"/>
                </a:cubicBezTo>
                <a:cubicBezTo>
                  <a:pt x="6502514" y="11814244"/>
                  <a:pt x="6507612" y="11812558"/>
                  <a:pt x="6512626" y="11812784"/>
                </a:cubicBezTo>
                <a:close/>
                <a:moveTo>
                  <a:pt x="15309490" y="11791987"/>
                </a:moveTo>
                <a:cubicBezTo>
                  <a:pt x="15331134" y="11792961"/>
                  <a:pt x="15352410" y="11802195"/>
                  <a:pt x="15368182" y="11819456"/>
                </a:cubicBezTo>
                <a:cubicBezTo>
                  <a:pt x="15399730" y="11853977"/>
                  <a:pt x="15397318" y="11907533"/>
                  <a:pt x="15362794" y="11939078"/>
                </a:cubicBezTo>
                <a:cubicBezTo>
                  <a:pt x="15328274" y="11970623"/>
                  <a:pt x="15274718" y="11968211"/>
                  <a:pt x="15243174" y="11933690"/>
                </a:cubicBezTo>
                <a:cubicBezTo>
                  <a:pt x="15211626" y="11899169"/>
                  <a:pt x="15214038" y="11845613"/>
                  <a:pt x="15248562" y="11814067"/>
                </a:cubicBezTo>
                <a:cubicBezTo>
                  <a:pt x="15265822" y="11798294"/>
                  <a:pt x="15287842" y="11791012"/>
                  <a:pt x="15309490" y="11791987"/>
                </a:cubicBezTo>
                <a:close/>
                <a:moveTo>
                  <a:pt x="5810138" y="11786534"/>
                </a:moveTo>
                <a:cubicBezTo>
                  <a:pt x="5813774" y="11786697"/>
                  <a:pt x="5817348" y="11788248"/>
                  <a:pt x="5819996" y="11791147"/>
                </a:cubicBezTo>
                <a:cubicBezTo>
                  <a:pt x="5825296" y="11796945"/>
                  <a:pt x="5824890" y="11805941"/>
                  <a:pt x="5819092" y="11811239"/>
                </a:cubicBezTo>
                <a:cubicBezTo>
                  <a:pt x="5813294" y="11816537"/>
                  <a:pt x="5804298" y="11816133"/>
                  <a:pt x="5799000" y="11810334"/>
                </a:cubicBezTo>
                <a:cubicBezTo>
                  <a:pt x="5793700" y="11804537"/>
                  <a:pt x="5794106" y="11795541"/>
                  <a:pt x="5799904" y="11790243"/>
                </a:cubicBezTo>
                <a:cubicBezTo>
                  <a:pt x="5802804" y="11787594"/>
                  <a:pt x="5806502" y="11786371"/>
                  <a:pt x="5810138" y="11786534"/>
                </a:cubicBezTo>
                <a:close/>
                <a:moveTo>
                  <a:pt x="14606978" y="11765763"/>
                </a:moveTo>
                <a:cubicBezTo>
                  <a:pt x="14627248" y="11766676"/>
                  <a:pt x="14647170" y="11775323"/>
                  <a:pt x="14661940" y="11791484"/>
                </a:cubicBezTo>
                <a:cubicBezTo>
                  <a:pt x="14691480" y="11823809"/>
                  <a:pt x="14689222" y="11873960"/>
                  <a:pt x="14656896" y="11903500"/>
                </a:cubicBezTo>
                <a:cubicBezTo>
                  <a:pt x="14624570" y="11933040"/>
                  <a:pt x="14574420" y="11930780"/>
                  <a:pt x="14544882" y="11898455"/>
                </a:cubicBezTo>
                <a:cubicBezTo>
                  <a:pt x="14515342" y="11866129"/>
                  <a:pt x="14517600" y="11815979"/>
                  <a:pt x="14549926" y="11786440"/>
                </a:cubicBezTo>
                <a:cubicBezTo>
                  <a:pt x="14566088" y="11771670"/>
                  <a:pt x="14586708" y="11764849"/>
                  <a:pt x="14606978" y="11765763"/>
                </a:cubicBezTo>
                <a:close/>
                <a:moveTo>
                  <a:pt x="5101290" y="11762585"/>
                </a:moveTo>
                <a:cubicBezTo>
                  <a:pt x="5104894" y="11759293"/>
                  <a:pt x="5110484" y="11759545"/>
                  <a:pt x="5113776" y="11763148"/>
                </a:cubicBezTo>
                <a:cubicBezTo>
                  <a:pt x="5117068" y="11766751"/>
                  <a:pt x="5116816" y="11772340"/>
                  <a:pt x="5113214" y="11775632"/>
                </a:cubicBezTo>
                <a:cubicBezTo>
                  <a:pt x="5109610" y="11778926"/>
                  <a:pt x="5104022" y="11778673"/>
                  <a:pt x="5100730" y="11775069"/>
                </a:cubicBezTo>
                <a:cubicBezTo>
                  <a:pt x="5097436" y="11771467"/>
                  <a:pt x="5097688" y="11765878"/>
                  <a:pt x="5101290" y="11762585"/>
                </a:cubicBezTo>
                <a:close/>
                <a:moveTo>
                  <a:pt x="13904532" y="11738618"/>
                </a:moveTo>
                <a:cubicBezTo>
                  <a:pt x="13923656" y="11739479"/>
                  <a:pt x="13942452" y="11747635"/>
                  <a:pt x="13956386" y="11762884"/>
                </a:cubicBezTo>
                <a:cubicBezTo>
                  <a:pt x="13984256" y="11793380"/>
                  <a:pt x="13982124" y="11840696"/>
                  <a:pt x="13951628" y="11868563"/>
                </a:cubicBezTo>
                <a:cubicBezTo>
                  <a:pt x="13921132" y="11896431"/>
                  <a:pt x="13873818" y="11894300"/>
                  <a:pt x="13845950" y="11863803"/>
                </a:cubicBezTo>
                <a:cubicBezTo>
                  <a:pt x="13818082" y="11833306"/>
                  <a:pt x="13820212" y="11785993"/>
                  <a:pt x="13850708" y="11758125"/>
                </a:cubicBezTo>
                <a:cubicBezTo>
                  <a:pt x="13865956" y="11744191"/>
                  <a:pt x="13885408" y="11737757"/>
                  <a:pt x="13904532" y="11738618"/>
                </a:cubicBezTo>
                <a:close/>
                <a:moveTo>
                  <a:pt x="4403804" y="11736215"/>
                </a:moveTo>
                <a:cubicBezTo>
                  <a:pt x="4404516" y="11735565"/>
                  <a:pt x="4405620" y="11735615"/>
                  <a:pt x="4406270" y="11736326"/>
                </a:cubicBezTo>
                <a:cubicBezTo>
                  <a:pt x="4406920" y="11737039"/>
                  <a:pt x="4406870" y="11738143"/>
                  <a:pt x="4406158" y="11738793"/>
                </a:cubicBezTo>
                <a:cubicBezTo>
                  <a:pt x="4405446" y="11739443"/>
                  <a:pt x="4404342" y="11739394"/>
                  <a:pt x="4403692" y="11738682"/>
                </a:cubicBezTo>
                <a:cubicBezTo>
                  <a:pt x="4403042" y="11737970"/>
                  <a:pt x="4403092" y="11736866"/>
                  <a:pt x="4403804" y="11736215"/>
                </a:cubicBezTo>
                <a:close/>
                <a:moveTo>
                  <a:pt x="13201994" y="11712979"/>
                </a:moveTo>
                <a:cubicBezTo>
                  <a:pt x="13219580" y="11713771"/>
                  <a:pt x="13236862" y="11721272"/>
                  <a:pt x="13249676" y="11735293"/>
                </a:cubicBezTo>
                <a:cubicBezTo>
                  <a:pt x="13275302" y="11763336"/>
                  <a:pt x="13273344" y="11806843"/>
                  <a:pt x="13245302" y="11832470"/>
                </a:cubicBezTo>
                <a:cubicBezTo>
                  <a:pt x="13217258" y="11858095"/>
                  <a:pt x="13173750" y="11856136"/>
                  <a:pt x="13148124" y="11828093"/>
                </a:cubicBezTo>
                <a:cubicBezTo>
                  <a:pt x="13122498" y="11800050"/>
                  <a:pt x="13124458" y="11756542"/>
                  <a:pt x="13152500" y="11730916"/>
                </a:cubicBezTo>
                <a:cubicBezTo>
                  <a:pt x="13166522" y="11718103"/>
                  <a:pt x="13184410" y="11712187"/>
                  <a:pt x="13201994" y="11712979"/>
                </a:cubicBezTo>
                <a:close/>
                <a:moveTo>
                  <a:pt x="12499512" y="11686731"/>
                </a:moveTo>
                <a:cubicBezTo>
                  <a:pt x="12515722" y="11687461"/>
                  <a:pt x="12531652" y="11694376"/>
                  <a:pt x="12543462" y="11707298"/>
                </a:cubicBezTo>
                <a:cubicBezTo>
                  <a:pt x="12567082" y="11733147"/>
                  <a:pt x="12565276" y="11773247"/>
                  <a:pt x="12539428" y="11796868"/>
                </a:cubicBezTo>
                <a:cubicBezTo>
                  <a:pt x="12513580" y="11820489"/>
                  <a:pt x="12473480" y="11818681"/>
                  <a:pt x="12449860" y="11792833"/>
                </a:cubicBezTo>
                <a:cubicBezTo>
                  <a:pt x="12426240" y="11766986"/>
                  <a:pt x="12428044" y="11726885"/>
                  <a:pt x="12453892" y="11703264"/>
                </a:cubicBezTo>
                <a:cubicBezTo>
                  <a:pt x="12466816" y="11691454"/>
                  <a:pt x="12483304" y="11686001"/>
                  <a:pt x="12499512" y="11686731"/>
                </a:cubicBezTo>
                <a:close/>
                <a:moveTo>
                  <a:pt x="11797028" y="11660484"/>
                </a:moveTo>
                <a:cubicBezTo>
                  <a:pt x="11811860" y="11661152"/>
                  <a:pt x="11826438" y="11667479"/>
                  <a:pt x="11837244" y="11679305"/>
                </a:cubicBezTo>
                <a:cubicBezTo>
                  <a:pt x="11858858" y="11702957"/>
                  <a:pt x="11857204" y="11739654"/>
                  <a:pt x="11833552" y="11761268"/>
                </a:cubicBezTo>
                <a:cubicBezTo>
                  <a:pt x="11809900" y="11782881"/>
                  <a:pt x="11773204" y="11781228"/>
                  <a:pt x="11751590" y="11757576"/>
                </a:cubicBezTo>
                <a:cubicBezTo>
                  <a:pt x="11729976" y="11733923"/>
                  <a:pt x="11731630" y="11697226"/>
                  <a:pt x="11755282" y="11675613"/>
                </a:cubicBezTo>
                <a:cubicBezTo>
                  <a:pt x="11767108" y="11664806"/>
                  <a:pt x="11782196" y="11659816"/>
                  <a:pt x="11797028" y="11660484"/>
                </a:cubicBezTo>
                <a:close/>
                <a:moveTo>
                  <a:pt x="11094534" y="11634413"/>
                </a:moveTo>
                <a:cubicBezTo>
                  <a:pt x="11107946" y="11635016"/>
                  <a:pt x="11121128" y="11640736"/>
                  <a:pt x="11130898" y="11651429"/>
                </a:cubicBezTo>
                <a:cubicBezTo>
                  <a:pt x="11150440" y="11672816"/>
                  <a:pt x="11148946" y="11705994"/>
                  <a:pt x="11127560" y="11725537"/>
                </a:cubicBezTo>
                <a:cubicBezTo>
                  <a:pt x="11106174" y="11745080"/>
                  <a:pt x="11072994" y="11743587"/>
                  <a:pt x="11053450" y="11722201"/>
                </a:cubicBezTo>
                <a:cubicBezTo>
                  <a:pt x="11033908" y="11700815"/>
                  <a:pt x="11035402" y="11667636"/>
                  <a:pt x="11056788" y="11648092"/>
                </a:cubicBezTo>
                <a:cubicBezTo>
                  <a:pt x="11067482" y="11638321"/>
                  <a:pt x="11081124" y="11633809"/>
                  <a:pt x="11094534" y="11634413"/>
                </a:cubicBezTo>
                <a:close/>
                <a:moveTo>
                  <a:pt x="10392070" y="11607724"/>
                </a:moveTo>
                <a:cubicBezTo>
                  <a:pt x="10404216" y="11608273"/>
                  <a:pt x="10416154" y="11613454"/>
                  <a:pt x="10425004" y="11623138"/>
                </a:cubicBezTo>
                <a:cubicBezTo>
                  <a:pt x="10442706" y="11642510"/>
                  <a:pt x="10441352" y="11672561"/>
                  <a:pt x="10421982" y="11690262"/>
                </a:cubicBezTo>
                <a:cubicBezTo>
                  <a:pt x="10402612" y="11707963"/>
                  <a:pt x="10372560" y="11706609"/>
                  <a:pt x="10354860" y="11687238"/>
                </a:cubicBezTo>
                <a:cubicBezTo>
                  <a:pt x="10337158" y="11667868"/>
                  <a:pt x="10338512" y="11637815"/>
                  <a:pt x="10357882" y="11620115"/>
                </a:cubicBezTo>
                <a:cubicBezTo>
                  <a:pt x="10367568" y="11611264"/>
                  <a:pt x="10379924" y="11607178"/>
                  <a:pt x="10392070" y="11607724"/>
                </a:cubicBezTo>
                <a:close/>
                <a:moveTo>
                  <a:pt x="9689538" y="11582552"/>
                </a:moveTo>
                <a:cubicBezTo>
                  <a:pt x="9700034" y="11583024"/>
                  <a:pt x="9710350" y="11587501"/>
                  <a:pt x="9717996" y="11595870"/>
                </a:cubicBezTo>
                <a:cubicBezTo>
                  <a:pt x="9733290" y="11612606"/>
                  <a:pt x="9732122" y="11638574"/>
                  <a:pt x="9715384" y="11653870"/>
                </a:cubicBezTo>
                <a:cubicBezTo>
                  <a:pt x="9698646" y="11669164"/>
                  <a:pt x="9672678" y="11667994"/>
                  <a:pt x="9657384" y="11651258"/>
                </a:cubicBezTo>
                <a:cubicBezTo>
                  <a:pt x="9642090" y="11634520"/>
                  <a:pt x="9643258" y="11608552"/>
                  <a:pt x="9659996" y="11593257"/>
                </a:cubicBezTo>
                <a:cubicBezTo>
                  <a:pt x="9668366" y="11585610"/>
                  <a:pt x="9679042" y="11582079"/>
                  <a:pt x="9689538" y="11582552"/>
                </a:cubicBezTo>
                <a:close/>
                <a:moveTo>
                  <a:pt x="8987026" y="11556328"/>
                </a:moveTo>
                <a:cubicBezTo>
                  <a:pt x="8996144" y="11556739"/>
                  <a:pt x="9005108" y="11560628"/>
                  <a:pt x="9011752" y="11567900"/>
                </a:cubicBezTo>
                <a:cubicBezTo>
                  <a:pt x="9025040" y="11582442"/>
                  <a:pt x="9024024" y="11605002"/>
                  <a:pt x="9009482" y="11618291"/>
                </a:cubicBezTo>
                <a:cubicBezTo>
                  <a:pt x="8994940" y="11631581"/>
                  <a:pt x="8972378" y="11630565"/>
                  <a:pt x="8959090" y="11616023"/>
                </a:cubicBezTo>
                <a:cubicBezTo>
                  <a:pt x="8945800" y="11601480"/>
                  <a:pt x="8946816" y="11578919"/>
                  <a:pt x="8961360" y="11565630"/>
                </a:cubicBezTo>
                <a:cubicBezTo>
                  <a:pt x="8968632" y="11558985"/>
                  <a:pt x="8977906" y="11555917"/>
                  <a:pt x="8987026" y="11556328"/>
                </a:cubicBezTo>
                <a:close/>
                <a:moveTo>
                  <a:pt x="8284552" y="11529331"/>
                </a:moveTo>
                <a:cubicBezTo>
                  <a:pt x="8292478" y="11529688"/>
                  <a:pt x="8300270" y="11533069"/>
                  <a:pt x="8306046" y="11539391"/>
                </a:cubicBezTo>
                <a:cubicBezTo>
                  <a:pt x="8317598" y="11552033"/>
                  <a:pt x="8316716" y="11571647"/>
                  <a:pt x="8304074" y="11583198"/>
                </a:cubicBezTo>
                <a:cubicBezTo>
                  <a:pt x="8291432" y="11594751"/>
                  <a:pt x="8271818" y="11593866"/>
                  <a:pt x="8260266" y="11581225"/>
                </a:cubicBezTo>
                <a:cubicBezTo>
                  <a:pt x="8248714" y="11568582"/>
                  <a:pt x="8249596" y="11548970"/>
                  <a:pt x="8262240" y="11537417"/>
                </a:cubicBezTo>
                <a:cubicBezTo>
                  <a:pt x="8268560" y="11531641"/>
                  <a:pt x="8276624" y="11528974"/>
                  <a:pt x="8284552" y="11529331"/>
                </a:cubicBezTo>
                <a:close/>
                <a:moveTo>
                  <a:pt x="17081418" y="11508538"/>
                </a:moveTo>
                <a:cubicBezTo>
                  <a:pt x="17105982" y="11509645"/>
                  <a:pt x="17130122" y="11520122"/>
                  <a:pt x="17148018" y="11539707"/>
                </a:cubicBezTo>
                <a:cubicBezTo>
                  <a:pt x="17183814" y="11578875"/>
                  <a:pt x="17181074" y="11639647"/>
                  <a:pt x="17141906" y="11675438"/>
                </a:cubicBezTo>
                <a:cubicBezTo>
                  <a:pt x="17102738" y="11711233"/>
                  <a:pt x="17041970" y="11708495"/>
                  <a:pt x="17006174" y="11669325"/>
                </a:cubicBezTo>
                <a:cubicBezTo>
                  <a:pt x="16970382" y="11630156"/>
                  <a:pt x="16973118" y="11569385"/>
                  <a:pt x="17012286" y="11533593"/>
                </a:cubicBezTo>
                <a:cubicBezTo>
                  <a:pt x="17031874" y="11515697"/>
                  <a:pt x="17056858" y="11507433"/>
                  <a:pt x="17081418" y="11508538"/>
                </a:cubicBezTo>
                <a:close/>
                <a:moveTo>
                  <a:pt x="7582044" y="11503543"/>
                </a:moveTo>
                <a:cubicBezTo>
                  <a:pt x="7588478" y="11503833"/>
                  <a:pt x="7594802" y="11506577"/>
                  <a:pt x="7599490" y="11511706"/>
                </a:cubicBezTo>
                <a:cubicBezTo>
                  <a:pt x="7608866" y="11521966"/>
                  <a:pt x="7608150" y="11537884"/>
                  <a:pt x="7597888" y="11547260"/>
                </a:cubicBezTo>
                <a:cubicBezTo>
                  <a:pt x="7587628" y="11556636"/>
                  <a:pt x="7571710" y="11555919"/>
                  <a:pt x="7562336" y="11545660"/>
                </a:cubicBezTo>
                <a:cubicBezTo>
                  <a:pt x="7552960" y="11535399"/>
                  <a:pt x="7553676" y="11519482"/>
                  <a:pt x="7563936" y="11510106"/>
                </a:cubicBezTo>
                <a:cubicBezTo>
                  <a:pt x="7569066" y="11505417"/>
                  <a:pt x="7575610" y="11503253"/>
                  <a:pt x="7582044" y="11503543"/>
                </a:cubicBezTo>
                <a:close/>
                <a:moveTo>
                  <a:pt x="16378906" y="11482925"/>
                </a:moveTo>
                <a:cubicBezTo>
                  <a:pt x="16401930" y="11483962"/>
                  <a:pt x="16424558" y="11493783"/>
                  <a:pt x="16441334" y="11512141"/>
                </a:cubicBezTo>
                <a:cubicBezTo>
                  <a:pt x="16474886" y="11548856"/>
                  <a:pt x="16472322" y="11605821"/>
                  <a:pt x="16435606" y="11639372"/>
                </a:cubicBezTo>
                <a:cubicBezTo>
                  <a:pt x="16398890" y="11672924"/>
                  <a:pt x="16341926" y="11670356"/>
                  <a:pt x="16308374" y="11633640"/>
                </a:cubicBezTo>
                <a:cubicBezTo>
                  <a:pt x="16274826" y="11596924"/>
                  <a:pt x="16277390" y="11539961"/>
                  <a:pt x="16314106" y="11506410"/>
                </a:cubicBezTo>
                <a:cubicBezTo>
                  <a:pt x="16332466" y="11489634"/>
                  <a:pt x="16355882" y="11481888"/>
                  <a:pt x="16378906" y="11482925"/>
                </a:cubicBezTo>
                <a:close/>
                <a:moveTo>
                  <a:pt x="6879558" y="11477475"/>
                </a:moveTo>
                <a:cubicBezTo>
                  <a:pt x="6884572" y="11477701"/>
                  <a:pt x="6889498" y="11479839"/>
                  <a:pt x="6893150" y="11483835"/>
                </a:cubicBezTo>
                <a:cubicBezTo>
                  <a:pt x="6900454" y="11491829"/>
                  <a:pt x="6899896" y="11504231"/>
                  <a:pt x="6891902" y="11511536"/>
                </a:cubicBezTo>
                <a:cubicBezTo>
                  <a:pt x="6883910" y="11518839"/>
                  <a:pt x="6871508" y="11518281"/>
                  <a:pt x="6864202" y="11510288"/>
                </a:cubicBezTo>
                <a:cubicBezTo>
                  <a:pt x="6856898" y="11502294"/>
                  <a:pt x="6857458" y="11489893"/>
                  <a:pt x="6865450" y="11482589"/>
                </a:cubicBezTo>
                <a:cubicBezTo>
                  <a:pt x="6869448" y="11478936"/>
                  <a:pt x="6874546" y="11477250"/>
                  <a:pt x="6879558" y="11477475"/>
                </a:cubicBezTo>
                <a:close/>
                <a:moveTo>
                  <a:pt x="15676422" y="11456678"/>
                </a:moveTo>
                <a:cubicBezTo>
                  <a:pt x="15698070" y="11457653"/>
                  <a:pt x="15719346" y="11466886"/>
                  <a:pt x="15735118" y="11484147"/>
                </a:cubicBezTo>
                <a:cubicBezTo>
                  <a:pt x="15766662" y="11518668"/>
                  <a:pt x="15764250" y="11572224"/>
                  <a:pt x="15729730" y="11603769"/>
                </a:cubicBezTo>
                <a:cubicBezTo>
                  <a:pt x="15695210" y="11635314"/>
                  <a:pt x="15641654" y="11632903"/>
                  <a:pt x="15610110" y="11598381"/>
                </a:cubicBezTo>
                <a:cubicBezTo>
                  <a:pt x="15578562" y="11563860"/>
                  <a:pt x="15580974" y="11510304"/>
                  <a:pt x="15615494" y="11478758"/>
                </a:cubicBezTo>
                <a:cubicBezTo>
                  <a:pt x="15632754" y="11462986"/>
                  <a:pt x="15654774" y="11455703"/>
                  <a:pt x="15676422" y="11456678"/>
                </a:cubicBezTo>
                <a:close/>
                <a:moveTo>
                  <a:pt x="6177072" y="11451225"/>
                </a:moveTo>
                <a:cubicBezTo>
                  <a:pt x="6180708" y="11451390"/>
                  <a:pt x="6184282" y="11452939"/>
                  <a:pt x="6186930" y="11455839"/>
                </a:cubicBezTo>
                <a:cubicBezTo>
                  <a:pt x="6192230" y="11461637"/>
                  <a:pt x="6191824" y="11470633"/>
                  <a:pt x="6186026" y="11475931"/>
                </a:cubicBezTo>
                <a:cubicBezTo>
                  <a:pt x="6180228" y="11481229"/>
                  <a:pt x="6171232" y="11480825"/>
                  <a:pt x="6165932" y="11475027"/>
                </a:cubicBezTo>
                <a:cubicBezTo>
                  <a:pt x="6160634" y="11469228"/>
                  <a:pt x="6161040" y="11460234"/>
                  <a:pt x="6166838" y="11454935"/>
                </a:cubicBezTo>
                <a:cubicBezTo>
                  <a:pt x="6169738" y="11452286"/>
                  <a:pt x="6173436" y="11451062"/>
                  <a:pt x="6177072" y="11451225"/>
                </a:cubicBezTo>
                <a:close/>
                <a:moveTo>
                  <a:pt x="14973938" y="11430432"/>
                </a:moveTo>
                <a:cubicBezTo>
                  <a:pt x="14994210" y="11431345"/>
                  <a:pt x="15014130" y="11439991"/>
                  <a:pt x="15028898" y="11456154"/>
                </a:cubicBezTo>
                <a:cubicBezTo>
                  <a:pt x="15058438" y="11488479"/>
                  <a:pt x="15056182" y="11538630"/>
                  <a:pt x="15023854" y="11568169"/>
                </a:cubicBezTo>
                <a:cubicBezTo>
                  <a:pt x="14991530" y="11597709"/>
                  <a:pt x="14941378" y="11595449"/>
                  <a:pt x="14911840" y="11563123"/>
                </a:cubicBezTo>
                <a:cubicBezTo>
                  <a:pt x="14882302" y="11530798"/>
                  <a:pt x="14884558" y="11480648"/>
                  <a:pt x="14916884" y="11451108"/>
                </a:cubicBezTo>
                <a:cubicBezTo>
                  <a:pt x="14933046" y="11436340"/>
                  <a:pt x="14953666" y="11429519"/>
                  <a:pt x="14973938" y="11430432"/>
                </a:cubicBezTo>
                <a:close/>
                <a:moveTo>
                  <a:pt x="5468342" y="11427407"/>
                </a:moveTo>
                <a:cubicBezTo>
                  <a:pt x="5471874" y="11424180"/>
                  <a:pt x="5477352" y="11424426"/>
                  <a:pt x="5480580" y="11427958"/>
                </a:cubicBezTo>
                <a:cubicBezTo>
                  <a:pt x="5483808" y="11431489"/>
                  <a:pt x="5483560" y="11436969"/>
                  <a:pt x="5480028" y="11440197"/>
                </a:cubicBezTo>
                <a:cubicBezTo>
                  <a:pt x="5476496" y="11443423"/>
                  <a:pt x="5471018" y="11443176"/>
                  <a:pt x="5467790" y="11439645"/>
                </a:cubicBezTo>
                <a:cubicBezTo>
                  <a:pt x="5464564" y="11436113"/>
                  <a:pt x="5464810" y="11430635"/>
                  <a:pt x="5468342" y="11427407"/>
                </a:cubicBezTo>
                <a:close/>
                <a:moveTo>
                  <a:pt x="14271466" y="11403312"/>
                </a:moveTo>
                <a:cubicBezTo>
                  <a:pt x="14290590" y="11404173"/>
                  <a:pt x="14309386" y="11412330"/>
                  <a:pt x="14323320" y="11427577"/>
                </a:cubicBezTo>
                <a:cubicBezTo>
                  <a:pt x="14351188" y="11458074"/>
                  <a:pt x="14349058" y="11505389"/>
                  <a:pt x="14318562" y="11533256"/>
                </a:cubicBezTo>
                <a:cubicBezTo>
                  <a:pt x="14288064" y="11561124"/>
                  <a:pt x="14240750" y="11558994"/>
                  <a:pt x="14212882" y="11528497"/>
                </a:cubicBezTo>
                <a:cubicBezTo>
                  <a:pt x="14185014" y="11498000"/>
                  <a:pt x="14187146" y="11450687"/>
                  <a:pt x="14217642" y="11422819"/>
                </a:cubicBezTo>
                <a:cubicBezTo>
                  <a:pt x="14232890" y="11408885"/>
                  <a:pt x="14252342" y="11402450"/>
                  <a:pt x="14271466" y="11403312"/>
                </a:cubicBezTo>
                <a:close/>
                <a:moveTo>
                  <a:pt x="4770764" y="11400885"/>
                </a:moveTo>
                <a:cubicBezTo>
                  <a:pt x="4771476" y="11400234"/>
                  <a:pt x="4772580" y="11400283"/>
                  <a:pt x="4773230" y="11400995"/>
                </a:cubicBezTo>
                <a:cubicBezTo>
                  <a:pt x="4773880" y="11401707"/>
                  <a:pt x="4773830" y="11402811"/>
                  <a:pt x="4773118" y="11403462"/>
                </a:cubicBezTo>
                <a:cubicBezTo>
                  <a:pt x="4772406" y="11404112"/>
                  <a:pt x="4771302" y="11404063"/>
                  <a:pt x="4770652" y="11403351"/>
                </a:cubicBezTo>
                <a:cubicBezTo>
                  <a:pt x="4770002" y="11402639"/>
                  <a:pt x="4770052" y="11401534"/>
                  <a:pt x="4770764" y="11400885"/>
                </a:cubicBezTo>
                <a:close/>
                <a:moveTo>
                  <a:pt x="13568930" y="11377670"/>
                </a:moveTo>
                <a:cubicBezTo>
                  <a:pt x="13586516" y="11378462"/>
                  <a:pt x="13603800" y="11385963"/>
                  <a:pt x="13616612" y="11399984"/>
                </a:cubicBezTo>
                <a:cubicBezTo>
                  <a:pt x="13642238" y="11428028"/>
                  <a:pt x="13640280" y="11471535"/>
                  <a:pt x="13612236" y="11497160"/>
                </a:cubicBezTo>
                <a:cubicBezTo>
                  <a:pt x="13584192" y="11522787"/>
                  <a:pt x="13540686" y="11520827"/>
                  <a:pt x="13515060" y="11492785"/>
                </a:cubicBezTo>
                <a:cubicBezTo>
                  <a:pt x="13489434" y="11464741"/>
                  <a:pt x="13491392" y="11421234"/>
                  <a:pt x="13519436" y="11395607"/>
                </a:cubicBezTo>
                <a:cubicBezTo>
                  <a:pt x="13533458" y="11382794"/>
                  <a:pt x="13551344" y="11376878"/>
                  <a:pt x="13568930" y="11377670"/>
                </a:cubicBezTo>
                <a:close/>
                <a:moveTo>
                  <a:pt x="12866446" y="11351424"/>
                </a:moveTo>
                <a:cubicBezTo>
                  <a:pt x="12882654" y="11352154"/>
                  <a:pt x="12898584" y="11359068"/>
                  <a:pt x="12910394" y="11371992"/>
                </a:cubicBezTo>
                <a:cubicBezTo>
                  <a:pt x="12934014" y="11397839"/>
                  <a:pt x="12932210" y="11437940"/>
                  <a:pt x="12906362" y="11461561"/>
                </a:cubicBezTo>
                <a:cubicBezTo>
                  <a:pt x="12880514" y="11485181"/>
                  <a:pt x="12840412" y="11483374"/>
                  <a:pt x="12816792" y="11457527"/>
                </a:cubicBezTo>
                <a:cubicBezTo>
                  <a:pt x="12793172" y="11431679"/>
                  <a:pt x="12794978" y="11391578"/>
                  <a:pt x="12820826" y="11367957"/>
                </a:cubicBezTo>
                <a:cubicBezTo>
                  <a:pt x="12833750" y="11356147"/>
                  <a:pt x="12850236" y="11350694"/>
                  <a:pt x="12866446" y="11351424"/>
                </a:cubicBezTo>
                <a:close/>
                <a:moveTo>
                  <a:pt x="12163962" y="11325176"/>
                </a:moveTo>
                <a:cubicBezTo>
                  <a:pt x="12178794" y="11325844"/>
                  <a:pt x="12193372" y="11332170"/>
                  <a:pt x="12204178" y="11343997"/>
                </a:cubicBezTo>
                <a:cubicBezTo>
                  <a:pt x="12225792" y="11367650"/>
                  <a:pt x="12224140" y="11404345"/>
                  <a:pt x="12200488" y="11425958"/>
                </a:cubicBezTo>
                <a:cubicBezTo>
                  <a:pt x="12176834" y="11447573"/>
                  <a:pt x="12140138" y="11445920"/>
                  <a:pt x="12118526" y="11422268"/>
                </a:cubicBezTo>
                <a:cubicBezTo>
                  <a:pt x="12096912" y="11398615"/>
                  <a:pt x="12098564" y="11361918"/>
                  <a:pt x="12122216" y="11340305"/>
                </a:cubicBezTo>
                <a:cubicBezTo>
                  <a:pt x="12134042" y="11329497"/>
                  <a:pt x="12149130" y="11324507"/>
                  <a:pt x="12163962" y="11325176"/>
                </a:cubicBezTo>
                <a:close/>
                <a:moveTo>
                  <a:pt x="11461468" y="11299104"/>
                </a:moveTo>
                <a:cubicBezTo>
                  <a:pt x="11474880" y="11299708"/>
                  <a:pt x="11488062" y="11305427"/>
                  <a:pt x="11497832" y="11316121"/>
                </a:cubicBezTo>
                <a:cubicBezTo>
                  <a:pt x="11517374" y="11337506"/>
                  <a:pt x="11515880" y="11370685"/>
                  <a:pt x="11494494" y="11390229"/>
                </a:cubicBezTo>
                <a:cubicBezTo>
                  <a:pt x="11473108" y="11409771"/>
                  <a:pt x="11439928" y="11408279"/>
                  <a:pt x="11420386" y="11386892"/>
                </a:cubicBezTo>
                <a:cubicBezTo>
                  <a:pt x="11400842" y="11365506"/>
                  <a:pt x="11402336" y="11332326"/>
                  <a:pt x="11423724" y="11312783"/>
                </a:cubicBezTo>
                <a:cubicBezTo>
                  <a:pt x="11434416" y="11303012"/>
                  <a:pt x="11448058" y="11298500"/>
                  <a:pt x="11461468" y="11299104"/>
                </a:cubicBezTo>
                <a:close/>
                <a:moveTo>
                  <a:pt x="10759024" y="11271960"/>
                </a:moveTo>
                <a:cubicBezTo>
                  <a:pt x="10771288" y="11272512"/>
                  <a:pt x="10783342" y="11277743"/>
                  <a:pt x="10792278" y="11287521"/>
                </a:cubicBezTo>
                <a:cubicBezTo>
                  <a:pt x="10810150" y="11307078"/>
                  <a:pt x="10808782" y="11337420"/>
                  <a:pt x="10789224" y="11355292"/>
                </a:cubicBezTo>
                <a:cubicBezTo>
                  <a:pt x="10769668" y="11373163"/>
                  <a:pt x="10739326" y="11371798"/>
                  <a:pt x="10721454" y="11352241"/>
                </a:cubicBezTo>
                <a:cubicBezTo>
                  <a:pt x="10703582" y="11332684"/>
                  <a:pt x="10704948" y="11302342"/>
                  <a:pt x="10724506" y="11284470"/>
                </a:cubicBezTo>
                <a:cubicBezTo>
                  <a:pt x="10734286" y="11275534"/>
                  <a:pt x="10746760" y="11271408"/>
                  <a:pt x="10759024" y="11271960"/>
                </a:cubicBezTo>
                <a:close/>
                <a:moveTo>
                  <a:pt x="10056472" y="11247241"/>
                </a:moveTo>
                <a:cubicBezTo>
                  <a:pt x="10066968" y="11247715"/>
                  <a:pt x="10077284" y="11252192"/>
                  <a:pt x="10084930" y="11260560"/>
                </a:cubicBezTo>
                <a:cubicBezTo>
                  <a:pt x="10100226" y="11277298"/>
                  <a:pt x="10099056" y="11303265"/>
                  <a:pt x="10082318" y="11318559"/>
                </a:cubicBezTo>
                <a:cubicBezTo>
                  <a:pt x="10065582" y="11333854"/>
                  <a:pt x="10039614" y="11332685"/>
                  <a:pt x="10024320" y="11315947"/>
                </a:cubicBezTo>
                <a:cubicBezTo>
                  <a:pt x="10009024" y="11299210"/>
                  <a:pt x="10010194" y="11273242"/>
                  <a:pt x="10026930" y="11257948"/>
                </a:cubicBezTo>
                <a:cubicBezTo>
                  <a:pt x="10035300" y="11250301"/>
                  <a:pt x="10045976" y="11246769"/>
                  <a:pt x="10056472" y="11247241"/>
                </a:cubicBezTo>
                <a:close/>
                <a:moveTo>
                  <a:pt x="9353980" y="11221170"/>
                </a:moveTo>
                <a:cubicBezTo>
                  <a:pt x="9363054" y="11221579"/>
                  <a:pt x="9371974" y="11225450"/>
                  <a:pt x="9378586" y="11232686"/>
                </a:cubicBezTo>
                <a:cubicBezTo>
                  <a:pt x="9391808" y="11247156"/>
                  <a:pt x="9390798" y="11269607"/>
                  <a:pt x="9376326" y="11282831"/>
                </a:cubicBezTo>
                <a:cubicBezTo>
                  <a:pt x="9361856" y="11296054"/>
                  <a:pt x="9339406" y="11295042"/>
                  <a:pt x="9326182" y="11280572"/>
                </a:cubicBezTo>
                <a:cubicBezTo>
                  <a:pt x="9312958" y="11266101"/>
                  <a:pt x="9313970" y="11243648"/>
                  <a:pt x="9328440" y="11230427"/>
                </a:cubicBezTo>
                <a:cubicBezTo>
                  <a:pt x="9335676" y="11223813"/>
                  <a:pt x="9344906" y="11220760"/>
                  <a:pt x="9353980" y="11221170"/>
                </a:cubicBezTo>
                <a:close/>
                <a:moveTo>
                  <a:pt x="8651446" y="11194922"/>
                </a:moveTo>
                <a:cubicBezTo>
                  <a:pt x="8659144" y="11195268"/>
                  <a:pt x="8666710" y="11198551"/>
                  <a:pt x="8672318" y="11204689"/>
                </a:cubicBezTo>
                <a:cubicBezTo>
                  <a:pt x="8683536" y="11216966"/>
                  <a:pt x="8682678" y="11236010"/>
                  <a:pt x="8670402" y="11247227"/>
                </a:cubicBezTo>
                <a:cubicBezTo>
                  <a:pt x="8658128" y="11258444"/>
                  <a:pt x="8639082" y="11257586"/>
                  <a:pt x="8627866" y="11245311"/>
                </a:cubicBezTo>
                <a:cubicBezTo>
                  <a:pt x="8616648" y="11233035"/>
                  <a:pt x="8617506" y="11213990"/>
                  <a:pt x="8629780" y="11202773"/>
                </a:cubicBezTo>
                <a:cubicBezTo>
                  <a:pt x="8635918" y="11197165"/>
                  <a:pt x="8643748" y="11194575"/>
                  <a:pt x="8651446" y="11194922"/>
                </a:cubicBezTo>
                <a:close/>
                <a:moveTo>
                  <a:pt x="7948980" y="11168234"/>
                </a:moveTo>
                <a:cubicBezTo>
                  <a:pt x="7955414" y="11168524"/>
                  <a:pt x="7961738" y="11171267"/>
                  <a:pt x="7966426" y="11176398"/>
                </a:cubicBezTo>
                <a:cubicBezTo>
                  <a:pt x="7975802" y="11186658"/>
                  <a:pt x="7975084" y="11202575"/>
                  <a:pt x="7964824" y="11211951"/>
                </a:cubicBezTo>
                <a:cubicBezTo>
                  <a:pt x="7954564" y="11221327"/>
                  <a:pt x="7938646" y="11220610"/>
                  <a:pt x="7929272" y="11210351"/>
                </a:cubicBezTo>
                <a:cubicBezTo>
                  <a:pt x="7919896" y="11200090"/>
                  <a:pt x="7920612" y="11184173"/>
                  <a:pt x="7930872" y="11174797"/>
                </a:cubicBezTo>
                <a:cubicBezTo>
                  <a:pt x="7936002" y="11170109"/>
                  <a:pt x="7942546" y="11167943"/>
                  <a:pt x="7948980" y="11168234"/>
                </a:cubicBezTo>
                <a:close/>
                <a:moveTo>
                  <a:pt x="16745842" y="11147617"/>
                </a:moveTo>
                <a:cubicBezTo>
                  <a:pt x="16768866" y="11148654"/>
                  <a:pt x="16791494" y="11158474"/>
                  <a:pt x="16808270" y="11176833"/>
                </a:cubicBezTo>
                <a:cubicBezTo>
                  <a:pt x="16841818" y="11213548"/>
                  <a:pt x="16839254" y="11270513"/>
                  <a:pt x="16802538" y="11304063"/>
                </a:cubicBezTo>
                <a:cubicBezTo>
                  <a:pt x="16765822" y="11337616"/>
                  <a:pt x="16708862" y="11335048"/>
                  <a:pt x="16675310" y="11298332"/>
                </a:cubicBezTo>
                <a:cubicBezTo>
                  <a:pt x="16641758" y="11261616"/>
                  <a:pt x="16644322" y="11204652"/>
                  <a:pt x="16681038" y="11171101"/>
                </a:cubicBezTo>
                <a:cubicBezTo>
                  <a:pt x="16699398" y="11154326"/>
                  <a:pt x="16722818" y="11146580"/>
                  <a:pt x="16745842" y="11147617"/>
                </a:cubicBezTo>
                <a:close/>
                <a:moveTo>
                  <a:pt x="7246494" y="11142167"/>
                </a:moveTo>
                <a:cubicBezTo>
                  <a:pt x="7251506" y="11142392"/>
                  <a:pt x="7256432" y="11144530"/>
                  <a:pt x="7260084" y="11148527"/>
                </a:cubicBezTo>
                <a:cubicBezTo>
                  <a:pt x="7267388" y="11156521"/>
                  <a:pt x="7266830" y="11168923"/>
                  <a:pt x="7258838" y="11176227"/>
                </a:cubicBezTo>
                <a:cubicBezTo>
                  <a:pt x="7250844" y="11183532"/>
                  <a:pt x="7238442" y="11182972"/>
                  <a:pt x="7231138" y="11174978"/>
                </a:cubicBezTo>
                <a:cubicBezTo>
                  <a:pt x="7223834" y="11166985"/>
                  <a:pt x="7224392" y="11154584"/>
                  <a:pt x="7232384" y="11147279"/>
                </a:cubicBezTo>
                <a:cubicBezTo>
                  <a:pt x="7236382" y="11143627"/>
                  <a:pt x="7241482" y="11141940"/>
                  <a:pt x="7246494" y="11142167"/>
                </a:cubicBezTo>
                <a:close/>
                <a:moveTo>
                  <a:pt x="16043354" y="11121370"/>
                </a:moveTo>
                <a:cubicBezTo>
                  <a:pt x="16065002" y="11122345"/>
                  <a:pt x="16086278" y="11131578"/>
                  <a:pt x="16102050" y="11148839"/>
                </a:cubicBezTo>
                <a:cubicBezTo>
                  <a:pt x="16133598" y="11183359"/>
                  <a:pt x="16131186" y="11236916"/>
                  <a:pt x="16096666" y="11268461"/>
                </a:cubicBezTo>
                <a:cubicBezTo>
                  <a:pt x="16062146" y="11300006"/>
                  <a:pt x="16008590" y="11297594"/>
                  <a:pt x="15977042" y="11263073"/>
                </a:cubicBezTo>
                <a:cubicBezTo>
                  <a:pt x="15945498" y="11228552"/>
                  <a:pt x="15947910" y="11174995"/>
                  <a:pt x="15982430" y="11143450"/>
                </a:cubicBezTo>
                <a:cubicBezTo>
                  <a:pt x="15999690" y="11127678"/>
                  <a:pt x="16021710" y="11120395"/>
                  <a:pt x="16043354" y="11121370"/>
                </a:cubicBezTo>
                <a:close/>
                <a:moveTo>
                  <a:pt x="6544006" y="11115916"/>
                </a:moveTo>
                <a:cubicBezTo>
                  <a:pt x="6547642" y="11116081"/>
                  <a:pt x="6551216" y="11117632"/>
                  <a:pt x="6553864" y="11120530"/>
                </a:cubicBezTo>
                <a:cubicBezTo>
                  <a:pt x="6559164" y="11126329"/>
                  <a:pt x="6558758" y="11135324"/>
                  <a:pt x="6552960" y="11140623"/>
                </a:cubicBezTo>
                <a:cubicBezTo>
                  <a:pt x="6547162" y="11145921"/>
                  <a:pt x="6538166" y="11145516"/>
                  <a:pt x="6532868" y="11139718"/>
                </a:cubicBezTo>
                <a:cubicBezTo>
                  <a:pt x="6527568" y="11133919"/>
                  <a:pt x="6527974" y="11124925"/>
                  <a:pt x="6533772" y="11119626"/>
                </a:cubicBezTo>
                <a:cubicBezTo>
                  <a:pt x="6536672" y="11116977"/>
                  <a:pt x="6540370" y="11115753"/>
                  <a:pt x="6544006" y="11115916"/>
                </a:cubicBezTo>
                <a:close/>
                <a:moveTo>
                  <a:pt x="15340910" y="11094225"/>
                </a:moveTo>
                <a:cubicBezTo>
                  <a:pt x="15361410" y="11095148"/>
                  <a:pt x="15381558" y="11103893"/>
                  <a:pt x="15396498" y="11120238"/>
                </a:cubicBezTo>
                <a:cubicBezTo>
                  <a:pt x="15426370" y="11152931"/>
                  <a:pt x="15424086" y="11203651"/>
                  <a:pt x="15391398" y="11233524"/>
                </a:cubicBezTo>
                <a:cubicBezTo>
                  <a:pt x="15358706" y="11263398"/>
                  <a:pt x="15307986" y="11261114"/>
                  <a:pt x="15278110" y="11228421"/>
                </a:cubicBezTo>
                <a:cubicBezTo>
                  <a:pt x="15248234" y="11195730"/>
                  <a:pt x="15250522" y="11145010"/>
                  <a:pt x="15283214" y="11115136"/>
                </a:cubicBezTo>
                <a:cubicBezTo>
                  <a:pt x="15299558" y="11100200"/>
                  <a:pt x="15320410" y="11093302"/>
                  <a:pt x="15340910" y="11094225"/>
                </a:cubicBezTo>
                <a:close/>
                <a:moveTo>
                  <a:pt x="5835276" y="11092100"/>
                </a:moveTo>
                <a:cubicBezTo>
                  <a:pt x="5838808" y="11088872"/>
                  <a:pt x="5844286" y="11089118"/>
                  <a:pt x="5847514" y="11092650"/>
                </a:cubicBezTo>
                <a:cubicBezTo>
                  <a:pt x="5850742" y="11096181"/>
                  <a:pt x="5850494" y="11101661"/>
                  <a:pt x="5846962" y="11104888"/>
                </a:cubicBezTo>
                <a:cubicBezTo>
                  <a:pt x="5843430" y="11108115"/>
                  <a:pt x="5837952" y="11107869"/>
                  <a:pt x="5834724" y="11104336"/>
                </a:cubicBezTo>
                <a:cubicBezTo>
                  <a:pt x="5831498" y="11100806"/>
                  <a:pt x="5831744" y="11095327"/>
                  <a:pt x="5835276" y="11092100"/>
                </a:cubicBezTo>
                <a:close/>
                <a:moveTo>
                  <a:pt x="14638406" y="11068437"/>
                </a:moveTo>
                <a:cubicBezTo>
                  <a:pt x="14657414" y="11069292"/>
                  <a:pt x="14676094" y="11077398"/>
                  <a:pt x="14689942" y="11092553"/>
                </a:cubicBezTo>
                <a:cubicBezTo>
                  <a:pt x="14717640" y="11122864"/>
                  <a:pt x="14715522" y="11169887"/>
                  <a:pt x="14685212" y="11197585"/>
                </a:cubicBezTo>
                <a:cubicBezTo>
                  <a:pt x="14654902" y="11225282"/>
                  <a:pt x="14607878" y="11223165"/>
                  <a:pt x="14580180" y="11192855"/>
                </a:cubicBezTo>
                <a:cubicBezTo>
                  <a:pt x="14552484" y="11162546"/>
                  <a:pt x="14554600" y="11115522"/>
                  <a:pt x="14584912" y="11087823"/>
                </a:cubicBezTo>
                <a:cubicBezTo>
                  <a:pt x="14600066" y="11073975"/>
                  <a:pt x="14619400" y="11067580"/>
                  <a:pt x="14638406" y="11068437"/>
                </a:cubicBezTo>
                <a:close/>
                <a:moveTo>
                  <a:pt x="5137698" y="11065575"/>
                </a:moveTo>
                <a:cubicBezTo>
                  <a:pt x="5138410" y="11064925"/>
                  <a:pt x="5139514" y="11064975"/>
                  <a:pt x="5140164" y="11065686"/>
                </a:cubicBezTo>
                <a:cubicBezTo>
                  <a:pt x="5140814" y="11066398"/>
                  <a:pt x="5140764" y="11067502"/>
                  <a:pt x="5140052" y="11068152"/>
                </a:cubicBezTo>
                <a:cubicBezTo>
                  <a:pt x="5139340" y="11068803"/>
                  <a:pt x="5138236" y="11068754"/>
                  <a:pt x="5137586" y="11068041"/>
                </a:cubicBezTo>
                <a:cubicBezTo>
                  <a:pt x="5136936" y="11067330"/>
                  <a:pt x="5136986" y="11066226"/>
                  <a:pt x="5137698" y="11065575"/>
                </a:cubicBezTo>
                <a:close/>
                <a:moveTo>
                  <a:pt x="13935872" y="11042188"/>
                </a:moveTo>
                <a:cubicBezTo>
                  <a:pt x="13953502" y="11042981"/>
                  <a:pt x="13970830" y="11050501"/>
                  <a:pt x="13983676" y="11064559"/>
                </a:cubicBezTo>
                <a:cubicBezTo>
                  <a:pt x="14009368" y="11092673"/>
                  <a:pt x="14007402" y="11136292"/>
                  <a:pt x="13979288" y="11161983"/>
                </a:cubicBezTo>
                <a:cubicBezTo>
                  <a:pt x="13951174" y="11187674"/>
                  <a:pt x="13907554" y="11185710"/>
                  <a:pt x="13881864" y="11157596"/>
                </a:cubicBezTo>
                <a:cubicBezTo>
                  <a:pt x="13856172" y="11129481"/>
                  <a:pt x="13858138" y="11085862"/>
                  <a:pt x="13886252" y="11060171"/>
                </a:cubicBezTo>
                <a:cubicBezTo>
                  <a:pt x="13900308" y="11047325"/>
                  <a:pt x="13918242" y="11041394"/>
                  <a:pt x="13935872" y="11042188"/>
                </a:cubicBezTo>
                <a:close/>
                <a:moveTo>
                  <a:pt x="13233380" y="11016115"/>
                </a:moveTo>
                <a:cubicBezTo>
                  <a:pt x="13249590" y="11016845"/>
                  <a:pt x="13265520" y="11023759"/>
                  <a:pt x="13277330" y="11036683"/>
                </a:cubicBezTo>
                <a:cubicBezTo>
                  <a:pt x="13300950" y="11062531"/>
                  <a:pt x="13299144" y="11102631"/>
                  <a:pt x="13273296" y="11126252"/>
                </a:cubicBezTo>
                <a:cubicBezTo>
                  <a:pt x="13247448" y="11149873"/>
                  <a:pt x="13207346" y="11148066"/>
                  <a:pt x="13183726" y="11122218"/>
                </a:cubicBezTo>
                <a:cubicBezTo>
                  <a:pt x="13160106" y="11096370"/>
                  <a:pt x="13161912" y="11056268"/>
                  <a:pt x="13187760" y="11032648"/>
                </a:cubicBezTo>
                <a:cubicBezTo>
                  <a:pt x="13200684" y="11020838"/>
                  <a:pt x="13217172" y="11015385"/>
                  <a:pt x="13233380" y="11016115"/>
                </a:cubicBezTo>
                <a:close/>
                <a:moveTo>
                  <a:pt x="12530896" y="10989868"/>
                </a:moveTo>
                <a:cubicBezTo>
                  <a:pt x="12545728" y="10990536"/>
                  <a:pt x="12560306" y="10996863"/>
                  <a:pt x="12571112" y="11008689"/>
                </a:cubicBezTo>
                <a:cubicBezTo>
                  <a:pt x="12592726" y="11032341"/>
                  <a:pt x="12591072" y="11069038"/>
                  <a:pt x="12567420" y="11090652"/>
                </a:cubicBezTo>
                <a:cubicBezTo>
                  <a:pt x="12543766" y="11112266"/>
                  <a:pt x="12507072" y="11110612"/>
                  <a:pt x="12485458" y="11086960"/>
                </a:cubicBezTo>
                <a:cubicBezTo>
                  <a:pt x="12463844" y="11063308"/>
                  <a:pt x="12465498" y="11026611"/>
                  <a:pt x="12489150" y="11004997"/>
                </a:cubicBezTo>
                <a:cubicBezTo>
                  <a:pt x="12500976" y="10994190"/>
                  <a:pt x="12516064" y="10989200"/>
                  <a:pt x="12530896" y="10989868"/>
                </a:cubicBezTo>
                <a:close/>
                <a:moveTo>
                  <a:pt x="11828402" y="10963797"/>
                </a:moveTo>
                <a:cubicBezTo>
                  <a:pt x="11841814" y="10964401"/>
                  <a:pt x="11854994" y="10970120"/>
                  <a:pt x="11864766" y="10980813"/>
                </a:cubicBezTo>
                <a:cubicBezTo>
                  <a:pt x="11884308" y="11002200"/>
                  <a:pt x="11882814" y="11035378"/>
                  <a:pt x="11861426" y="11054922"/>
                </a:cubicBezTo>
                <a:cubicBezTo>
                  <a:pt x="11840042" y="11074464"/>
                  <a:pt x="11806862" y="11072971"/>
                  <a:pt x="11787318" y="11051585"/>
                </a:cubicBezTo>
                <a:cubicBezTo>
                  <a:pt x="11767776" y="11030199"/>
                  <a:pt x="11769270" y="10997019"/>
                  <a:pt x="11790656" y="10977476"/>
                </a:cubicBezTo>
                <a:cubicBezTo>
                  <a:pt x="11801348" y="10967705"/>
                  <a:pt x="11814990" y="10963193"/>
                  <a:pt x="11828402" y="10963797"/>
                </a:cubicBezTo>
                <a:close/>
                <a:moveTo>
                  <a:pt x="11125898" y="10938007"/>
                </a:moveTo>
                <a:cubicBezTo>
                  <a:pt x="11137814" y="10938544"/>
                  <a:pt x="11149528" y="10943627"/>
                  <a:pt x="11158210" y="10953129"/>
                </a:cubicBezTo>
                <a:cubicBezTo>
                  <a:pt x="11175576" y="10972133"/>
                  <a:pt x="11174248" y="11001617"/>
                  <a:pt x="11155244" y="11018982"/>
                </a:cubicBezTo>
                <a:cubicBezTo>
                  <a:pt x="11136242" y="11036348"/>
                  <a:pt x="11106758" y="11035020"/>
                  <a:pt x="11089392" y="11016017"/>
                </a:cubicBezTo>
                <a:cubicBezTo>
                  <a:pt x="11072026" y="10997012"/>
                  <a:pt x="11073354" y="10967529"/>
                  <a:pt x="11092356" y="10950163"/>
                </a:cubicBezTo>
                <a:cubicBezTo>
                  <a:pt x="11101858" y="10941480"/>
                  <a:pt x="11113980" y="10937470"/>
                  <a:pt x="11125898" y="10938007"/>
                </a:cubicBezTo>
                <a:close/>
                <a:moveTo>
                  <a:pt x="10423406" y="10911935"/>
                </a:moveTo>
                <a:cubicBezTo>
                  <a:pt x="10433902" y="10912407"/>
                  <a:pt x="10444218" y="10916884"/>
                  <a:pt x="10451864" y="10925253"/>
                </a:cubicBezTo>
                <a:cubicBezTo>
                  <a:pt x="10467158" y="10941990"/>
                  <a:pt x="10465990" y="10967958"/>
                  <a:pt x="10449252" y="10983252"/>
                </a:cubicBezTo>
                <a:cubicBezTo>
                  <a:pt x="10432514" y="10998548"/>
                  <a:pt x="10406546" y="10997378"/>
                  <a:pt x="10391252" y="10980642"/>
                </a:cubicBezTo>
                <a:cubicBezTo>
                  <a:pt x="10375956" y="10963904"/>
                  <a:pt x="10377126" y="10937935"/>
                  <a:pt x="10393864" y="10922641"/>
                </a:cubicBezTo>
                <a:cubicBezTo>
                  <a:pt x="10402234" y="10914993"/>
                  <a:pt x="10412910" y="10911462"/>
                  <a:pt x="10423406" y="10911935"/>
                </a:cubicBezTo>
                <a:close/>
                <a:moveTo>
                  <a:pt x="9720922" y="10885686"/>
                </a:moveTo>
                <a:cubicBezTo>
                  <a:pt x="9730042" y="10886097"/>
                  <a:pt x="9739004" y="10889987"/>
                  <a:pt x="9745648" y="10897258"/>
                </a:cubicBezTo>
                <a:cubicBezTo>
                  <a:pt x="9758936" y="10911800"/>
                  <a:pt x="9757920" y="10934361"/>
                  <a:pt x="9743378" y="10947650"/>
                </a:cubicBezTo>
                <a:cubicBezTo>
                  <a:pt x="9728834" y="10960940"/>
                  <a:pt x="9706274" y="10959923"/>
                  <a:pt x="9692986" y="10945382"/>
                </a:cubicBezTo>
                <a:cubicBezTo>
                  <a:pt x="9679696" y="10930839"/>
                  <a:pt x="9680712" y="10908279"/>
                  <a:pt x="9695256" y="10894989"/>
                </a:cubicBezTo>
                <a:cubicBezTo>
                  <a:pt x="9702528" y="10888345"/>
                  <a:pt x="9711804" y="10885276"/>
                  <a:pt x="9720922" y="10885686"/>
                </a:cubicBezTo>
                <a:close/>
                <a:moveTo>
                  <a:pt x="9018446" y="10858690"/>
                </a:moveTo>
                <a:cubicBezTo>
                  <a:pt x="9026374" y="10859047"/>
                  <a:pt x="9034166" y="10862429"/>
                  <a:pt x="9039942" y="10868750"/>
                </a:cubicBezTo>
                <a:cubicBezTo>
                  <a:pt x="9051494" y="10881391"/>
                  <a:pt x="9050612" y="10901005"/>
                  <a:pt x="9037970" y="10912558"/>
                </a:cubicBezTo>
                <a:cubicBezTo>
                  <a:pt x="9025326" y="10924111"/>
                  <a:pt x="9005714" y="10923226"/>
                  <a:pt x="8994162" y="10910584"/>
                </a:cubicBezTo>
                <a:cubicBezTo>
                  <a:pt x="8982608" y="10897942"/>
                  <a:pt x="8983492" y="10878329"/>
                  <a:pt x="8996134" y="10866777"/>
                </a:cubicBezTo>
                <a:cubicBezTo>
                  <a:pt x="9002456" y="10861000"/>
                  <a:pt x="9010518" y="10858333"/>
                  <a:pt x="9018446" y="10858690"/>
                </a:cubicBezTo>
                <a:close/>
                <a:moveTo>
                  <a:pt x="8315914" y="10832926"/>
                </a:moveTo>
                <a:cubicBezTo>
                  <a:pt x="8322348" y="10833216"/>
                  <a:pt x="8328672" y="10835960"/>
                  <a:pt x="8333360" y="10841091"/>
                </a:cubicBezTo>
                <a:cubicBezTo>
                  <a:pt x="8342734" y="10851350"/>
                  <a:pt x="8342018" y="10867268"/>
                  <a:pt x="8331758" y="10876644"/>
                </a:cubicBezTo>
                <a:cubicBezTo>
                  <a:pt x="8321498" y="10886020"/>
                  <a:pt x="8305580" y="10885303"/>
                  <a:pt x="8296204" y="10875044"/>
                </a:cubicBezTo>
                <a:cubicBezTo>
                  <a:pt x="8286828" y="10864783"/>
                  <a:pt x="8287546" y="10848866"/>
                  <a:pt x="8297806" y="10839490"/>
                </a:cubicBezTo>
                <a:cubicBezTo>
                  <a:pt x="8302936" y="10834801"/>
                  <a:pt x="8309480" y="10832637"/>
                  <a:pt x="8315914" y="10832926"/>
                </a:cubicBezTo>
                <a:close/>
                <a:moveTo>
                  <a:pt x="17112774" y="10812308"/>
                </a:moveTo>
                <a:cubicBezTo>
                  <a:pt x="17135798" y="10813345"/>
                  <a:pt x="17158426" y="10823166"/>
                  <a:pt x="17175202" y="10841524"/>
                </a:cubicBezTo>
                <a:cubicBezTo>
                  <a:pt x="17208754" y="10878240"/>
                  <a:pt x="17206190" y="10935204"/>
                  <a:pt x="17169474" y="10968754"/>
                </a:cubicBezTo>
                <a:cubicBezTo>
                  <a:pt x="17132758" y="11002307"/>
                  <a:pt x="17075794" y="10999739"/>
                  <a:pt x="17042242" y="10963023"/>
                </a:cubicBezTo>
                <a:cubicBezTo>
                  <a:pt x="17008694" y="10926307"/>
                  <a:pt x="17011258" y="10869344"/>
                  <a:pt x="17047974" y="10835793"/>
                </a:cubicBezTo>
                <a:cubicBezTo>
                  <a:pt x="17066334" y="10819017"/>
                  <a:pt x="17089750" y="10811271"/>
                  <a:pt x="17112774" y="10812308"/>
                </a:cubicBezTo>
                <a:close/>
                <a:moveTo>
                  <a:pt x="7613428" y="10806858"/>
                </a:moveTo>
                <a:cubicBezTo>
                  <a:pt x="7618440" y="10807085"/>
                  <a:pt x="7623366" y="10809223"/>
                  <a:pt x="7627018" y="10813219"/>
                </a:cubicBezTo>
                <a:cubicBezTo>
                  <a:pt x="7634322" y="10821212"/>
                  <a:pt x="7633764" y="10833615"/>
                  <a:pt x="7625772" y="10840918"/>
                </a:cubicBezTo>
                <a:cubicBezTo>
                  <a:pt x="7617778" y="10848223"/>
                  <a:pt x="7605378" y="10847663"/>
                  <a:pt x="7598072" y="10839670"/>
                </a:cubicBezTo>
                <a:cubicBezTo>
                  <a:pt x="7590768" y="10831677"/>
                  <a:pt x="7591326" y="10819275"/>
                  <a:pt x="7599320" y="10811972"/>
                </a:cubicBezTo>
                <a:cubicBezTo>
                  <a:pt x="7603318" y="10808319"/>
                  <a:pt x="7608416" y="10806632"/>
                  <a:pt x="7613428" y="10806858"/>
                </a:cubicBezTo>
                <a:close/>
                <a:moveTo>
                  <a:pt x="16410290" y="10786062"/>
                </a:moveTo>
                <a:cubicBezTo>
                  <a:pt x="16431934" y="10787037"/>
                  <a:pt x="16453210" y="10796271"/>
                  <a:pt x="16468986" y="10813531"/>
                </a:cubicBezTo>
                <a:cubicBezTo>
                  <a:pt x="16500530" y="10848052"/>
                  <a:pt x="16498118" y="10901609"/>
                  <a:pt x="16463598" y="10933153"/>
                </a:cubicBezTo>
                <a:cubicBezTo>
                  <a:pt x="16429078" y="10964699"/>
                  <a:pt x="16375522" y="10962287"/>
                  <a:pt x="16343978" y="10927765"/>
                </a:cubicBezTo>
                <a:cubicBezTo>
                  <a:pt x="16312430" y="10893244"/>
                  <a:pt x="16314842" y="10839688"/>
                  <a:pt x="16349362" y="10808142"/>
                </a:cubicBezTo>
                <a:cubicBezTo>
                  <a:pt x="16366622" y="10792370"/>
                  <a:pt x="16388642" y="10785087"/>
                  <a:pt x="16410290" y="10786062"/>
                </a:cubicBezTo>
                <a:close/>
                <a:moveTo>
                  <a:pt x="6910940" y="10780608"/>
                </a:moveTo>
                <a:cubicBezTo>
                  <a:pt x="6914576" y="10780772"/>
                  <a:pt x="6918150" y="10782323"/>
                  <a:pt x="6920800" y="10785222"/>
                </a:cubicBezTo>
                <a:cubicBezTo>
                  <a:pt x="6926098" y="10791021"/>
                  <a:pt x="6925692" y="10800016"/>
                  <a:pt x="6919894" y="10805314"/>
                </a:cubicBezTo>
                <a:cubicBezTo>
                  <a:pt x="6914098" y="10810612"/>
                  <a:pt x="6905102" y="10810207"/>
                  <a:pt x="6899804" y="10804408"/>
                </a:cubicBezTo>
                <a:cubicBezTo>
                  <a:pt x="6894504" y="10798611"/>
                  <a:pt x="6894910" y="10789616"/>
                  <a:pt x="6900708" y="10784317"/>
                </a:cubicBezTo>
                <a:cubicBezTo>
                  <a:pt x="6903608" y="10781668"/>
                  <a:pt x="6907306" y="10780445"/>
                  <a:pt x="6910940" y="10780608"/>
                </a:cubicBezTo>
                <a:close/>
                <a:moveTo>
                  <a:pt x="15707846" y="10758918"/>
                </a:moveTo>
                <a:cubicBezTo>
                  <a:pt x="15728346" y="10759841"/>
                  <a:pt x="15748494" y="10768586"/>
                  <a:pt x="15763430" y="10784932"/>
                </a:cubicBezTo>
                <a:cubicBezTo>
                  <a:pt x="15793306" y="10817623"/>
                  <a:pt x="15791022" y="10868343"/>
                  <a:pt x="15758330" y="10898218"/>
                </a:cubicBezTo>
                <a:cubicBezTo>
                  <a:pt x="15725638" y="10928091"/>
                  <a:pt x="15674918" y="10925806"/>
                  <a:pt x="15645042" y="10893114"/>
                </a:cubicBezTo>
                <a:cubicBezTo>
                  <a:pt x="15615170" y="10860422"/>
                  <a:pt x="15617454" y="10809703"/>
                  <a:pt x="15650146" y="10779830"/>
                </a:cubicBezTo>
                <a:cubicBezTo>
                  <a:pt x="15666494" y="10764893"/>
                  <a:pt x="15687346" y="10757995"/>
                  <a:pt x="15707846" y="10758918"/>
                </a:cubicBezTo>
                <a:close/>
                <a:moveTo>
                  <a:pt x="6202210" y="10756791"/>
                </a:moveTo>
                <a:cubicBezTo>
                  <a:pt x="6205742" y="10753564"/>
                  <a:pt x="6211220" y="10753810"/>
                  <a:pt x="6214448" y="10757342"/>
                </a:cubicBezTo>
                <a:cubicBezTo>
                  <a:pt x="6217676" y="10760873"/>
                  <a:pt x="6217428" y="10766353"/>
                  <a:pt x="6213896" y="10769581"/>
                </a:cubicBezTo>
                <a:cubicBezTo>
                  <a:pt x="6210364" y="10772807"/>
                  <a:pt x="6204886" y="10772561"/>
                  <a:pt x="6201658" y="10769029"/>
                </a:cubicBezTo>
                <a:cubicBezTo>
                  <a:pt x="6198432" y="10765497"/>
                  <a:pt x="6198678" y="10760019"/>
                  <a:pt x="6202210" y="10756791"/>
                </a:cubicBezTo>
                <a:close/>
                <a:moveTo>
                  <a:pt x="15005342" y="10733129"/>
                </a:moveTo>
                <a:cubicBezTo>
                  <a:pt x="15024346" y="10733985"/>
                  <a:pt x="15043026" y="10742092"/>
                  <a:pt x="15056878" y="10757246"/>
                </a:cubicBezTo>
                <a:cubicBezTo>
                  <a:pt x="15084574" y="10787556"/>
                  <a:pt x="15082454" y="10834579"/>
                  <a:pt x="15052146" y="10862278"/>
                </a:cubicBezTo>
                <a:cubicBezTo>
                  <a:pt x="15021838" y="10889974"/>
                  <a:pt x="14974810" y="10887858"/>
                  <a:pt x="14947114" y="10857548"/>
                </a:cubicBezTo>
                <a:cubicBezTo>
                  <a:pt x="14919418" y="10827238"/>
                  <a:pt x="14921534" y="10780215"/>
                  <a:pt x="14951846" y="10752516"/>
                </a:cubicBezTo>
                <a:cubicBezTo>
                  <a:pt x="14967002" y="10738667"/>
                  <a:pt x="14986334" y="10732272"/>
                  <a:pt x="15005342" y="10733129"/>
                </a:cubicBezTo>
                <a:close/>
                <a:moveTo>
                  <a:pt x="5504632" y="10730268"/>
                </a:moveTo>
                <a:cubicBezTo>
                  <a:pt x="5505344" y="10729617"/>
                  <a:pt x="5506448" y="10729667"/>
                  <a:pt x="5507098" y="10730378"/>
                </a:cubicBezTo>
                <a:cubicBezTo>
                  <a:pt x="5507748" y="10731090"/>
                  <a:pt x="5507698" y="10732195"/>
                  <a:pt x="5506986" y="10732844"/>
                </a:cubicBezTo>
                <a:cubicBezTo>
                  <a:pt x="5506274" y="10733494"/>
                  <a:pt x="5505170" y="10733445"/>
                  <a:pt x="5504520" y="10732734"/>
                </a:cubicBezTo>
                <a:cubicBezTo>
                  <a:pt x="5503870" y="10732022"/>
                  <a:pt x="5503920" y="10730918"/>
                  <a:pt x="5504632" y="10730268"/>
                </a:cubicBezTo>
                <a:close/>
                <a:moveTo>
                  <a:pt x="14302832" y="10706855"/>
                </a:moveTo>
                <a:cubicBezTo>
                  <a:pt x="14320462" y="10707649"/>
                  <a:pt x="14337790" y="10715169"/>
                  <a:pt x="14350636" y="10729227"/>
                </a:cubicBezTo>
                <a:cubicBezTo>
                  <a:pt x="14376328" y="10757341"/>
                  <a:pt x="14374362" y="10800959"/>
                  <a:pt x="14346248" y="10826651"/>
                </a:cubicBezTo>
                <a:cubicBezTo>
                  <a:pt x="14318134" y="10852342"/>
                  <a:pt x="14274514" y="10850378"/>
                  <a:pt x="14248824" y="10822264"/>
                </a:cubicBezTo>
                <a:cubicBezTo>
                  <a:pt x="14223132" y="10794149"/>
                  <a:pt x="14225098" y="10750530"/>
                  <a:pt x="14253212" y="10724839"/>
                </a:cubicBezTo>
                <a:cubicBezTo>
                  <a:pt x="14267270" y="10711993"/>
                  <a:pt x="14285202" y="10706062"/>
                  <a:pt x="14302832" y="10706855"/>
                </a:cubicBezTo>
                <a:close/>
                <a:moveTo>
                  <a:pt x="13600314" y="10680807"/>
                </a:moveTo>
                <a:cubicBezTo>
                  <a:pt x="13616522" y="10681537"/>
                  <a:pt x="13632452" y="10688451"/>
                  <a:pt x="13644262" y="10701375"/>
                </a:cubicBezTo>
                <a:cubicBezTo>
                  <a:pt x="13667882" y="10727222"/>
                  <a:pt x="13666078" y="10767323"/>
                  <a:pt x="13640230" y="10790943"/>
                </a:cubicBezTo>
                <a:cubicBezTo>
                  <a:pt x="13614382" y="10814564"/>
                  <a:pt x="13574280" y="10812757"/>
                  <a:pt x="13550660" y="10786909"/>
                </a:cubicBezTo>
                <a:cubicBezTo>
                  <a:pt x="13527040" y="10761062"/>
                  <a:pt x="13528846" y="10720961"/>
                  <a:pt x="13554694" y="10697340"/>
                </a:cubicBezTo>
                <a:cubicBezTo>
                  <a:pt x="13567618" y="10685530"/>
                  <a:pt x="13584104" y="10680077"/>
                  <a:pt x="13600314" y="10680807"/>
                </a:cubicBezTo>
                <a:close/>
                <a:moveTo>
                  <a:pt x="12897830" y="10654559"/>
                </a:moveTo>
                <a:cubicBezTo>
                  <a:pt x="12912662" y="10655226"/>
                  <a:pt x="12927240" y="10661553"/>
                  <a:pt x="12938046" y="10673379"/>
                </a:cubicBezTo>
                <a:cubicBezTo>
                  <a:pt x="12959660" y="10697032"/>
                  <a:pt x="12958006" y="10733729"/>
                  <a:pt x="12934356" y="10755341"/>
                </a:cubicBezTo>
                <a:cubicBezTo>
                  <a:pt x="12910702" y="10776957"/>
                  <a:pt x="12874006" y="10775303"/>
                  <a:pt x="12852394" y="10751650"/>
                </a:cubicBezTo>
                <a:cubicBezTo>
                  <a:pt x="12830780" y="10727997"/>
                  <a:pt x="12832432" y="10691301"/>
                  <a:pt x="12856084" y="10669687"/>
                </a:cubicBezTo>
                <a:cubicBezTo>
                  <a:pt x="12867912" y="10658880"/>
                  <a:pt x="12882998" y="10653891"/>
                  <a:pt x="12897830" y="10654559"/>
                </a:cubicBezTo>
                <a:close/>
                <a:moveTo>
                  <a:pt x="12195336" y="10628489"/>
                </a:moveTo>
                <a:cubicBezTo>
                  <a:pt x="12208748" y="10629091"/>
                  <a:pt x="12221930" y="10634811"/>
                  <a:pt x="12231700" y="10645504"/>
                </a:cubicBezTo>
                <a:cubicBezTo>
                  <a:pt x="12251242" y="10666890"/>
                  <a:pt x="12249748" y="10700070"/>
                  <a:pt x="12228362" y="10719614"/>
                </a:cubicBezTo>
                <a:cubicBezTo>
                  <a:pt x="12206976" y="10739155"/>
                  <a:pt x="12173796" y="10737663"/>
                  <a:pt x="12154254" y="10716277"/>
                </a:cubicBezTo>
                <a:cubicBezTo>
                  <a:pt x="12134710" y="10694891"/>
                  <a:pt x="12136204" y="10661710"/>
                  <a:pt x="12157590" y="10642168"/>
                </a:cubicBezTo>
                <a:cubicBezTo>
                  <a:pt x="12168282" y="10632396"/>
                  <a:pt x="12181924" y="10627884"/>
                  <a:pt x="12195336" y="10628489"/>
                </a:cubicBezTo>
                <a:close/>
                <a:moveTo>
                  <a:pt x="11492902" y="10601168"/>
                </a:moveTo>
                <a:cubicBezTo>
                  <a:pt x="11505210" y="10601722"/>
                  <a:pt x="11517308" y="10606972"/>
                  <a:pt x="11526276" y="10616786"/>
                </a:cubicBezTo>
                <a:cubicBezTo>
                  <a:pt x="11544214" y="10636416"/>
                  <a:pt x="11542842" y="10666867"/>
                  <a:pt x="11523214" y="10684805"/>
                </a:cubicBezTo>
                <a:cubicBezTo>
                  <a:pt x="11503586" y="10702740"/>
                  <a:pt x="11473132" y="10701369"/>
                  <a:pt x="11455196" y="10681741"/>
                </a:cubicBezTo>
                <a:cubicBezTo>
                  <a:pt x="11437258" y="10662112"/>
                  <a:pt x="11438632" y="10631659"/>
                  <a:pt x="11458260" y="10613724"/>
                </a:cubicBezTo>
                <a:cubicBezTo>
                  <a:pt x="11468074" y="10604755"/>
                  <a:pt x="11480592" y="10600614"/>
                  <a:pt x="11492902" y="10601168"/>
                </a:cubicBezTo>
                <a:close/>
                <a:moveTo>
                  <a:pt x="10790340" y="10576626"/>
                </a:moveTo>
                <a:cubicBezTo>
                  <a:pt x="10800836" y="10577099"/>
                  <a:pt x="10811152" y="10581576"/>
                  <a:pt x="10818798" y="10589944"/>
                </a:cubicBezTo>
                <a:cubicBezTo>
                  <a:pt x="10834094" y="10606682"/>
                  <a:pt x="10832924" y="10632649"/>
                  <a:pt x="10816186" y="10647943"/>
                </a:cubicBezTo>
                <a:cubicBezTo>
                  <a:pt x="10799450" y="10663238"/>
                  <a:pt x="10773480" y="10662069"/>
                  <a:pt x="10758186" y="10645332"/>
                </a:cubicBezTo>
                <a:cubicBezTo>
                  <a:pt x="10742892" y="10628594"/>
                  <a:pt x="10744062" y="10602627"/>
                  <a:pt x="10760798" y="10587332"/>
                </a:cubicBezTo>
                <a:cubicBezTo>
                  <a:pt x="10769168" y="10579685"/>
                  <a:pt x="10779844" y="10576153"/>
                  <a:pt x="10790340" y="10576626"/>
                </a:cubicBezTo>
                <a:close/>
                <a:moveTo>
                  <a:pt x="10087850" y="10550553"/>
                </a:moveTo>
                <a:cubicBezTo>
                  <a:pt x="10096924" y="10550962"/>
                  <a:pt x="10105842" y="10554834"/>
                  <a:pt x="10112454" y="10562070"/>
                </a:cubicBezTo>
                <a:cubicBezTo>
                  <a:pt x="10125678" y="10576539"/>
                  <a:pt x="10124666" y="10598991"/>
                  <a:pt x="10110196" y="10612215"/>
                </a:cubicBezTo>
                <a:cubicBezTo>
                  <a:pt x="10095724" y="10625438"/>
                  <a:pt x="10073276" y="10624426"/>
                  <a:pt x="10060052" y="10609955"/>
                </a:cubicBezTo>
                <a:cubicBezTo>
                  <a:pt x="10046828" y="10595485"/>
                  <a:pt x="10047838" y="10573032"/>
                  <a:pt x="10062308" y="10559811"/>
                </a:cubicBezTo>
                <a:cubicBezTo>
                  <a:pt x="10069544" y="10553198"/>
                  <a:pt x="10078774" y="10550145"/>
                  <a:pt x="10087850" y="10550553"/>
                </a:cubicBezTo>
                <a:close/>
                <a:moveTo>
                  <a:pt x="9385338" y="10524282"/>
                </a:moveTo>
                <a:cubicBezTo>
                  <a:pt x="9393036" y="10524630"/>
                  <a:pt x="9400602" y="10527912"/>
                  <a:pt x="9406210" y="10534050"/>
                </a:cubicBezTo>
                <a:cubicBezTo>
                  <a:pt x="9417428" y="10546325"/>
                  <a:pt x="9416570" y="10565371"/>
                  <a:pt x="9404296" y="10576587"/>
                </a:cubicBezTo>
                <a:cubicBezTo>
                  <a:pt x="9392020" y="10587805"/>
                  <a:pt x="9372976" y="10586947"/>
                  <a:pt x="9361758" y="10574671"/>
                </a:cubicBezTo>
                <a:cubicBezTo>
                  <a:pt x="9350540" y="10562396"/>
                  <a:pt x="9351398" y="10543351"/>
                  <a:pt x="9363674" y="10532134"/>
                </a:cubicBezTo>
                <a:cubicBezTo>
                  <a:pt x="9369812" y="10526526"/>
                  <a:pt x="9377642" y="10523936"/>
                  <a:pt x="9385338" y="10524282"/>
                </a:cubicBezTo>
                <a:close/>
                <a:moveTo>
                  <a:pt x="8682874" y="10497595"/>
                </a:moveTo>
                <a:cubicBezTo>
                  <a:pt x="8689308" y="10497884"/>
                  <a:pt x="8695632" y="10500628"/>
                  <a:pt x="8700320" y="10505758"/>
                </a:cubicBezTo>
                <a:cubicBezTo>
                  <a:pt x="8709694" y="10516018"/>
                  <a:pt x="8708978" y="10531936"/>
                  <a:pt x="8698718" y="10541312"/>
                </a:cubicBezTo>
                <a:cubicBezTo>
                  <a:pt x="8688458" y="10550688"/>
                  <a:pt x="8672540" y="10549972"/>
                  <a:pt x="8663164" y="10539712"/>
                </a:cubicBezTo>
                <a:cubicBezTo>
                  <a:pt x="8653788" y="10529451"/>
                  <a:pt x="8654506" y="10513534"/>
                  <a:pt x="8664766" y="10504158"/>
                </a:cubicBezTo>
                <a:cubicBezTo>
                  <a:pt x="8669896" y="10499469"/>
                  <a:pt x="8676440" y="10497305"/>
                  <a:pt x="8682874" y="10497595"/>
                </a:cubicBezTo>
                <a:close/>
                <a:moveTo>
                  <a:pt x="7980322" y="10472448"/>
                </a:moveTo>
                <a:cubicBezTo>
                  <a:pt x="7985104" y="10472664"/>
                  <a:pt x="7989806" y="10474703"/>
                  <a:pt x="7993290" y="10478517"/>
                </a:cubicBezTo>
                <a:cubicBezTo>
                  <a:pt x="8000260" y="10486144"/>
                  <a:pt x="7999726" y="10497976"/>
                  <a:pt x="7992100" y="10504945"/>
                </a:cubicBezTo>
                <a:cubicBezTo>
                  <a:pt x="7984472" y="10511915"/>
                  <a:pt x="7972640" y="10511382"/>
                  <a:pt x="7965672" y="10503755"/>
                </a:cubicBezTo>
                <a:cubicBezTo>
                  <a:pt x="7958702" y="10496128"/>
                  <a:pt x="7959234" y="10484295"/>
                  <a:pt x="7966860" y="10477326"/>
                </a:cubicBezTo>
                <a:cubicBezTo>
                  <a:pt x="7970674" y="10473841"/>
                  <a:pt x="7975540" y="10472233"/>
                  <a:pt x="7980322" y="10472448"/>
                </a:cubicBezTo>
                <a:close/>
                <a:moveTo>
                  <a:pt x="16777222" y="10450753"/>
                </a:moveTo>
                <a:cubicBezTo>
                  <a:pt x="16798870" y="10451728"/>
                  <a:pt x="16820146" y="10460962"/>
                  <a:pt x="16835918" y="10478222"/>
                </a:cubicBezTo>
                <a:cubicBezTo>
                  <a:pt x="16867466" y="10512743"/>
                  <a:pt x="16865054" y="10566300"/>
                  <a:pt x="16830534" y="10597845"/>
                </a:cubicBezTo>
                <a:cubicBezTo>
                  <a:pt x="16796014" y="10629389"/>
                  <a:pt x="16742458" y="10626978"/>
                  <a:pt x="16710910" y="10592457"/>
                </a:cubicBezTo>
                <a:cubicBezTo>
                  <a:pt x="16679366" y="10557936"/>
                  <a:pt x="16681778" y="10504380"/>
                  <a:pt x="16716298" y="10472834"/>
                </a:cubicBezTo>
                <a:cubicBezTo>
                  <a:pt x="16733558" y="10457062"/>
                  <a:pt x="16755578" y="10449779"/>
                  <a:pt x="16777222" y="10450753"/>
                </a:cubicBezTo>
                <a:close/>
                <a:moveTo>
                  <a:pt x="7277874" y="10445301"/>
                </a:moveTo>
                <a:cubicBezTo>
                  <a:pt x="7281510" y="10445464"/>
                  <a:pt x="7285084" y="10447016"/>
                  <a:pt x="7287732" y="10449915"/>
                </a:cubicBezTo>
                <a:cubicBezTo>
                  <a:pt x="7293032" y="10455713"/>
                  <a:pt x="7292626" y="10464709"/>
                  <a:pt x="7286828" y="10470007"/>
                </a:cubicBezTo>
                <a:cubicBezTo>
                  <a:pt x="7281030" y="10475304"/>
                  <a:pt x="7272034" y="10474900"/>
                  <a:pt x="7266736" y="10469101"/>
                </a:cubicBezTo>
                <a:cubicBezTo>
                  <a:pt x="7261438" y="10463304"/>
                  <a:pt x="7261844" y="10454308"/>
                  <a:pt x="7267640" y="10449010"/>
                </a:cubicBezTo>
                <a:cubicBezTo>
                  <a:pt x="7270540" y="10446361"/>
                  <a:pt x="7274238" y="10445137"/>
                  <a:pt x="7277874" y="10445301"/>
                </a:cubicBezTo>
                <a:close/>
                <a:moveTo>
                  <a:pt x="16074778" y="10423609"/>
                </a:moveTo>
                <a:cubicBezTo>
                  <a:pt x="16095278" y="10424532"/>
                  <a:pt x="16115430" y="10433276"/>
                  <a:pt x="16130366" y="10449622"/>
                </a:cubicBezTo>
                <a:cubicBezTo>
                  <a:pt x="16160238" y="10482315"/>
                  <a:pt x="16157954" y="10533035"/>
                  <a:pt x="16125266" y="10562908"/>
                </a:cubicBezTo>
                <a:cubicBezTo>
                  <a:pt x="16092574" y="10592782"/>
                  <a:pt x="16041854" y="10590497"/>
                  <a:pt x="16011978" y="10557806"/>
                </a:cubicBezTo>
                <a:cubicBezTo>
                  <a:pt x="15982102" y="10525114"/>
                  <a:pt x="15984390" y="10474394"/>
                  <a:pt x="16017082" y="10444520"/>
                </a:cubicBezTo>
                <a:cubicBezTo>
                  <a:pt x="16033426" y="10429583"/>
                  <a:pt x="16054278" y="10422686"/>
                  <a:pt x="16074778" y="10423609"/>
                </a:cubicBezTo>
                <a:close/>
                <a:moveTo>
                  <a:pt x="6569144" y="10421484"/>
                </a:moveTo>
                <a:cubicBezTo>
                  <a:pt x="6572676" y="10418256"/>
                  <a:pt x="6578154" y="10418502"/>
                  <a:pt x="6581382" y="10422034"/>
                </a:cubicBezTo>
                <a:cubicBezTo>
                  <a:pt x="6584608" y="10425565"/>
                  <a:pt x="6584362" y="10431045"/>
                  <a:pt x="6580830" y="10434271"/>
                </a:cubicBezTo>
                <a:cubicBezTo>
                  <a:pt x="6577298" y="10437499"/>
                  <a:pt x="6571820" y="10437253"/>
                  <a:pt x="6568592" y="10433721"/>
                </a:cubicBezTo>
                <a:cubicBezTo>
                  <a:pt x="6565366" y="10430189"/>
                  <a:pt x="6565612" y="10424710"/>
                  <a:pt x="6569144" y="10421484"/>
                </a:cubicBezTo>
                <a:close/>
                <a:moveTo>
                  <a:pt x="15372266" y="10397994"/>
                </a:moveTo>
                <a:cubicBezTo>
                  <a:pt x="15391230" y="10398848"/>
                  <a:pt x="15409866" y="10406936"/>
                  <a:pt x="15423682" y="10422056"/>
                </a:cubicBezTo>
                <a:cubicBezTo>
                  <a:pt x="15451314" y="10452294"/>
                  <a:pt x="15449202" y="10499207"/>
                  <a:pt x="15418962" y="10526841"/>
                </a:cubicBezTo>
                <a:cubicBezTo>
                  <a:pt x="15388726" y="10554472"/>
                  <a:pt x="15341810" y="10552361"/>
                  <a:pt x="15314178" y="10522122"/>
                </a:cubicBezTo>
                <a:cubicBezTo>
                  <a:pt x="15286546" y="10491883"/>
                  <a:pt x="15288658" y="10444971"/>
                  <a:pt x="15318898" y="10417337"/>
                </a:cubicBezTo>
                <a:cubicBezTo>
                  <a:pt x="15334018" y="10403521"/>
                  <a:pt x="15353306" y="10397141"/>
                  <a:pt x="15372266" y="10397994"/>
                </a:cubicBezTo>
                <a:close/>
                <a:moveTo>
                  <a:pt x="5871566" y="10394959"/>
                </a:moveTo>
                <a:cubicBezTo>
                  <a:pt x="5872278" y="10394309"/>
                  <a:pt x="5873382" y="10394359"/>
                  <a:pt x="5874032" y="10395070"/>
                </a:cubicBezTo>
                <a:cubicBezTo>
                  <a:pt x="5874682" y="10395782"/>
                  <a:pt x="5874632" y="10396887"/>
                  <a:pt x="5873920" y="10397536"/>
                </a:cubicBezTo>
                <a:cubicBezTo>
                  <a:pt x="5873208" y="10398187"/>
                  <a:pt x="5872104" y="10398138"/>
                  <a:pt x="5871454" y="10397426"/>
                </a:cubicBezTo>
                <a:cubicBezTo>
                  <a:pt x="5870804" y="10396714"/>
                  <a:pt x="5870854" y="10395610"/>
                  <a:pt x="5871566" y="10394959"/>
                </a:cubicBezTo>
                <a:close/>
                <a:moveTo>
                  <a:pt x="14669758" y="10371722"/>
                </a:moveTo>
                <a:cubicBezTo>
                  <a:pt x="14687344" y="10372514"/>
                  <a:pt x="14704626" y="10380015"/>
                  <a:pt x="14717440" y="10394036"/>
                </a:cubicBezTo>
                <a:cubicBezTo>
                  <a:pt x="14743066" y="10422079"/>
                  <a:pt x="14741108" y="10465587"/>
                  <a:pt x="14713064" y="10491213"/>
                </a:cubicBezTo>
                <a:cubicBezTo>
                  <a:pt x="14685022" y="10516839"/>
                  <a:pt x="14641514" y="10514879"/>
                  <a:pt x="14615888" y="10486836"/>
                </a:cubicBezTo>
                <a:cubicBezTo>
                  <a:pt x="14590262" y="10458792"/>
                  <a:pt x="14592222" y="10415286"/>
                  <a:pt x="14620264" y="10389659"/>
                </a:cubicBezTo>
                <a:cubicBezTo>
                  <a:pt x="14634286" y="10376846"/>
                  <a:pt x="14652174" y="10370930"/>
                  <a:pt x="14669758" y="10371722"/>
                </a:cubicBezTo>
                <a:close/>
                <a:moveTo>
                  <a:pt x="13967274" y="10345475"/>
                </a:moveTo>
                <a:cubicBezTo>
                  <a:pt x="13983482" y="10346206"/>
                  <a:pt x="13999412" y="10353120"/>
                  <a:pt x="14011222" y="10366044"/>
                </a:cubicBezTo>
                <a:cubicBezTo>
                  <a:pt x="14034842" y="10391891"/>
                  <a:pt x="14033038" y="10431993"/>
                  <a:pt x="14007190" y="10455613"/>
                </a:cubicBezTo>
                <a:cubicBezTo>
                  <a:pt x="13981342" y="10479233"/>
                  <a:pt x="13941240" y="10477426"/>
                  <a:pt x="13917620" y="10451579"/>
                </a:cubicBezTo>
                <a:cubicBezTo>
                  <a:pt x="13894000" y="10425730"/>
                  <a:pt x="13895806" y="10385629"/>
                  <a:pt x="13921654" y="10362009"/>
                </a:cubicBezTo>
                <a:cubicBezTo>
                  <a:pt x="13934578" y="10350199"/>
                  <a:pt x="13951066" y="10344745"/>
                  <a:pt x="13967274" y="10345475"/>
                </a:cubicBezTo>
                <a:close/>
                <a:moveTo>
                  <a:pt x="13264762" y="10319251"/>
                </a:moveTo>
                <a:cubicBezTo>
                  <a:pt x="13279596" y="10319919"/>
                  <a:pt x="13294174" y="10326246"/>
                  <a:pt x="13304980" y="10338072"/>
                </a:cubicBezTo>
                <a:cubicBezTo>
                  <a:pt x="13326594" y="10361724"/>
                  <a:pt x="13324940" y="10398422"/>
                  <a:pt x="13301288" y="10420035"/>
                </a:cubicBezTo>
                <a:cubicBezTo>
                  <a:pt x="13277634" y="10441650"/>
                  <a:pt x="13240940" y="10439996"/>
                  <a:pt x="13219326" y="10416343"/>
                </a:cubicBezTo>
                <a:cubicBezTo>
                  <a:pt x="13197712" y="10392691"/>
                  <a:pt x="13199366" y="10355995"/>
                  <a:pt x="13223016" y="10334381"/>
                </a:cubicBezTo>
                <a:cubicBezTo>
                  <a:pt x="13234842" y="10323574"/>
                  <a:pt x="13249930" y="10318583"/>
                  <a:pt x="13264762" y="10319251"/>
                </a:cubicBezTo>
                <a:close/>
                <a:moveTo>
                  <a:pt x="12562270" y="10293181"/>
                </a:moveTo>
                <a:cubicBezTo>
                  <a:pt x="12575682" y="10293784"/>
                  <a:pt x="12588864" y="10299505"/>
                  <a:pt x="12598634" y="10310198"/>
                </a:cubicBezTo>
                <a:cubicBezTo>
                  <a:pt x="12618176" y="10331583"/>
                  <a:pt x="12616682" y="10364763"/>
                  <a:pt x="12595296" y="10384307"/>
                </a:cubicBezTo>
                <a:cubicBezTo>
                  <a:pt x="12573910" y="10403848"/>
                  <a:pt x="12540730" y="10402355"/>
                  <a:pt x="12521188" y="10380970"/>
                </a:cubicBezTo>
                <a:cubicBezTo>
                  <a:pt x="12501644" y="10359583"/>
                  <a:pt x="12503138" y="10326404"/>
                  <a:pt x="12524526" y="10306860"/>
                </a:cubicBezTo>
                <a:cubicBezTo>
                  <a:pt x="12535218" y="10297089"/>
                  <a:pt x="12548860" y="10292577"/>
                  <a:pt x="12562270" y="10293181"/>
                </a:cubicBezTo>
                <a:close/>
                <a:moveTo>
                  <a:pt x="11859834" y="10265861"/>
                </a:moveTo>
                <a:cubicBezTo>
                  <a:pt x="11872144" y="10266416"/>
                  <a:pt x="11884242" y="10271666"/>
                  <a:pt x="11893210" y="10281480"/>
                </a:cubicBezTo>
                <a:cubicBezTo>
                  <a:pt x="11911146" y="10301108"/>
                  <a:pt x="11909774" y="10331561"/>
                  <a:pt x="11890146" y="10349497"/>
                </a:cubicBezTo>
                <a:cubicBezTo>
                  <a:pt x="11870518" y="10367432"/>
                  <a:pt x="11840066" y="10366062"/>
                  <a:pt x="11822130" y="10346433"/>
                </a:cubicBezTo>
                <a:cubicBezTo>
                  <a:pt x="11804192" y="10326805"/>
                  <a:pt x="11805564" y="10296352"/>
                  <a:pt x="11825192" y="10278416"/>
                </a:cubicBezTo>
                <a:cubicBezTo>
                  <a:pt x="11835006" y="10269448"/>
                  <a:pt x="11847526" y="10265307"/>
                  <a:pt x="11859834" y="10265861"/>
                </a:cubicBezTo>
                <a:close/>
                <a:moveTo>
                  <a:pt x="11157274" y="10241319"/>
                </a:moveTo>
                <a:cubicBezTo>
                  <a:pt x="11167770" y="10241791"/>
                  <a:pt x="11178084" y="10246268"/>
                  <a:pt x="11185732" y="10254637"/>
                </a:cubicBezTo>
                <a:cubicBezTo>
                  <a:pt x="11201026" y="10271374"/>
                  <a:pt x="11199858" y="10297341"/>
                  <a:pt x="11183120" y="10312637"/>
                </a:cubicBezTo>
                <a:cubicBezTo>
                  <a:pt x="11166382" y="10327932"/>
                  <a:pt x="11140414" y="10326762"/>
                  <a:pt x="11125120" y="10310025"/>
                </a:cubicBezTo>
                <a:cubicBezTo>
                  <a:pt x="11109824" y="10293288"/>
                  <a:pt x="11110994" y="10267319"/>
                  <a:pt x="11127732" y="10252025"/>
                </a:cubicBezTo>
                <a:cubicBezTo>
                  <a:pt x="11136100" y="10244377"/>
                  <a:pt x="11146778" y="10240846"/>
                  <a:pt x="11157274" y="10241319"/>
                </a:cubicBezTo>
                <a:close/>
                <a:moveTo>
                  <a:pt x="10454782" y="10215247"/>
                </a:moveTo>
                <a:cubicBezTo>
                  <a:pt x="10463856" y="10215655"/>
                  <a:pt x="10472774" y="10219526"/>
                  <a:pt x="10479386" y="10226763"/>
                </a:cubicBezTo>
                <a:cubicBezTo>
                  <a:pt x="10492610" y="10241232"/>
                  <a:pt x="10491598" y="10263685"/>
                  <a:pt x="10477128" y="10276907"/>
                </a:cubicBezTo>
                <a:cubicBezTo>
                  <a:pt x="10462658" y="10290132"/>
                  <a:pt x="10440208" y="10289119"/>
                  <a:pt x="10426984" y="10274648"/>
                </a:cubicBezTo>
                <a:cubicBezTo>
                  <a:pt x="10413760" y="10260177"/>
                  <a:pt x="10414770" y="10237725"/>
                  <a:pt x="10429240" y="10224503"/>
                </a:cubicBezTo>
                <a:cubicBezTo>
                  <a:pt x="10436476" y="10217891"/>
                  <a:pt x="10445706" y="10214837"/>
                  <a:pt x="10454782" y="10215247"/>
                </a:cubicBezTo>
                <a:close/>
                <a:moveTo>
                  <a:pt x="9752314" y="10188075"/>
                </a:moveTo>
                <a:cubicBezTo>
                  <a:pt x="9760242" y="10188432"/>
                  <a:pt x="9768034" y="10191813"/>
                  <a:pt x="9773810" y="10198135"/>
                </a:cubicBezTo>
                <a:cubicBezTo>
                  <a:pt x="9785362" y="10210775"/>
                  <a:pt x="9784480" y="10230390"/>
                  <a:pt x="9771838" y="10241942"/>
                </a:cubicBezTo>
                <a:cubicBezTo>
                  <a:pt x="9759196" y="10253494"/>
                  <a:pt x="9739582" y="10252610"/>
                  <a:pt x="9728030" y="10239968"/>
                </a:cubicBezTo>
                <a:cubicBezTo>
                  <a:pt x="9716478" y="10227326"/>
                  <a:pt x="9717360" y="10207713"/>
                  <a:pt x="9730002" y="10196161"/>
                </a:cubicBezTo>
                <a:cubicBezTo>
                  <a:pt x="9736324" y="10190384"/>
                  <a:pt x="9744388" y="10187717"/>
                  <a:pt x="9752314" y="10188075"/>
                </a:cubicBezTo>
                <a:close/>
                <a:moveTo>
                  <a:pt x="9049808" y="10162286"/>
                </a:moveTo>
                <a:cubicBezTo>
                  <a:pt x="9056242" y="10162576"/>
                  <a:pt x="9062566" y="10165321"/>
                  <a:pt x="9067254" y="10170450"/>
                </a:cubicBezTo>
                <a:cubicBezTo>
                  <a:pt x="9076630" y="10180710"/>
                  <a:pt x="9075912" y="10196628"/>
                  <a:pt x="9065652" y="10206004"/>
                </a:cubicBezTo>
                <a:cubicBezTo>
                  <a:pt x="9055392" y="10215379"/>
                  <a:pt x="9039476" y="10214662"/>
                  <a:pt x="9030100" y="10204402"/>
                </a:cubicBezTo>
                <a:cubicBezTo>
                  <a:pt x="9020724" y="10194142"/>
                  <a:pt x="9021440" y="10178224"/>
                  <a:pt x="9031700" y="10168848"/>
                </a:cubicBezTo>
                <a:cubicBezTo>
                  <a:pt x="9036830" y="10164161"/>
                  <a:pt x="9043374" y="10161996"/>
                  <a:pt x="9049808" y="10162286"/>
                </a:cubicBezTo>
                <a:close/>
                <a:moveTo>
                  <a:pt x="8347282" y="10137117"/>
                </a:moveTo>
                <a:cubicBezTo>
                  <a:pt x="8352064" y="10137332"/>
                  <a:pt x="8356766" y="10139372"/>
                  <a:pt x="8360250" y="10143186"/>
                </a:cubicBezTo>
                <a:cubicBezTo>
                  <a:pt x="8367220" y="10150812"/>
                  <a:pt x="8366686" y="10162644"/>
                  <a:pt x="8359060" y="10169614"/>
                </a:cubicBezTo>
                <a:cubicBezTo>
                  <a:pt x="8351432" y="10176584"/>
                  <a:pt x="8339600" y="10176051"/>
                  <a:pt x="8332632" y="10168425"/>
                </a:cubicBezTo>
                <a:cubicBezTo>
                  <a:pt x="8325662" y="10160797"/>
                  <a:pt x="8326194" y="10148965"/>
                  <a:pt x="8333820" y="10141995"/>
                </a:cubicBezTo>
                <a:cubicBezTo>
                  <a:pt x="8337634" y="10138511"/>
                  <a:pt x="8342500" y="10136902"/>
                  <a:pt x="8347282" y="10137117"/>
                </a:cubicBezTo>
                <a:close/>
                <a:moveTo>
                  <a:pt x="17144158" y="10115446"/>
                </a:moveTo>
                <a:cubicBezTo>
                  <a:pt x="17165806" y="10116421"/>
                  <a:pt x="17187082" y="10125654"/>
                  <a:pt x="17202854" y="10142915"/>
                </a:cubicBezTo>
                <a:cubicBezTo>
                  <a:pt x="17234398" y="10177436"/>
                  <a:pt x="17231986" y="10230993"/>
                  <a:pt x="17197466" y="10262538"/>
                </a:cubicBezTo>
                <a:cubicBezTo>
                  <a:pt x="17162946" y="10294082"/>
                  <a:pt x="17109390" y="10291671"/>
                  <a:pt x="17077842" y="10257150"/>
                </a:cubicBezTo>
                <a:cubicBezTo>
                  <a:pt x="17046298" y="10222628"/>
                  <a:pt x="17048710" y="10169072"/>
                  <a:pt x="17083230" y="10137527"/>
                </a:cubicBezTo>
                <a:cubicBezTo>
                  <a:pt x="17100490" y="10121754"/>
                  <a:pt x="17122510" y="10114471"/>
                  <a:pt x="17144158" y="10115446"/>
                </a:cubicBezTo>
                <a:close/>
                <a:moveTo>
                  <a:pt x="7644810" y="10109993"/>
                </a:moveTo>
                <a:cubicBezTo>
                  <a:pt x="7648444" y="10110156"/>
                  <a:pt x="7652018" y="10111707"/>
                  <a:pt x="7654668" y="10114606"/>
                </a:cubicBezTo>
                <a:cubicBezTo>
                  <a:pt x="7659966" y="10120404"/>
                  <a:pt x="7659560" y="10129400"/>
                  <a:pt x="7653762" y="10134698"/>
                </a:cubicBezTo>
                <a:cubicBezTo>
                  <a:pt x="7647966" y="10139995"/>
                  <a:pt x="7638970" y="10139591"/>
                  <a:pt x="7633672" y="10133792"/>
                </a:cubicBezTo>
                <a:cubicBezTo>
                  <a:pt x="7628372" y="10127994"/>
                  <a:pt x="7628778" y="10118999"/>
                  <a:pt x="7634576" y="10113701"/>
                </a:cubicBezTo>
                <a:cubicBezTo>
                  <a:pt x="7637476" y="10111052"/>
                  <a:pt x="7641174" y="10109829"/>
                  <a:pt x="7644810" y="10109993"/>
                </a:cubicBezTo>
                <a:close/>
                <a:moveTo>
                  <a:pt x="16441674" y="10089199"/>
                </a:moveTo>
                <a:cubicBezTo>
                  <a:pt x="16461946" y="10090112"/>
                  <a:pt x="16481870" y="10098758"/>
                  <a:pt x="16496638" y="10114921"/>
                </a:cubicBezTo>
                <a:cubicBezTo>
                  <a:pt x="16526174" y="10147246"/>
                  <a:pt x="16523918" y="10197397"/>
                  <a:pt x="16491594" y="10226936"/>
                </a:cubicBezTo>
                <a:cubicBezTo>
                  <a:pt x="16459266" y="10256475"/>
                  <a:pt x="16409118" y="10254215"/>
                  <a:pt x="16379578" y="10221891"/>
                </a:cubicBezTo>
                <a:cubicBezTo>
                  <a:pt x="16350038" y="10189565"/>
                  <a:pt x="16352294" y="10139415"/>
                  <a:pt x="16384622" y="10109875"/>
                </a:cubicBezTo>
                <a:cubicBezTo>
                  <a:pt x="16400786" y="10095105"/>
                  <a:pt x="16421402" y="10088286"/>
                  <a:pt x="16441674" y="10089199"/>
                </a:cubicBezTo>
                <a:close/>
                <a:moveTo>
                  <a:pt x="6936078" y="10086174"/>
                </a:moveTo>
                <a:cubicBezTo>
                  <a:pt x="6939610" y="10082947"/>
                  <a:pt x="6945090" y="10083194"/>
                  <a:pt x="6948316" y="10086726"/>
                </a:cubicBezTo>
                <a:cubicBezTo>
                  <a:pt x="6951544" y="10090257"/>
                  <a:pt x="6951296" y="10095736"/>
                  <a:pt x="6947766" y="10098963"/>
                </a:cubicBezTo>
                <a:cubicBezTo>
                  <a:pt x="6944234" y="10102190"/>
                  <a:pt x="6938754" y="10101945"/>
                  <a:pt x="6935526" y="10098413"/>
                </a:cubicBezTo>
                <a:cubicBezTo>
                  <a:pt x="6932300" y="10094881"/>
                  <a:pt x="6932548" y="10089402"/>
                  <a:pt x="6936078" y="10086174"/>
                </a:cubicBezTo>
                <a:close/>
                <a:moveTo>
                  <a:pt x="15739198" y="10062688"/>
                </a:moveTo>
                <a:cubicBezTo>
                  <a:pt x="15758162" y="10063541"/>
                  <a:pt x="15776802" y="10071629"/>
                  <a:pt x="15790618" y="10086748"/>
                </a:cubicBezTo>
                <a:cubicBezTo>
                  <a:pt x="15818250" y="10116987"/>
                  <a:pt x="15816134" y="10163900"/>
                  <a:pt x="15785894" y="10191534"/>
                </a:cubicBezTo>
                <a:cubicBezTo>
                  <a:pt x="15755658" y="10219165"/>
                  <a:pt x="15708742" y="10217054"/>
                  <a:pt x="15681110" y="10186815"/>
                </a:cubicBezTo>
                <a:cubicBezTo>
                  <a:pt x="15653478" y="10156576"/>
                  <a:pt x="15655590" y="10109663"/>
                  <a:pt x="15685830" y="10082029"/>
                </a:cubicBezTo>
                <a:cubicBezTo>
                  <a:pt x="15700950" y="10068214"/>
                  <a:pt x="15720238" y="10061833"/>
                  <a:pt x="15739198" y="10062688"/>
                </a:cubicBezTo>
                <a:close/>
                <a:moveTo>
                  <a:pt x="6238500" y="10059652"/>
                </a:moveTo>
                <a:cubicBezTo>
                  <a:pt x="6239210" y="10059003"/>
                  <a:pt x="6240316" y="10059051"/>
                  <a:pt x="6240966" y="10059763"/>
                </a:cubicBezTo>
                <a:cubicBezTo>
                  <a:pt x="6241616" y="10060475"/>
                  <a:pt x="6241566" y="10061578"/>
                  <a:pt x="6240854" y="10062229"/>
                </a:cubicBezTo>
                <a:cubicBezTo>
                  <a:pt x="6240142" y="10062879"/>
                  <a:pt x="6239038" y="10062830"/>
                  <a:pt x="6238388" y="10062118"/>
                </a:cubicBezTo>
                <a:cubicBezTo>
                  <a:pt x="6237738" y="10061407"/>
                  <a:pt x="6237786" y="10060304"/>
                  <a:pt x="6238500" y="10059652"/>
                </a:cubicBezTo>
                <a:close/>
                <a:moveTo>
                  <a:pt x="15036690" y="10036414"/>
                </a:moveTo>
                <a:cubicBezTo>
                  <a:pt x="15054274" y="10037207"/>
                  <a:pt x="15071558" y="10044708"/>
                  <a:pt x="15084374" y="10058729"/>
                </a:cubicBezTo>
                <a:cubicBezTo>
                  <a:pt x="15109998" y="10086772"/>
                  <a:pt x="15108042" y="10130279"/>
                  <a:pt x="15079998" y="10155905"/>
                </a:cubicBezTo>
                <a:cubicBezTo>
                  <a:pt x="15051954" y="10181531"/>
                  <a:pt x="15008446" y="10179572"/>
                  <a:pt x="14982822" y="10151529"/>
                </a:cubicBezTo>
                <a:cubicBezTo>
                  <a:pt x="14957194" y="10123485"/>
                  <a:pt x="14959154" y="10079978"/>
                  <a:pt x="14987198" y="10054352"/>
                </a:cubicBezTo>
                <a:cubicBezTo>
                  <a:pt x="15001218" y="10041539"/>
                  <a:pt x="15019106" y="10035623"/>
                  <a:pt x="15036690" y="10036414"/>
                </a:cubicBezTo>
                <a:close/>
                <a:moveTo>
                  <a:pt x="14334208" y="10010168"/>
                </a:moveTo>
                <a:cubicBezTo>
                  <a:pt x="14350418" y="10010897"/>
                  <a:pt x="14366348" y="10017811"/>
                  <a:pt x="14378158" y="10030734"/>
                </a:cubicBezTo>
                <a:cubicBezTo>
                  <a:pt x="14401778" y="10056583"/>
                  <a:pt x="14399972" y="10096684"/>
                  <a:pt x="14374124" y="10120303"/>
                </a:cubicBezTo>
                <a:cubicBezTo>
                  <a:pt x="14348276" y="10143924"/>
                  <a:pt x="14308174" y="10142118"/>
                  <a:pt x="14284554" y="10116270"/>
                </a:cubicBezTo>
                <a:cubicBezTo>
                  <a:pt x="14260934" y="10090422"/>
                  <a:pt x="14262740" y="10050320"/>
                  <a:pt x="14288588" y="10026700"/>
                </a:cubicBezTo>
                <a:cubicBezTo>
                  <a:pt x="14301512" y="10014890"/>
                  <a:pt x="14318000" y="10009437"/>
                  <a:pt x="14334208" y="10010168"/>
                </a:cubicBezTo>
                <a:close/>
                <a:moveTo>
                  <a:pt x="13631724" y="9983920"/>
                </a:moveTo>
                <a:cubicBezTo>
                  <a:pt x="13646556" y="9984588"/>
                  <a:pt x="13661132" y="9990915"/>
                  <a:pt x="13671940" y="10002741"/>
                </a:cubicBezTo>
                <a:cubicBezTo>
                  <a:pt x="13693554" y="10026394"/>
                  <a:pt x="13691900" y="10063091"/>
                  <a:pt x="13668248" y="10084703"/>
                </a:cubicBezTo>
                <a:cubicBezTo>
                  <a:pt x="13644594" y="10106318"/>
                  <a:pt x="13607900" y="10104664"/>
                  <a:pt x="13586286" y="10081012"/>
                </a:cubicBezTo>
                <a:cubicBezTo>
                  <a:pt x="13564672" y="10057360"/>
                  <a:pt x="13566326" y="10020663"/>
                  <a:pt x="13589978" y="9999049"/>
                </a:cubicBezTo>
                <a:cubicBezTo>
                  <a:pt x="13601804" y="9988242"/>
                  <a:pt x="13616892" y="9983251"/>
                  <a:pt x="13631724" y="9983920"/>
                </a:cubicBezTo>
                <a:close/>
                <a:moveTo>
                  <a:pt x="12929206" y="9957872"/>
                </a:moveTo>
                <a:cubicBezTo>
                  <a:pt x="12942616" y="9958476"/>
                  <a:pt x="12955796" y="9964196"/>
                  <a:pt x="12965568" y="9974889"/>
                </a:cubicBezTo>
                <a:cubicBezTo>
                  <a:pt x="12985112" y="9996275"/>
                  <a:pt x="12983618" y="10029454"/>
                  <a:pt x="12962230" y="10048997"/>
                </a:cubicBezTo>
                <a:cubicBezTo>
                  <a:pt x="12940846" y="10068539"/>
                  <a:pt x="12907664" y="10067046"/>
                  <a:pt x="12888122" y="10045661"/>
                </a:cubicBezTo>
                <a:cubicBezTo>
                  <a:pt x="12868580" y="10024274"/>
                  <a:pt x="12870072" y="9991096"/>
                  <a:pt x="12891460" y="9971551"/>
                </a:cubicBezTo>
                <a:cubicBezTo>
                  <a:pt x="12902152" y="9961780"/>
                  <a:pt x="12915794" y="9957269"/>
                  <a:pt x="12929206" y="9957872"/>
                </a:cubicBezTo>
                <a:close/>
                <a:moveTo>
                  <a:pt x="12226700" y="9932083"/>
                </a:moveTo>
                <a:cubicBezTo>
                  <a:pt x="12238618" y="9932620"/>
                  <a:pt x="12250330" y="9937703"/>
                  <a:pt x="12259014" y="9947204"/>
                </a:cubicBezTo>
                <a:cubicBezTo>
                  <a:pt x="12276380" y="9966208"/>
                  <a:pt x="12275052" y="9995693"/>
                  <a:pt x="12256048" y="10013057"/>
                </a:cubicBezTo>
                <a:cubicBezTo>
                  <a:pt x="12237044" y="10030423"/>
                  <a:pt x="12207560" y="10029096"/>
                  <a:pt x="12190194" y="10010092"/>
                </a:cubicBezTo>
                <a:cubicBezTo>
                  <a:pt x="12172828" y="9991088"/>
                  <a:pt x="12174156" y="9961603"/>
                  <a:pt x="12193160" y="9944238"/>
                </a:cubicBezTo>
                <a:cubicBezTo>
                  <a:pt x="12202662" y="9935555"/>
                  <a:pt x="12214784" y="9931546"/>
                  <a:pt x="12226700" y="9932083"/>
                </a:cubicBezTo>
                <a:close/>
                <a:moveTo>
                  <a:pt x="11524208" y="9906010"/>
                </a:moveTo>
                <a:cubicBezTo>
                  <a:pt x="11534704" y="9906483"/>
                  <a:pt x="11545020" y="9910960"/>
                  <a:pt x="11552668" y="9919328"/>
                </a:cubicBezTo>
                <a:cubicBezTo>
                  <a:pt x="11567962" y="9936065"/>
                  <a:pt x="11566792" y="9962033"/>
                  <a:pt x="11550056" y="9977328"/>
                </a:cubicBezTo>
                <a:cubicBezTo>
                  <a:pt x="11533318" y="9992623"/>
                  <a:pt x="11507350" y="9991454"/>
                  <a:pt x="11492056" y="9974717"/>
                </a:cubicBezTo>
                <a:cubicBezTo>
                  <a:pt x="11476760" y="9957978"/>
                  <a:pt x="11477930" y="9932011"/>
                  <a:pt x="11494668" y="9916717"/>
                </a:cubicBezTo>
                <a:cubicBezTo>
                  <a:pt x="11503036" y="9909068"/>
                  <a:pt x="11513712" y="9905537"/>
                  <a:pt x="11524208" y="9906010"/>
                </a:cubicBezTo>
                <a:close/>
                <a:moveTo>
                  <a:pt x="10821716" y="9879936"/>
                </a:moveTo>
                <a:cubicBezTo>
                  <a:pt x="10830792" y="9880346"/>
                  <a:pt x="10839710" y="9884216"/>
                  <a:pt x="10846322" y="9891452"/>
                </a:cubicBezTo>
                <a:cubicBezTo>
                  <a:pt x="10859546" y="9905923"/>
                  <a:pt x="10858534" y="9928375"/>
                  <a:pt x="10844064" y="9941597"/>
                </a:cubicBezTo>
                <a:cubicBezTo>
                  <a:pt x="10829592" y="9954821"/>
                  <a:pt x="10807144" y="9953810"/>
                  <a:pt x="10793920" y="9939339"/>
                </a:cubicBezTo>
                <a:cubicBezTo>
                  <a:pt x="10780696" y="9924867"/>
                  <a:pt x="10781706" y="9902416"/>
                  <a:pt x="10796176" y="9889193"/>
                </a:cubicBezTo>
                <a:cubicBezTo>
                  <a:pt x="10803412" y="9882581"/>
                  <a:pt x="10812642" y="9879527"/>
                  <a:pt x="10821716" y="9879936"/>
                </a:cubicBezTo>
                <a:close/>
                <a:moveTo>
                  <a:pt x="10119208" y="9853665"/>
                </a:moveTo>
                <a:cubicBezTo>
                  <a:pt x="10126906" y="9854012"/>
                  <a:pt x="10134472" y="9857295"/>
                  <a:pt x="10140080" y="9863434"/>
                </a:cubicBezTo>
                <a:cubicBezTo>
                  <a:pt x="10151298" y="9875708"/>
                  <a:pt x="10150440" y="9894753"/>
                  <a:pt x="10138164" y="9905971"/>
                </a:cubicBezTo>
                <a:cubicBezTo>
                  <a:pt x="10125890" y="9917187"/>
                  <a:pt x="10106844" y="9916331"/>
                  <a:pt x="10095626" y="9904055"/>
                </a:cubicBezTo>
                <a:cubicBezTo>
                  <a:pt x="10084410" y="9891779"/>
                  <a:pt x="10085268" y="9872733"/>
                  <a:pt x="10097542" y="9861517"/>
                </a:cubicBezTo>
                <a:cubicBezTo>
                  <a:pt x="10103680" y="9855908"/>
                  <a:pt x="10111510" y="9853319"/>
                  <a:pt x="10119208" y="9853665"/>
                </a:cubicBezTo>
                <a:close/>
                <a:moveTo>
                  <a:pt x="9416742" y="9826979"/>
                </a:moveTo>
                <a:cubicBezTo>
                  <a:pt x="9423176" y="9827268"/>
                  <a:pt x="9429500" y="9830013"/>
                  <a:pt x="9434188" y="9835143"/>
                </a:cubicBezTo>
                <a:cubicBezTo>
                  <a:pt x="9443562" y="9845403"/>
                  <a:pt x="9442846" y="9861320"/>
                  <a:pt x="9432586" y="9870696"/>
                </a:cubicBezTo>
                <a:cubicBezTo>
                  <a:pt x="9422326" y="9880073"/>
                  <a:pt x="9406408" y="9879355"/>
                  <a:pt x="9397032" y="9869095"/>
                </a:cubicBezTo>
                <a:cubicBezTo>
                  <a:pt x="9387656" y="9858835"/>
                  <a:pt x="9388374" y="9842918"/>
                  <a:pt x="9398634" y="9833542"/>
                </a:cubicBezTo>
                <a:cubicBezTo>
                  <a:pt x="9403764" y="9828854"/>
                  <a:pt x="9410308" y="9826689"/>
                  <a:pt x="9416742" y="9826979"/>
                </a:cubicBezTo>
                <a:close/>
                <a:moveTo>
                  <a:pt x="8714256" y="9800911"/>
                </a:moveTo>
                <a:cubicBezTo>
                  <a:pt x="8719268" y="9801136"/>
                  <a:pt x="8724194" y="9803274"/>
                  <a:pt x="8727846" y="9807271"/>
                </a:cubicBezTo>
                <a:cubicBezTo>
                  <a:pt x="8735150" y="9815265"/>
                  <a:pt x="8734592" y="9827667"/>
                  <a:pt x="8726600" y="9834971"/>
                </a:cubicBezTo>
                <a:cubicBezTo>
                  <a:pt x="8718606" y="9842275"/>
                  <a:pt x="8706206" y="9841716"/>
                  <a:pt x="8698900" y="9833721"/>
                </a:cubicBezTo>
                <a:cubicBezTo>
                  <a:pt x="8691596" y="9825729"/>
                  <a:pt x="8692154" y="9813327"/>
                  <a:pt x="8700148" y="9806024"/>
                </a:cubicBezTo>
                <a:cubicBezTo>
                  <a:pt x="8704146" y="9802371"/>
                  <a:pt x="8709244" y="9800684"/>
                  <a:pt x="8714256" y="9800911"/>
                </a:cubicBezTo>
                <a:close/>
                <a:moveTo>
                  <a:pt x="8011770" y="9774661"/>
                </a:moveTo>
                <a:cubicBezTo>
                  <a:pt x="8015404" y="9774825"/>
                  <a:pt x="8018978" y="9776374"/>
                  <a:pt x="8021628" y="9779274"/>
                </a:cubicBezTo>
                <a:cubicBezTo>
                  <a:pt x="8026926" y="9785072"/>
                  <a:pt x="8026520" y="9794068"/>
                  <a:pt x="8020722" y="9799366"/>
                </a:cubicBezTo>
                <a:cubicBezTo>
                  <a:pt x="8014926" y="9804664"/>
                  <a:pt x="8005930" y="9804258"/>
                  <a:pt x="8000632" y="9798460"/>
                </a:cubicBezTo>
                <a:cubicBezTo>
                  <a:pt x="7995332" y="9792662"/>
                  <a:pt x="7995738" y="9783667"/>
                  <a:pt x="8001536" y="9778369"/>
                </a:cubicBezTo>
                <a:cubicBezTo>
                  <a:pt x="8004436" y="9775720"/>
                  <a:pt x="8008134" y="9774497"/>
                  <a:pt x="8011770" y="9774661"/>
                </a:cubicBezTo>
                <a:close/>
                <a:moveTo>
                  <a:pt x="16808650" y="9752994"/>
                </a:moveTo>
                <a:cubicBezTo>
                  <a:pt x="16829150" y="9753916"/>
                  <a:pt x="16849298" y="9762660"/>
                  <a:pt x="16864234" y="9779006"/>
                </a:cubicBezTo>
                <a:cubicBezTo>
                  <a:pt x="16894110" y="9811698"/>
                  <a:pt x="16891826" y="9862419"/>
                  <a:pt x="16859134" y="9892292"/>
                </a:cubicBezTo>
                <a:cubicBezTo>
                  <a:pt x="16826442" y="9922166"/>
                  <a:pt x="16775722" y="9919882"/>
                  <a:pt x="16745846" y="9887190"/>
                </a:cubicBezTo>
                <a:cubicBezTo>
                  <a:pt x="16715974" y="9854498"/>
                  <a:pt x="16718258" y="9803778"/>
                  <a:pt x="16750950" y="9773904"/>
                </a:cubicBezTo>
                <a:cubicBezTo>
                  <a:pt x="16767298" y="9758968"/>
                  <a:pt x="16788150" y="9752070"/>
                  <a:pt x="16808650" y="9752994"/>
                </a:cubicBezTo>
                <a:close/>
                <a:moveTo>
                  <a:pt x="7303012" y="9750867"/>
                </a:moveTo>
                <a:cubicBezTo>
                  <a:pt x="7306544" y="9747640"/>
                  <a:pt x="7312022" y="9747886"/>
                  <a:pt x="7315250" y="9751419"/>
                </a:cubicBezTo>
                <a:cubicBezTo>
                  <a:pt x="7318476" y="9754950"/>
                  <a:pt x="7318230" y="9760429"/>
                  <a:pt x="7314698" y="9763655"/>
                </a:cubicBezTo>
                <a:cubicBezTo>
                  <a:pt x="7311166" y="9766883"/>
                  <a:pt x="7305688" y="9766636"/>
                  <a:pt x="7302460" y="9763105"/>
                </a:cubicBezTo>
                <a:cubicBezTo>
                  <a:pt x="7299234" y="9759573"/>
                  <a:pt x="7299480" y="9754094"/>
                  <a:pt x="7303012" y="9750867"/>
                </a:cubicBezTo>
                <a:close/>
                <a:moveTo>
                  <a:pt x="16106162" y="9726747"/>
                </a:moveTo>
                <a:cubicBezTo>
                  <a:pt x="16125290" y="9727608"/>
                  <a:pt x="16144086" y="9735764"/>
                  <a:pt x="16158018" y="9751013"/>
                </a:cubicBezTo>
                <a:cubicBezTo>
                  <a:pt x="16185886" y="9781510"/>
                  <a:pt x="16183754" y="9828824"/>
                  <a:pt x="16153258" y="9856691"/>
                </a:cubicBezTo>
                <a:cubicBezTo>
                  <a:pt x="16122762" y="9884560"/>
                  <a:pt x="16075446" y="9882429"/>
                  <a:pt x="16047578" y="9851932"/>
                </a:cubicBezTo>
                <a:cubicBezTo>
                  <a:pt x="16019710" y="9821435"/>
                  <a:pt x="16021842" y="9774122"/>
                  <a:pt x="16052338" y="9746254"/>
                </a:cubicBezTo>
                <a:cubicBezTo>
                  <a:pt x="16067586" y="9732320"/>
                  <a:pt x="16087038" y="9725885"/>
                  <a:pt x="16106162" y="9726747"/>
                </a:cubicBezTo>
                <a:close/>
                <a:moveTo>
                  <a:pt x="6605434" y="9724344"/>
                </a:moveTo>
                <a:cubicBezTo>
                  <a:pt x="6606146" y="9723694"/>
                  <a:pt x="6607250" y="9723743"/>
                  <a:pt x="6607900" y="9724454"/>
                </a:cubicBezTo>
                <a:cubicBezTo>
                  <a:pt x="6608552" y="9725167"/>
                  <a:pt x="6608502" y="9726269"/>
                  <a:pt x="6607788" y="9726920"/>
                </a:cubicBezTo>
                <a:cubicBezTo>
                  <a:pt x="6607078" y="9727570"/>
                  <a:pt x="6605974" y="9727522"/>
                  <a:pt x="6605322" y="9726810"/>
                </a:cubicBezTo>
                <a:cubicBezTo>
                  <a:pt x="6604672" y="9726098"/>
                  <a:pt x="6604722" y="9724996"/>
                  <a:pt x="6605434" y="9724344"/>
                </a:cubicBezTo>
                <a:close/>
                <a:moveTo>
                  <a:pt x="15403626" y="9701105"/>
                </a:moveTo>
                <a:cubicBezTo>
                  <a:pt x="15421210" y="9701897"/>
                  <a:pt x="15438498" y="9709398"/>
                  <a:pt x="15451310" y="9723419"/>
                </a:cubicBezTo>
                <a:cubicBezTo>
                  <a:pt x="15476934" y="9751463"/>
                  <a:pt x="15474978" y="9794970"/>
                  <a:pt x="15446934" y="9820596"/>
                </a:cubicBezTo>
                <a:cubicBezTo>
                  <a:pt x="15418890" y="9846222"/>
                  <a:pt x="15375382" y="9844262"/>
                  <a:pt x="15349758" y="9816219"/>
                </a:cubicBezTo>
                <a:cubicBezTo>
                  <a:pt x="15324130" y="9788177"/>
                  <a:pt x="15326090" y="9744668"/>
                  <a:pt x="15354134" y="9719042"/>
                </a:cubicBezTo>
                <a:cubicBezTo>
                  <a:pt x="15368154" y="9706229"/>
                  <a:pt x="15386042" y="9700313"/>
                  <a:pt x="15403626" y="9701105"/>
                </a:cubicBezTo>
                <a:close/>
                <a:moveTo>
                  <a:pt x="14701142" y="9674859"/>
                </a:moveTo>
                <a:cubicBezTo>
                  <a:pt x="14717352" y="9675589"/>
                  <a:pt x="14733282" y="9682503"/>
                  <a:pt x="14745092" y="9695427"/>
                </a:cubicBezTo>
                <a:cubicBezTo>
                  <a:pt x="14768712" y="9721274"/>
                  <a:pt x="14766906" y="9761375"/>
                  <a:pt x="14741058" y="9784996"/>
                </a:cubicBezTo>
                <a:cubicBezTo>
                  <a:pt x="14715210" y="9808616"/>
                  <a:pt x="14675108" y="9806809"/>
                  <a:pt x="14651488" y="9780962"/>
                </a:cubicBezTo>
                <a:cubicBezTo>
                  <a:pt x="14627870" y="9755114"/>
                  <a:pt x="14629674" y="9715013"/>
                  <a:pt x="14655522" y="9691392"/>
                </a:cubicBezTo>
                <a:cubicBezTo>
                  <a:pt x="14668446" y="9679582"/>
                  <a:pt x="14684934" y="9674129"/>
                  <a:pt x="14701142" y="9674859"/>
                </a:cubicBezTo>
                <a:close/>
                <a:moveTo>
                  <a:pt x="13998660" y="9648610"/>
                </a:moveTo>
                <a:cubicBezTo>
                  <a:pt x="14013492" y="9649278"/>
                  <a:pt x="14028068" y="9655606"/>
                  <a:pt x="14038876" y="9667432"/>
                </a:cubicBezTo>
                <a:cubicBezTo>
                  <a:pt x="14060488" y="9691085"/>
                  <a:pt x="14058836" y="9727780"/>
                  <a:pt x="14035184" y="9749393"/>
                </a:cubicBezTo>
                <a:cubicBezTo>
                  <a:pt x="14011530" y="9771009"/>
                  <a:pt x="13974836" y="9769355"/>
                  <a:pt x="13953222" y="9745703"/>
                </a:cubicBezTo>
                <a:cubicBezTo>
                  <a:pt x="13931608" y="9722050"/>
                  <a:pt x="13933262" y="9685353"/>
                  <a:pt x="13956914" y="9663739"/>
                </a:cubicBezTo>
                <a:cubicBezTo>
                  <a:pt x="13968740" y="9652933"/>
                  <a:pt x="13983826" y="9647942"/>
                  <a:pt x="13998660" y="9648610"/>
                </a:cubicBezTo>
                <a:close/>
                <a:moveTo>
                  <a:pt x="13296164" y="9622540"/>
                </a:moveTo>
                <a:cubicBezTo>
                  <a:pt x="13309576" y="9623143"/>
                  <a:pt x="13322758" y="9628864"/>
                  <a:pt x="13332528" y="9639557"/>
                </a:cubicBezTo>
                <a:cubicBezTo>
                  <a:pt x="13352070" y="9660942"/>
                  <a:pt x="13350576" y="9694121"/>
                  <a:pt x="13329190" y="9713665"/>
                </a:cubicBezTo>
                <a:cubicBezTo>
                  <a:pt x="13307804" y="9733207"/>
                  <a:pt x="13274624" y="9731714"/>
                  <a:pt x="13255082" y="9710329"/>
                </a:cubicBezTo>
                <a:cubicBezTo>
                  <a:pt x="13235538" y="9688943"/>
                  <a:pt x="13237032" y="9655763"/>
                  <a:pt x="13258420" y="9636219"/>
                </a:cubicBezTo>
                <a:cubicBezTo>
                  <a:pt x="13269112" y="9626448"/>
                  <a:pt x="13282754" y="9621936"/>
                  <a:pt x="13296164" y="9622540"/>
                </a:cubicBezTo>
                <a:close/>
                <a:moveTo>
                  <a:pt x="12593570" y="9598196"/>
                </a:moveTo>
                <a:cubicBezTo>
                  <a:pt x="12605124" y="9598716"/>
                  <a:pt x="12616478" y="9603644"/>
                  <a:pt x="12624896" y="9612856"/>
                </a:cubicBezTo>
                <a:cubicBezTo>
                  <a:pt x="12641732" y="9631280"/>
                  <a:pt x="12640446" y="9659862"/>
                  <a:pt x="12622022" y="9676699"/>
                </a:cubicBezTo>
                <a:cubicBezTo>
                  <a:pt x="12603596" y="9693535"/>
                  <a:pt x="12575014" y="9692248"/>
                  <a:pt x="12558178" y="9673824"/>
                </a:cubicBezTo>
                <a:cubicBezTo>
                  <a:pt x="12541342" y="9655400"/>
                  <a:pt x="12542628" y="9626816"/>
                  <a:pt x="12561052" y="9609980"/>
                </a:cubicBezTo>
                <a:cubicBezTo>
                  <a:pt x="12570264" y="9601562"/>
                  <a:pt x="12582016" y="9597675"/>
                  <a:pt x="12593570" y="9598196"/>
                </a:cubicBezTo>
                <a:close/>
                <a:moveTo>
                  <a:pt x="11891142" y="9570701"/>
                </a:moveTo>
                <a:cubicBezTo>
                  <a:pt x="11901638" y="9571174"/>
                  <a:pt x="11911954" y="9575651"/>
                  <a:pt x="11919602" y="9584020"/>
                </a:cubicBezTo>
                <a:cubicBezTo>
                  <a:pt x="11934896" y="9600756"/>
                  <a:pt x="11933726" y="9626724"/>
                  <a:pt x="11916988" y="9642019"/>
                </a:cubicBezTo>
                <a:cubicBezTo>
                  <a:pt x="11900252" y="9657314"/>
                  <a:pt x="11874284" y="9656145"/>
                  <a:pt x="11858990" y="9639408"/>
                </a:cubicBezTo>
                <a:cubicBezTo>
                  <a:pt x="11843694" y="9622670"/>
                  <a:pt x="11844864" y="9596703"/>
                  <a:pt x="11861602" y="9581408"/>
                </a:cubicBezTo>
                <a:cubicBezTo>
                  <a:pt x="11869970" y="9573761"/>
                  <a:pt x="11880646" y="9570229"/>
                  <a:pt x="11891142" y="9570701"/>
                </a:cubicBezTo>
                <a:close/>
                <a:moveTo>
                  <a:pt x="11188650" y="9544628"/>
                </a:moveTo>
                <a:cubicBezTo>
                  <a:pt x="11197726" y="9545036"/>
                  <a:pt x="11206644" y="9548907"/>
                  <a:pt x="11213256" y="9556144"/>
                </a:cubicBezTo>
                <a:cubicBezTo>
                  <a:pt x="11226480" y="9570614"/>
                  <a:pt x="11225468" y="9593065"/>
                  <a:pt x="11210998" y="9606288"/>
                </a:cubicBezTo>
                <a:cubicBezTo>
                  <a:pt x="11196528" y="9619513"/>
                  <a:pt x="11174078" y="9618501"/>
                  <a:pt x="11160854" y="9604030"/>
                </a:cubicBezTo>
                <a:cubicBezTo>
                  <a:pt x="11147630" y="9589559"/>
                  <a:pt x="11148642" y="9567108"/>
                  <a:pt x="11163110" y="9553885"/>
                </a:cubicBezTo>
                <a:cubicBezTo>
                  <a:pt x="11170346" y="9547272"/>
                  <a:pt x="11179576" y="9544219"/>
                  <a:pt x="11188650" y="9544628"/>
                </a:cubicBezTo>
                <a:close/>
                <a:moveTo>
                  <a:pt x="10486142" y="9518357"/>
                </a:moveTo>
                <a:cubicBezTo>
                  <a:pt x="10493840" y="9518704"/>
                  <a:pt x="10501406" y="9521986"/>
                  <a:pt x="10507014" y="9528124"/>
                </a:cubicBezTo>
                <a:cubicBezTo>
                  <a:pt x="10518232" y="9540401"/>
                  <a:pt x="10517374" y="9559445"/>
                  <a:pt x="10505100" y="9570663"/>
                </a:cubicBezTo>
                <a:cubicBezTo>
                  <a:pt x="10492824" y="9581879"/>
                  <a:pt x="10473780" y="9581022"/>
                  <a:pt x="10462562" y="9568746"/>
                </a:cubicBezTo>
                <a:cubicBezTo>
                  <a:pt x="10451344" y="9556471"/>
                  <a:pt x="10452202" y="9537425"/>
                  <a:pt x="10464478" y="9526208"/>
                </a:cubicBezTo>
                <a:cubicBezTo>
                  <a:pt x="10470616" y="9520600"/>
                  <a:pt x="10478444" y="9518010"/>
                  <a:pt x="10486142" y="9518357"/>
                </a:cubicBezTo>
                <a:close/>
                <a:moveTo>
                  <a:pt x="9783696" y="9491212"/>
                </a:moveTo>
                <a:cubicBezTo>
                  <a:pt x="9790248" y="9491508"/>
                  <a:pt x="9796686" y="9494302"/>
                  <a:pt x="9801460" y="9499527"/>
                </a:cubicBezTo>
                <a:cubicBezTo>
                  <a:pt x="9811006" y="9509973"/>
                  <a:pt x="9810274" y="9526181"/>
                  <a:pt x="9799830" y="9535726"/>
                </a:cubicBezTo>
                <a:cubicBezTo>
                  <a:pt x="9789382" y="9545272"/>
                  <a:pt x="9773176" y="9544542"/>
                  <a:pt x="9763630" y="9534096"/>
                </a:cubicBezTo>
                <a:cubicBezTo>
                  <a:pt x="9754082" y="9523649"/>
                  <a:pt x="9754814" y="9507441"/>
                  <a:pt x="9765260" y="9497895"/>
                </a:cubicBezTo>
                <a:cubicBezTo>
                  <a:pt x="9770484" y="9493122"/>
                  <a:pt x="9777146" y="9490917"/>
                  <a:pt x="9783696" y="9491212"/>
                </a:cubicBezTo>
                <a:close/>
                <a:moveTo>
                  <a:pt x="9081190" y="9465602"/>
                </a:moveTo>
                <a:cubicBezTo>
                  <a:pt x="9086202" y="9465827"/>
                  <a:pt x="9091128" y="9467965"/>
                  <a:pt x="9094780" y="9471962"/>
                </a:cubicBezTo>
                <a:cubicBezTo>
                  <a:pt x="9102086" y="9479957"/>
                  <a:pt x="9101528" y="9492357"/>
                  <a:pt x="9093534" y="9499662"/>
                </a:cubicBezTo>
                <a:cubicBezTo>
                  <a:pt x="9085540" y="9506967"/>
                  <a:pt x="9073140" y="9506407"/>
                  <a:pt x="9065836" y="9498413"/>
                </a:cubicBezTo>
                <a:cubicBezTo>
                  <a:pt x="9058532" y="9490420"/>
                  <a:pt x="9059090" y="9478018"/>
                  <a:pt x="9067082" y="9470715"/>
                </a:cubicBezTo>
                <a:cubicBezTo>
                  <a:pt x="9071080" y="9467062"/>
                  <a:pt x="9076178" y="9465375"/>
                  <a:pt x="9081190" y="9465602"/>
                </a:cubicBezTo>
                <a:close/>
                <a:moveTo>
                  <a:pt x="8378702" y="9439353"/>
                </a:moveTo>
                <a:cubicBezTo>
                  <a:pt x="8382338" y="9439517"/>
                  <a:pt x="8385912" y="9441067"/>
                  <a:pt x="8388560" y="9443966"/>
                </a:cubicBezTo>
                <a:cubicBezTo>
                  <a:pt x="8393860" y="9449765"/>
                  <a:pt x="8393454" y="9458761"/>
                  <a:pt x="8387656" y="9464058"/>
                </a:cubicBezTo>
                <a:cubicBezTo>
                  <a:pt x="8381858" y="9469356"/>
                  <a:pt x="8372864" y="9468951"/>
                  <a:pt x="8367564" y="9463153"/>
                </a:cubicBezTo>
                <a:cubicBezTo>
                  <a:pt x="8362266" y="9457355"/>
                  <a:pt x="8362672" y="9448360"/>
                  <a:pt x="8368468" y="9443062"/>
                </a:cubicBezTo>
                <a:cubicBezTo>
                  <a:pt x="8371368" y="9440412"/>
                  <a:pt x="8375066" y="9439189"/>
                  <a:pt x="8378702" y="9439353"/>
                </a:cubicBezTo>
                <a:close/>
                <a:moveTo>
                  <a:pt x="17175582" y="9417684"/>
                </a:moveTo>
                <a:cubicBezTo>
                  <a:pt x="17196082" y="9418608"/>
                  <a:pt x="17216234" y="9427351"/>
                  <a:pt x="17231170" y="9443697"/>
                </a:cubicBezTo>
                <a:cubicBezTo>
                  <a:pt x="17261042" y="9476391"/>
                  <a:pt x="17258758" y="9527110"/>
                  <a:pt x="17226066" y="9556983"/>
                </a:cubicBezTo>
                <a:cubicBezTo>
                  <a:pt x="17193374" y="9586857"/>
                  <a:pt x="17142654" y="9584573"/>
                  <a:pt x="17112782" y="9551881"/>
                </a:cubicBezTo>
                <a:cubicBezTo>
                  <a:pt x="17082906" y="9519190"/>
                  <a:pt x="17085190" y="9468469"/>
                  <a:pt x="17117882" y="9438595"/>
                </a:cubicBezTo>
                <a:cubicBezTo>
                  <a:pt x="17134230" y="9423658"/>
                  <a:pt x="17155082" y="9416762"/>
                  <a:pt x="17175582" y="9417684"/>
                </a:cubicBezTo>
                <a:close/>
                <a:moveTo>
                  <a:pt x="7669972" y="9415535"/>
                </a:moveTo>
                <a:cubicBezTo>
                  <a:pt x="7673504" y="9412308"/>
                  <a:pt x="7678984" y="9412554"/>
                  <a:pt x="7682210" y="9416086"/>
                </a:cubicBezTo>
                <a:cubicBezTo>
                  <a:pt x="7685438" y="9419617"/>
                  <a:pt x="7685190" y="9425097"/>
                  <a:pt x="7681658" y="9428324"/>
                </a:cubicBezTo>
                <a:cubicBezTo>
                  <a:pt x="7678126" y="9431551"/>
                  <a:pt x="7672648" y="9431304"/>
                  <a:pt x="7669420" y="9427773"/>
                </a:cubicBezTo>
                <a:cubicBezTo>
                  <a:pt x="7666194" y="9424241"/>
                  <a:pt x="7666440" y="9418762"/>
                  <a:pt x="7669972" y="9415535"/>
                </a:cubicBezTo>
                <a:close/>
                <a:moveTo>
                  <a:pt x="16473098" y="9391437"/>
                </a:moveTo>
                <a:cubicBezTo>
                  <a:pt x="16492222" y="9392299"/>
                  <a:pt x="16511018" y="9400456"/>
                  <a:pt x="16524950" y="9415704"/>
                </a:cubicBezTo>
                <a:cubicBezTo>
                  <a:pt x="16552818" y="9446201"/>
                  <a:pt x="16550690" y="9493515"/>
                  <a:pt x="16520194" y="9521383"/>
                </a:cubicBezTo>
                <a:cubicBezTo>
                  <a:pt x="16489694" y="9549251"/>
                  <a:pt x="16442382" y="9547120"/>
                  <a:pt x="16414514" y="9516623"/>
                </a:cubicBezTo>
                <a:cubicBezTo>
                  <a:pt x="16386646" y="9486126"/>
                  <a:pt x="16388778" y="9438814"/>
                  <a:pt x="16419274" y="9410945"/>
                </a:cubicBezTo>
                <a:cubicBezTo>
                  <a:pt x="16434522" y="9397011"/>
                  <a:pt x="16453974" y="9390577"/>
                  <a:pt x="16473098" y="9391437"/>
                </a:cubicBezTo>
                <a:close/>
                <a:moveTo>
                  <a:pt x="6972366" y="9389036"/>
                </a:moveTo>
                <a:cubicBezTo>
                  <a:pt x="6973078" y="9388387"/>
                  <a:pt x="6974184" y="9388436"/>
                  <a:pt x="6974834" y="9389147"/>
                </a:cubicBezTo>
                <a:cubicBezTo>
                  <a:pt x="6975484" y="9389859"/>
                  <a:pt x="6975434" y="9390962"/>
                  <a:pt x="6974722" y="9391613"/>
                </a:cubicBezTo>
                <a:cubicBezTo>
                  <a:pt x="6974010" y="9392263"/>
                  <a:pt x="6972906" y="9392215"/>
                  <a:pt x="6972254" y="9391503"/>
                </a:cubicBezTo>
                <a:cubicBezTo>
                  <a:pt x="6971604" y="9390792"/>
                  <a:pt x="6971654" y="9389688"/>
                  <a:pt x="6972366" y="9389036"/>
                </a:cubicBezTo>
                <a:close/>
                <a:moveTo>
                  <a:pt x="15770562" y="9365796"/>
                </a:moveTo>
                <a:cubicBezTo>
                  <a:pt x="15788146" y="9366589"/>
                  <a:pt x="15805430" y="9374089"/>
                  <a:pt x="15818242" y="9388111"/>
                </a:cubicBezTo>
                <a:cubicBezTo>
                  <a:pt x="15843870" y="9416155"/>
                  <a:pt x="15841910" y="9459660"/>
                  <a:pt x="15813866" y="9485287"/>
                </a:cubicBezTo>
                <a:cubicBezTo>
                  <a:pt x="15785826" y="9510913"/>
                  <a:pt x="15742318" y="9508954"/>
                  <a:pt x="15716690" y="9480911"/>
                </a:cubicBezTo>
                <a:cubicBezTo>
                  <a:pt x="15691066" y="9452867"/>
                  <a:pt x="15693026" y="9409360"/>
                  <a:pt x="15721066" y="9383734"/>
                </a:cubicBezTo>
                <a:cubicBezTo>
                  <a:pt x="15735090" y="9370921"/>
                  <a:pt x="15752978" y="9365004"/>
                  <a:pt x="15770562" y="9365796"/>
                </a:cubicBezTo>
                <a:close/>
                <a:moveTo>
                  <a:pt x="15068078" y="9339550"/>
                </a:moveTo>
                <a:cubicBezTo>
                  <a:pt x="15084286" y="9340280"/>
                  <a:pt x="15100214" y="9347194"/>
                  <a:pt x="15112026" y="9360118"/>
                </a:cubicBezTo>
                <a:cubicBezTo>
                  <a:pt x="15135646" y="9385966"/>
                  <a:pt x="15133842" y="9426067"/>
                  <a:pt x="15107994" y="9449687"/>
                </a:cubicBezTo>
                <a:cubicBezTo>
                  <a:pt x="15082142" y="9473307"/>
                  <a:pt x="15042042" y="9471501"/>
                  <a:pt x="15018422" y="9445653"/>
                </a:cubicBezTo>
                <a:cubicBezTo>
                  <a:pt x="14994802" y="9419805"/>
                  <a:pt x="14996610" y="9379703"/>
                  <a:pt x="15022458" y="9356083"/>
                </a:cubicBezTo>
                <a:cubicBezTo>
                  <a:pt x="15035382" y="9344273"/>
                  <a:pt x="15051870" y="9338820"/>
                  <a:pt x="15068078" y="9339550"/>
                </a:cubicBezTo>
                <a:close/>
                <a:moveTo>
                  <a:pt x="14365592" y="9313303"/>
                </a:moveTo>
                <a:cubicBezTo>
                  <a:pt x="14380424" y="9313971"/>
                  <a:pt x="14395000" y="9320297"/>
                  <a:pt x="14405808" y="9332125"/>
                </a:cubicBezTo>
                <a:cubicBezTo>
                  <a:pt x="14427422" y="9355776"/>
                  <a:pt x="14425768" y="9392473"/>
                  <a:pt x="14402118" y="9414087"/>
                </a:cubicBezTo>
                <a:cubicBezTo>
                  <a:pt x="14378464" y="9435702"/>
                  <a:pt x="14341770" y="9434048"/>
                  <a:pt x="14320156" y="9410395"/>
                </a:cubicBezTo>
                <a:cubicBezTo>
                  <a:pt x="14298542" y="9386743"/>
                  <a:pt x="14300194" y="9350046"/>
                  <a:pt x="14323846" y="9328433"/>
                </a:cubicBezTo>
                <a:cubicBezTo>
                  <a:pt x="14335674" y="9317625"/>
                  <a:pt x="14350760" y="9312635"/>
                  <a:pt x="14365592" y="9313303"/>
                </a:cubicBezTo>
                <a:close/>
                <a:moveTo>
                  <a:pt x="13663098" y="9287233"/>
                </a:moveTo>
                <a:cubicBezTo>
                  <a:pt x="13676510" y="9287837"/>
                  <a:pt x="13689690" y="9293557"/>
                  <a:pt x="13699462" y="9304250"/>
                </a:cubicBezTo>
                <a:cubicBezTo>
                  <a:pt x="13719004" y="9325636"/>
                  <a:pt x="13717510" y="9358814"/>
                  <a:pt x="13696124" y="9378358"/>
                </a:cubicBezTo>
                <a:cubicBezTo>
                  <a:pt x="13674738" y="9397900"/>
                  <a:pt x="13641558" y="9396407"/>
                  <a:pt x="13622016" y="9375021"/>
                </a:cubicBezTo>
                <a:cubicBezTo>
                  <a:pt x="13602472" y="9353635"/>
                  <a:pt x="13603966" y="9320456"/>
                  <a:pt x="13625354" y="9300913"/>
                </a:cubicBezTo>
                <a:cubicBezTo>
                  <a:pt x="13636046" y="9291141"/>
                  <a:pt x="13649688" y="9286629"/>
                  <a:pt x="13663098" y="9287233"/>
                </a:cubicBezTo>
                <a:close/>
                <a:moveTo>
                  <a:pt x="12960634" y="9260545"/>
                </a:moveTo>
                <a:cubicBezTo>
                  <a:pt x="12972780" y="9261092"/>
                  <a:pt x="12984718" y="9266273"/>
                  <a:pt x="12993570" y="9275959"/>
                </a:cubicBezTo>
                <a:cubicBezTo>
                  <a:pt x="13011270" y="9295329"/>
                  <a:pt x="13009916" y="9325382"/>
                  <a:pt x="12990548" y="9343081"/>
                </a:cubicBezTo>
                <a:cubicBezTo>
                  <a:pt x="12971176" y="9360784"/>
                  <a:pt x="12941126" y="9359429"/>
                  <a:pt x="12923424" y="9340058"/>
                </a:cubicBezTo>
                <a:cubicBezTo>
                  <a:pt x="12905724" y="9320687"/>
                  <a:pt x="12907078" y="9290635"/>
                  <a:pt x="12926448" y="9272935"/>
                </a:cubicBezTo>
                <a:cubicBezTo>
                  <a:pt x="12936132" y="9264084"/>
                  <a:pt x="12948488" y="9259998"/>
                  <a:pt x="12960634" y="9260545"/>
                </a:cubicBezTo>
                <a:close/>
                <a:moveTo>
                  <a:pt x="12258076" y="9235394"/>
                </a:moveTo>
                <a:cubicBezTo>
                  <a:pt x="12268572" y="9235867"/>
                  <a:pt x="12278886" y="9240344"/>
                  <a:pt x="12286534" y="9248712"/>
                </a:cubicBezTo>
                <a:cubicBezTo>
                  <a:pt x="12301830" y="9265449"/>
                  <a:pt x="12300660" y="9291417"/>
                  <a:pt x="12283922" y="9306712"/>
                </a:cubicBezTo>
                <a:cubicBezTo>
                  <a:pt x="12267184" y="9322006"/>
                  <a:pt x="12241216" y="9320837"/>
                  <a:pt x="12225922" y="9304100"/>
                </a:cubicBezTo>
                <a:cubicBezTo>
                  <a:pt x="12210628" y="9287362"/>
                  <a:pt x="12211796" y="9261395"/>
                  <a:pt x="12228534" y="9246100"/>
                </a:cubicBezTo>
                <a:cubicBezTo>
                  <a:pt x="12236904" y="9238453"/>
                  <a:pt x="12247580" y="9234921"/>
                  <a:pt x="12258076" y="9235394"/>
                </a:cubicBezTo>
                <a:close/>
                <a:moveTo>
                  <a:pt x="11555584" y="9209321"/>
                </a:moveTo>
                <a:cubicBezTo>
                  <a:pt x="11564660" y="9209730"/>
                  <a:pt x="11573578" y="9213601"/>
                  <a:pt x="11580190" y="9220837"/>
                </a:cubicBezTo>
                <a:cubicBezTo>
                  <a:pt x="11593414" y="9235307"/>
                  <a:pt x="11592402" y="9257759"/>
                  <a:pt x="11577932" y="9270981"/>
                </a:cubicBezTo>
                <a:cubicBezTo>
                  <a:pt x="11563460" y="9284205"/>
                  <a:pt x="11541012" y="9283194"/>
                  <a:pt x="11527788" y="9268723"/>
                </a:cubicBezTo>
                <a:cubicBezTo>
                  <a:pt x="11514564" y="9254251"/>
                  <a:pt x="11515574" y="9231800"/>
                  <a:pt x="11530044" y="9218578"/>
                </a:cubicBezTo>
                <a:cubicBezTo>
                  <a:pt x="11537280" y="9211965"/>
                  <a:pt x="11546510" y="9208911"/>
                  <a:pt x="11555584" y="9209321"/>
                </a:cubicBezTo>
                <a:close/>
                <a:moveTo>
                  <a:pt x="10853076" y="9183049"/>
                </a:moveTo>
                <a:cubicBezTo>
                  <a:pt x="10860774" y="9183396"/>
                  <a:pt x="10868338" y="9186680"/>
                  <a:pt x="10873948" y="9192817"/>
                </a:cubicBezTo>
                <a:cubicBezTo>
                  <a:pt x="10885166" y="9205093"/>
                  <a:pt x="10884308" y="9224137"/>
                  <a:pt x="10872032" y="9235355"/>
                </a:cubicBezTo>
                <a:cubicBezTo>
                  <a:pt x="10859758" y="9246572"/>
                  <a:pt x="10840712" y="9245715"/>
                  <a:pt x="10829494" y="9233438"/>
                </a:cubicBezTo>
                <a:cubicBezTo>
                  <a:pt x="10818278" y="9221163"/>
                  <a:pt x="10819136" y="9202117"/>
                  <a:pt x="10831410" y="9190901"/>
                </a:cubicBezTo>
                <a:cubicBezTo>
                  <a:pt x="10837548" y="9185292"/>
                  <a:pt x="10845378" y="9182702"/>
                  <a:pt x="10853076" y="9183049"/>
                </a:cubicBezTo>
                <a:close/>
                <a:moveTo>
                  <a:pt x="10150632" y="9155904"/>
                </a:moveTo>
                <a:cubicBezTo>
                  <a:pt x="10157184" y="9156199"/>
                  <a:pt x="10163622" y="9158994"/>
                  <a:pt x="10168394" y="9164218"/>
                </a:cubicBezTo>
                <a:cubicBezTo>
                  <a:pt x="10177940" y="9174664"/>
                  <a:pt x="10177210" y="9190871"/>
                  <a:pt x="10166764" y="9200417"/>
                </a:cubicBezTo>
                <a:cubicBezTo>
                  <a:pt x="10156316" y="9209964"/>
                  <a:pt x="10140110" y="9209233"/>
                  <a:pt x="10130564" y="9198787"/>
                </a:cubicBezTo>
                <a:cubicBezTo>
                  <a:pt x="10121018" y="9188339"/>
                  <a:pt x="10121748" y="9172132"/>
                  <a:pt x="10132194" y="9162587"/>
                </a:cubicBezTo>
                <a:cubicBezTo>
                  <a:pt x="10137418" y="9157813"/>
                  <a:pt x="10144082" y="9155609"/>
                  <a:pt x="10150632" y="9155904"/>
                </a:cubicBezTo>
                <a:close/>
                <a:moveTo>
                  <a:pt x="9448124" y="9130295"/>
                </a:moveTo>
                <a:cubicBezTo>
                  <a:pt x="9453136" y="9130520"/>
                  <a:pt x="9458062" y="9132658"/>
                  <a:pt x="9461714" y="9136654"/>
                </a:cubicBezTo>
                <a:cubicBezTo>
                  <a:pt x="9469018" y="9144649"/>
                  <a:pt x="9468460" y="9157051"/>
                  <a:pt x="9460468" y="9164355"/>
                </a:cubicBezTo>
                <a:cubicBezTo>
                  <a:pt x="9452474" y="9171660"/>
                  <a:pt x="9440074" y="9171100"/>
                  <a:pt x="9432768" y="9163106"/>
                </a:cubicBezTo>
                <a:cubicBezTo>
                  <a:pt x="9425464" y="9155113"/>
                  <a:pt x="9426022" y="9142710"/>
                  <a:pt x="9434016" y="9135407"/>
                </a:cubicBezTo>
                <a:cubicBezTo>
                  <a:pt x="9438014" y="9131755"/>
                  <a:pt x="9443112" y="9130069"/>
                  <a:pt x="9448124" y="9130295"/>
                </a:cubicBezTo>
                <a:close/>
                <a:moveTo>
                  <a:pt x="8745636" y="9104045"/>
                </a:moveTo>
                <a:cubicBezTo>
                  <a:pt x="8749272" y="9104209"/>
                  <a:pt x="8752846" y="9105760"/>
                  <a:pt x="8755496" y="9108658"/>
                </a:cubicBezTo>
                <a:cubicBezTo>
                  <a:pt x="8760794" y="9114456"/>
                  <a:pt x="8760388" y="9123452"/>
                  <a:pt x="8754590" y="9128750"/>
                </a:cubicBezTo>
                <a:cubicBezTo>
                  <a:pt x="8748794" y="9134048"/>
                  <a:pt x="8739798" y="9133642"/>
                  <a:pt x="8734500" y="9127844"/>
                </a:cubicBezTo>
                <a:cubicBezTo>
                  <a:pt x="8729200" y="9122046"/>
                  <a:pt x="8729606" y="9113051"/>
                  <a:pt x="8735404" y="9107754"/>
                </a:cubicBezTo>
                <a:cubicBezTo>
                  <a:pt x="8738304" y="9105104"/>
                  <a:pt x="8742002" y="9103881"/>
                  <a:pt x="8745636" y="9104045"/>
                </a:cubicBezTo>
                <a:close/>
                <a:moveTo>
                  <a:pt x="8036906" y="9080226"/>
                </a:moveTo>
                <a:cubicBezTo>
                  <a:pt x="8040438" y="9076999"/>
                  <a:pt x="8045918" y="9077245"/>
                  <a:pt x="8049146" y="9080777"/>
                </a:cubicBezTo>
                <a:cubicBezTo>
                  <a:pt x="8052372" y="9084308"/>
                  <a:pt x="8052124" y="9089788"/>
                  <a:pt x="8048594" y="9093015"/>
                </a:cubicBezTo>
                <a:cubicBezTo>
                  <a:pt x="8045062" y="9096243"/>
                  <a:pt x="8039582" y="9095996"/>
                  <a:pt x="8036356" y="9092463"/>
                </a:cubicBezTo>
                <a:cubicBezTo>
                  <a:pt x="8033128" y="9088932"/>
                  <a:pt x="8033376" y="9083453"/>
                  <a:pt x="8036906" y="9080226"/>
                </a:cubicBezTo>
                <a:close/>
                <a:moveTo>
                  <a:pt x="16840022" y="9056306"/>
                </a:moveTo>
                <a:cubicBezTo>
                  <a:pt x="16859102" y="9057164"/>
                  <a:pt x="16877854" y="9065303"/>
                  <a:pt x="16891754" y="9080515"/>
                </a:cubicBezTo>
                <a:cubicBezTo>
                  <a:pt x="16919558" y="9110941"/>
                  <a:pt x="16917434" y="9158144"/>
                  <a:pt x="16887006" y="9185947"/>
                </a:cubicBezTo>
                <a:cubicBezTo>
                  <a:pt x="16856582" y="9213749"/>
                  <a:pt x="16809378" y="9211623"/>
                  <a:pt x="16781574" y="9181198"/>
                </a:cubicBezTo>
                <a:cubicBezTo>
                  <a:pt x="16753774" y="9150773"/>
                  <a:pt x="16755898" y="9103570"/>
                  <a:pt x="16786326" y="9075766"/>
                </a:cubicBezTo>
                <a:cubicBezTo>
                  <a:pt x="16801538" y="9061864"/>
                  <a:pt x="16820946" y="9055446"/>
                  <a:pt x="16840022" y="9056306"/>
                </a:cubicBezTo>
                <a:close/>
                <a:moveTo>
                  <a:pt x="7339326" y="9053704"/>
                </a:moveTo>
                <a:cubicBezTo>
                  <a:pt x="7340038" y="9053054"/>
                  <a:pt x="7341144" y="9053104"/>
                  <a:pt x="7341794" y="9053814"/>
                </a:cubicBezTo>
                <a:cubicBezTo>
                  <a:pt x="7342444" y="9054527"/>
                  <a:pt x="7342394" y="9055630"/>
                  <a:pt x="7341682" y="9056281"/>
                </a:cubicBezTo>
                <a:cubicBezTo>
                  <a:pt x="7340970" y="9056931"/>
                  <a:pt x="7339866" y="9056882"/>
                  <a:pt x="7339216" y="9056170"/>
                </a:cubicBezTo>
                <a:cubicBezTo>
                  <a:pt x="7338566" y="9055459"/>
                  <a:pt x="7338614" y="9054356"/>
                  <a:pt x="7339326" y="9053704"/>
                </a:cubicBezTo>
                <a:close/>
                <a:moveTo>
                  <a:pt x="16137494" y="9030490"/>
                </a:moveTo>
                <a:cubicBezTo>
                  <a:pt x="16155078" y="9031283"/>
                  <a:pt x="16172366" y="9038783"/>
                  <a:pt x="16185178" y="9052805"/>
                </a:cubicBezTo>
                <a:cubicBezTo>
                  <a:pt x="16210802" y="9080848"/>
                  <a:pt x="16208846" y="9124355"/>
                  <a:pt x="16180802" y="9149981"/>
                </a:cubicBezTo>
                <a:cubicBezTo>
                  <a:pt x="16152758" y="9175607"/>
                  <a:pt x="16109250" y="9173647"/>
                  <a:pt x="16083626" y="9145604"/>
                </a:cubicBezTo>
                <a:cubicBezTo>
                  <a:pt x="16057998" y="9117561"/>
                  <a:pt x="16059958" y="9074053"/>
                  <a:pt x="16088002" y="9048427"/>
                </a:cubicBezTo>
                <a:cubicBezTo>
                  <a:pt x="16102022" y="9035614"/>
                  <a:pt x="16119910" y="9029698"/>
                  <a:pt x="16137494" y="9030490"/>
                </a:cubicBezTo>
                <a:close/>
                <a:moveTo>
                  <a:pt x="15435010" y="9004242"/>
                </a:moveTo>
                <a:cubicBezTo>
                  <a:pt x="15451222" y="9004973"/>
                  <a:pt x="15467150" y="9011887"/>
                  <a:pt x="15478962" y="9024810"/>
                </a:cubicBezTo>
                <a:cubicBezTo>
                  <a:pt x="15502582" y="9050657"/>
                  <a:pt x="15500774" y="9090759"/>
                  <a:pt x="15474926" y="9114380"/>
                </a:cubicBezTo>
                <a:cubicBezTo>
                  <a:pt x="15449078" y="9138000"/>
                  <a:pt x="15408978" y="9136193"/>
                  <a:pt x="15385358" y="9110345"/>
                </a:cubicBezTo>
                <a:cubicBezTo>
                  <a:pt x="15361738" y="9084498"/>
                  <a:pt x="15363542" y="9044396"/>
                  <a:pt x="15389390" y="9020776"/>
                </a:cubicBezTo>
                <a:cubicBezTo>
                  <a:pt x="15402314" y="9008966"/>
                  <a:pt x="15418802" y="9003512"/>
                  <a:pt x="15435010" y="9004242"/>
                </a:cubicBezTo>
                <a:close/>
                <a:moveTo>
                  <a:pt x="14732518" y="8978169"/>
                </a:moveTo>
                <a:cubicBezTo>
                  <a:pt x="14747306" y="8978835"/>
                  <a:pt x="14761840" y="8985143"/>
                  <a:pt x="14772614" y="8996934"/>
                </a:cubicBezTo>
                <a:cubicBezTo>
                  <a:pt x="14794164" y="9020514"/>
                  <a:pt x="14792516" y="9057100"/>
                  <a:pt x="14768934" y="9078649"/>
                </a:cubicBezTo>
                <a:cubicBezTo>
                  <a:pt x="14745352" y="9100199"/>
                  <a:pt x="14708766" y="9098551"/>
                  <a:pt x="14687218" y="9074970"/>
                </a:cubicBezTo>
                <a:cubicBezTo>
                  <a:pt x="14665668" y="9051388"/>
                  <a:pt x="14667316" y="9014804"/>
                  <a:pt x="14690898" y="8993253"/>
                </a:cubicBezTo>
                <a:cubicBezTo>
                  <a:pt x="14702690" y="8982479"/>
                  <a:pt x="14717732" y="8977503"/>
                  <a:pt x="14732518" y="8978169"/>
                </a:cubicBezTo>
                <a:close/>
                <a:moveTo>
                  <a:pt x="14030034" y="8951923"/>
                </a:moveTo>
                <a:cubicBezTo>
                  <a:pt x="14043446" y="8952528"/>
                  <a:pt x="14056626" y="8958248"/>
                  <a:pt x="14066398" y="8968941"/>
                </a:cubicBezTo>
                <a:cubicBezTo>
                  <a:pt x="14085940" y="8990326"/>
                  <a:pt x="14084446" y="9023506"/>
                  <a:pt x="14063058" y="9043049"/>
                </a:cubicBezTo>
                <a:cubicBezTo>
                  <a:pt x="14041674" y="9062592"/>
                  <a:pt x="14008492" y="9061098"/>
                  <a:pt x="13988950" y="9039712"/>
                </a:cubicBezTo>
                <a:cubicBezTo>
                  <a:pt x="13969408" y="9018327"/>
                  <a:pt x="13970902" y="8985146"/>
                  <a:pt x="13992288" y="8965604"/>
                </a:cubicBezTo>
                <a:cubicBezTo>
                  <a:pt x="14002980" y="8955833"/>
                  <a:pt x="14016622" y="8951320"/>
                  <a:pt x="14030034" y="8951923"/>
                </a:cubicBezTo>
                <a:close/>
                <a:moveTo>
                  <a:pt x="13327482" y="8927207"/>
                </a:moveTo>
                <a:cubicBezTo>
                  <a:pt x="13339124" y="8927731"/>
                  <a:pt x="13350568" y="8932697"/>
                  <a:pt x="13359050" y="8941981"/>
                </a:cubicBezTo>
                <a:cubicBezTo>
                  <a:pt x="13376016" y="8960547"/>
                  <a:pt x="13374718" y="8989352"/>
                  <a:pt x="13356150" y="9006318"/>
                </a:cubicBezTo>
                <a:cubicBezTo>
                  <a:pt x="13337584" y="9023283"/>
                  <a:pt x="13308780" y="9021987"/>
                  <a:pt x="13291814" y="9003421"/>
                </a:cubicBezTo>
                <a:cubicBezTo>
                  <a:pt x="13274848" y="8984855"/>
                  <a:pt x="13276146" y="8956050"/>
                  <a:pt x="13294712" y="8939084"/>
                </a:cubicBezTo>
                <a:cubicBezTo>
                  <a:pt x="13303994" y="8930601"/>
                  <a:pt x="13315838" y="8926683"/>
                  <a:pt x="13327482" y="8927207"/>
                </a:cubicBezTo>
                <a:close/>
                <a:moveTo>
                  <a:pt x="12625036" y="8900062"/>
                </a:moveTo>
                <a:cubicBezTo>
                  <a:pt x="12635532" y="8900534"/>
                  <a:pt x="12645848" y="8905012"/>
                  <a:pt x="12653496" y="8913380"/>
                </a:cubicBezTo>
                <a:cubicBezTo>
                  <a:pt x="12668790" y="8930117"/>
                  <a:pt x="12667620" y="8956085"/>
                  <a:pt x="12650884" y="8971380"/>
                </a:cubicBezTo>
                <a:cubicBezTo>
                  <a:pt x="12634146" y="8986674"/>
                  <a:pt x="12608178" y="8985506"/>
                  <a:pt x="12592884" y="8968769"/>
                </a:cubicBezTo>
                <a:cubicBezTo>
                  <a:pt x="12577588" y="8952030"/>
                  <a:pt x="12578758" y="8926063"/>
                  <a:pt x="12595496" y="8910768"/>
                </a:cubicBezTo>
                <a:cubicBezTo>
                  <a:pt x="12603864" y="8903121"/>
                  <a:pt x="12614542" y="8899589"/>
                  <a:pt x="12625036" y="8900062"/>
                </a:cubicBezTo>
                <a:close/>
                <a:moveTo>
                  <a:pt x="11922572" y="8872767"/>
                </a:moveTo>
                <a:cubicBezTo>
                  <a:pt x="11931966" y="8873191"/>
                  <a:pt x="11941200" y="8877197"/>
                  <a:pt x="11948044" y="8884686"/>
                </a:cubicBezTo>
                <a:cubicBezTo>
                  <a:pt x="11961732" y="8899667"/>
                  <a:pt x="11960686" y="8922908"/>
                  <a:pt x="11945706" y="8936595"/>
                </a:cubicBezTo>
                <a:cubicBezTo>
                  <a:pt x="11930726" y="8950285"/>
                  <a:pt x="11907486" y="8949237"/>
                  <a:pt x="11893798" y="8934257"/>
                </a:cubicBezTo>
                <a:cubicBezTo>
                  <a:pt x="11880108" y="8919277"/>
                  <a:pt x="11881154" y="8896038"/>
                  <a:pt x="11896134" y="8882349"/>
                </a:cubicBezTo>
                <a:cubicBezTo>
                  <a:pt x="11903624" y="8875504"/>
                  <a:pt x="11913180" y="8872344"/>
                  <a:pt x="11922572" y="8872767"/>
                </a:cubicBezTo>
                <a:close/>
                <a:moveTo>
                  <a:pt x="11220010" y="8847742"/>
                </a:moveTo>
                <a:cubicBezTo>
                  <a:pt x="11227708" y="8848088"/>
                  <a:pt x="11235274" y="8851372"/>
                  <a:pt x="11240882" y="8857510"/>
                </a:cubicBezTo>
                <a:cubicBezTo>
                  <a:pt x="11252100" y="8869785"/>
                  <a:pt x="11251242" y="8888830"/>
                  <a:pt x="11238968" y="8900047"/>
                </a:cubicBezTo>
                <a:cubicBezTo>
                  <a:pt x="11226692" y="8911265"/>
                  <a:pt x="11207648" y="8910407"/>
                  <a:pt x="11196430" y="8898131"/>
                </a:cubicBezTo>
                <a:cubicBezTo>
                  <a:pt x="11185212" y="8885855"/>
                  <a:pt x="11186070" y="8866810"/>
                  <a:pt x="11198346" y="8855593"/>
                </a:cubicBezTo>
                <a:cubicBezTo>
                  <a:pt x="11204482" y="8849985"/>
                  <a:pt x="11212312" y="8847395"/>
                  <a:pt x="11220010" y="8847742"/>
                </a:cubicBezTo>
                <a:close/>
                <a:moveTo>
                  <a:pt x="10517566" y="8820596"/>
                </a:moveTo>
                <a:cubicBezTo>
                  <a:pt x="10524118" y="8820891"/>
                  <a:pt x="10530556" y="8823686"/>
                  <a:pt x="10535328" y="8828909"/>
                </a:cubicBezTo>
                <a:cubicBezTo>
                  <a:pt x="10544874" y="8839355"/>
                  <a:pt x="10544144" y="8855564"/>
                  <a:pt x="10533698" y="8865109"/>
                </a:cubicBezTo>
                <a:cubicBezTo>
                  <a:pt x="10523252" y="8874655"/>
                  <a:pt x="10507044" y="8873925"/>
                  <a:pt x="10497498" y="8863479"/>
                </a:cubicBezTo>
                <a:cubicBezTo>
                  <a:pt x="10487952" y="8853031"/>
                  <a:pt x="10488682" y="8836823"/>
                  <a:pt x="10499128" y="8827278"/>
                </a:cubicBezTo>
                <a:cubicBezTo>
                  <a:pt x="10504352" y="8822504"/>
                  <a:pt x="10511016" y="8820301"/>
                  <a:pt x="10517566" y="8820596"/>
                </a:cubicBezTo>
                <a:close/>
                <a:moveTo>
                  <a:pt x="9815058" y="8794987"/>
                </a:moveTo>
                <a:cubicBezTo>
                  <a:pt x="9820070" y="8795212"/>
                  <a:pt x="9824996" y="8797351"/>
                  <a:pt x="9828648" y="8801347"/>
                </a:cubicBezTo>
                <a:cubicBezTo>
                  <a:pt x="9835954" y="8809341"/>
                  <a:pt x="9835396" y="8821743"/>
                  <a:pt x="9827402" y="8829048"/>
                </a:cubicBezTo>
                <a:cubicBezTo>
                  <a:pt x="9819408" y="8836351"/>
                  <a:pt x="9807008" y="8835791"/>
                  <a:pt x="9799704" y="8827798"/>
                </a:cubicBezTo>
                <a:cubicBezTo>
                  <a:pt x="9792400" y="8819806"/>
                  <a:pt x="9792958" y="8807403"/>
                  <a:pt x="9800950" y="8800099"/>
                </a:cubicBezTo>
                <a:cubicBezTo>
                  <a:pt x="9804948" y="8796447"/>
                  <a:pt x="9810046" y="8794760"/>
                  <a:pt x="9815058" y="8794987"/>
                </a:cubicBezTo>
                <a:close/>
                <a:moveTo>
                  <a:pt x="9112570" y="8768738"/>
                </a:moveTo>
                <a:cubicBezTo>
                  <a:pt x="9116206" y="8768901"/>
                  <a:pt x="9119780" y="8770452"/>
                  <a:pt x="9122428" y="8773351"/>
                </a:cubicBezTo>
                <a:cubicBezTo>
                  <a:pt x="9127728" y="8779149"/>
                  <a:pt x="9127322" y="8788145"/>
                  <a:pt x="9121524" y="8793443"/>
                </a:cubicBezTo>
                <a:cubicBezTo>
                  <a:pt x="9115726" y="8798741"/>
                  <a:pt x="9106730" y="8798336"/>
                  <a:pt x="9101432" y="8792538"/>
                </a:cubicBezTo>
                <a:cubicBezTo>
                  <a:pt x="9096134" y="8786739"/>
                  <a:pt x="9096540" y="8777744"/>
                  <a:pt x="9102336" y="8772446"/>
                </a:cubicBezTo>
                <a:cubicBezTo>
                  <a:pt x="9105236" y="8769796"/>
                  <a:pt x="9108934" y="8768573"/>
                  <a:pt x="9112570" y="8768738"/>
                </a:cubicBezTo>
                <a:close/>
                <a:moveTo>
                  <a:pt x="8403840" y="8744919"/>
                </a:moveTo>
                <a:cubicBezTo>
                  <a:pt x="8407372" y="8741692"/>
                  <a:pt x="8412850" y="8741939"/>
                  <a:pt x="8416078" y="8745470"/>
                </a:cubicBezTo>
                <a:cubicBezTo>
                  <a:pt x="8419304" y="8749002"/>
                  <a:pt x="8419058" y="8754481"/>
                  <a:pt x="8415526" y="8757708"/>
                </a:cubicBezTo>
                <a:cubicBezTo>
                  <a:pt x="8411994" y="8760935"/>
                  <a:pt x="8406516" y="8760689"/>
                  <a:pt x="8403288" y="8757157"/>
                </a:cubicBezTo>
                <a:cubicBezTo>
                  <a:pt x="8400062" y="8753626"/>
                  <a:pt x="8400308" y="8748146"/>
                  <a:pt x="8403840" y="8744919"/>
                </a:cubicBezTo>
                <a:close/>
                <a:moveTo>
                  <a:pt x="17206990" y="8720799"/>
                </a:moveTo>
                <a:cubicBezTo>
                  <a:pt x="17226118" y="8721660"/>
                  <a:pt x="17244910" y="8729817"/>
                  <a:pt x="17258846" y="8745065"/>
                </a:cubicBezTo>
                <a:cubicBezTo>
                  <a:pt x="17286714" y="8775561"/>
                  <a:pt x="17284582" y="8822876"/>
                  <a:pt x="17254086" y="8850744"/>
                </a:cubicBezTo>
                <a:cubicBezTo>
                  <a:pt x="17223590" y="8878612"/>
                  <a:pt x="17176274" y="8876480"/>
                  <a:pt x="17148406" y="8845983"/>
                </a:cubicBezTo>
                <a:cubicBezTo>
                  <a:pt x="17120538" y="8815486"/>
                  <a:pt x="17122670" y="8768174"/>
                  <a:pt x="17153166" y="8740306"/>
                </a:cubicBezTo>
                <a:cubicBezTo>
                  <a:pt x="17168414" y="8726372"/>
                  <a:pt x="17187866" y="8719938"/>
                  <a:pt x="17206990" y="8720799"/>
                </a:cubicBezTo>
                <a:close/>
                <a:moveTo>
                  <a:pt x="7706262" y="8718396"/>
                </a:moveTo>
                <a:cubicBezTo>
                  <a:pt x="7706974" y="8717745"/>
                  <a:pt x="7708078" y="8717794"/>
                  <a:pt x="7708728" y="8718506"/>
                </a:cubicBezTo>
                <a:cubicBezTo>
                  <a:pt x="7709380" y="8719218"/>
                  <a:pt x="7709330" y="8720321"/>
                  <a:pt x="7708616" y="8720973"/>
                </a:cubicBezTo>
                <a:cubicBezTo>
                  <a:pt x="7707906" y="8721622"/>
                  <a:pt x="7706802" y="8721573"/>
                  <a:pt x="7706150" y="8720862"/>
                </a:cubicBezTo>
                <a:cubicBezTo>
                  <a:pt x="7705500" y="8720150"/>
                  <a:pt x="7705550" y="8719047"/>
                  <a:pt x="7706262" y="8718396"/>
                </a:cubicBezTo>
                <a:close/>
                <a:moveTo>
                  <a:pt x="16504430" y="8695180"/>
                </a:moveTo>
                <a:cubicBezTo>
                  <a:pt x="16522014" y="8695973"/>
                  <a:pt x="16539298" y="8703473"/>
                  <a:pt x="16552110" y="8717494"/>
                </a:cubicBezTo>
                <a:cubicBezTo>
                  <a:pt x="16577738" y="8745538"/>
                  <a:pt x="16575778" y="8789045"/>
                  <a:pt x="16547734" y="8814671"/>
                </a:cubicBezTo>
                <a:cubicBezTo>
                  <a:pt x="16519694" y="8840298"/>
                  <a:pt x="16476186" y="8838337"/>
                  <a:pt x="16450558" y="8810294"/>
                </a:cubicBezTo>
                <a:cubicBezTo>
                  <a:pt x="16424934" y="8782251"/>
                  <a:pt x="16426894" y="8738744"/>
                  <a:pt x="16454934" y="8713118"/>
                </a:cubicBezTo>
                <a:cubicBezTo>
                  <a:pt x="16468958" y="8700305"/>
                  <a:pt x="16486846" y="8694388"/>
                  <a:pt x="16504430" y="8695180"/>
                </a:cubicBezTo>
                <a:close/>
                <a:moveTo>
                  <a:pt x="15801946" y="8668934"/>
                </a:moveTo>
                <a:cubicBezTo>
                  <a:pt x="15818154" y="8669665"/>
                  <a:pt x="15834082" y="8676578"/>
                  <a:pt x="15845894" y="8689502"/>
                </a:cubicBezTo>
                <a:cubicBezTo>
                  <a:pt x="15869514" y="8715350"/>
                  <a:pt x="15867710" y="8755451"/>
                  <a:pt x="15841862" y="8779071"/>
                </a:cubicBezTo>
                <a:cubicBezTo>
                  <a:pt x="15816014" y="8802692"/>
                  <a:pt x="15775910" y="8800885"/>
                  <a:pt x="15752290" y="8775037"/>
                </a:cubicBezTo>
                <a:cubicBezTo>
                  <a:pt x="15728670" y="8749189"/>
                  <a:pt x="15730478" y="8709088"/>
                  <a:pt x="15756326" y="8685468"/>
                </a:cubicBezTo>
                <a:cubicBezTo>
                  <a:pt x="15769250" y="8673657"/>
                  <a:pt x="15785738" y="8668203"/>
                  <a:pt x="15801946" y="8668934"/>
                </a:cubicBezTo>
                <a:close/>
                <a:moveTo>
                  <a:pt x="15099458" y="8642688"/>
                </a:moveTo>
                <a:cubicBezTo>
                  <a:pt x="15114290" y="8643356"/>
                  <a:pt x="15128870" y="8649682"/>
                  <a:pt x="15139674" y="8661508"/>
                </a:cubicBezTo>
                <a:cubicBezTo>
                  <a:pt x="15161290" y="8685161"/>
                  <a:pt x="15159634" y="8721858"/>
                  <a:pt x="15135986" y="8743471"/>
                </a:cubicBezTo>
                <a:cubicBezTo>
                  <a:pt x="15112330" y="8765085"/>
                  <a:pt x="15075638" y="8763431"/>
                  <a:pt x="15054022" y="8739779"/>
                </a:cubicBezTo>
                <a:cubicBezTo>
                  <a:pt x="15032410" y="8716127"/>
                  <a:pt x="15034062" y="8679430"/>
                  <a:pt x="15057714" y="8657817"/>
                </a:cubicBezTo>
                <a:cubicBezTo>
                  <a:pt x="15069542" y="8647010"/>
                  <a:pt x="15084626" y="8642020"/>
                  <a:pt x="15099458" y="8642688"/>
                </a:cubicBezTo>
                <a:close/>
                <a:moveTo>
                  <a:pt x="14396966" y="8616617"/>
                </a:moveTo>
                <a:cubicBezTo>
                  <a:pt x="14410378" y="8617221"/>
                  <a:pt x="14423560" y="8622941"/>
                  <a:pt x="14433330" y="8633633"/>
                </a:cubicBezTo>
                <a:cubicBezTo>
                  <a:pt x="14452872" y="8655020"/>
                  <a:pt x="14451378" y="8688198"/>
                  <a:pt x="14429992" y="8707742"/>
                </a:cubicBezTo>
                <a:cubicBezTo>
                  <a:pt x="14408606" y="8727284"/>
                  <a:pt x="14375426" y="8725791"/>
                  <a:pt x="14355884" y="8704405"/>
                </a:cubicBezTo>
                <a:cubicBezTo>
                  <a:pt x="14336340" y="8683019"/>
                  <a:pt x="14337834" y="8649840"/>
                  <a:pt x="14359222" y="8630297"/>
                </a:cubicBezTo>
                <a:cubicBezTo>
                  <a:pt x="14369914" y="8620525"/>
                  <a:pt x="14383556" y="8616013"/>
                  <a:pt x="14396966" y="8616617"/>
                </a:cubicBezTo>
                <a:close/>
                <a:moveTo>
                  <a:pt x="13694454" y="8591001"/>
                </a:moveTo>
                <a:cubicBezTo>
                  <a:pt x="13706328" y="8591536"/>
                  <a:pt x="13717996" y="8596600"/>
                  <a:pt x="13726646" y="8606066"/>
                </a:cubicBezTo>
                <a:cubicBezTo>
                  <a:pt x="13743946" y="8624998"/>
                  <a:pt x="13742622" y="8654372"/>
                  <a:pt x="13723690" y="8671673"/>
                </a:cubicBezTo>
                <a:cubicBezTo>
                  <a:pt x="13704758" y="8688973"/>
                  <a:pt x="13675384" y="8687651"/>
                  <a:pt x="13658084" y="8668718"/>
                </a:cubicBezTo>
                <a:cubicBezTo>
                  <a:pt x="13640782" y="8649786"/>
                  <a:pt x="13642106" y="8620412"/>
                  <a:pt x="13661038" y="8603111"/>
                </a:cubicBezTo>
                <a:cubicBezTo>
                  <a:pt x="13670504" y="8594461"/>
                  <a:pt x="13682582" y="8590467"/>
                  <a:pt x="13694454" y="8591001"/>
                </a:cubicBezTo>
                <a:close/>
                <a:moveTo>
                  <a:pt x="12991970" y="8564755"/>
                </a:moveTo>
                <a:cubicBezTo>
                  <a:pt x="13002466" y="8565227"/>
                  <a:pt x="13012782" y="8569705"/>
                  <a:pt x="13020430" y="8578073"/>
                </a:cubicBezTo>
                <a:cubicBezTo>
                  <a:pt x="13035724" y="8594810"/>
                  <a:pt x="13034554" y="8620778"/>
                  <a:pt x="13017816" y="8636073"/>
                </a:cubicBezTo>
                <a:cubicBezTo>
                  <a:pt x="13001078" y="8651368"/>
                  <a:pt x="12975112" y="8650198"/>
                  <a:pt x="12959816" y="8633461"/>
                </a:cubicBezTo>
                <a:cubicBezTo>
                  <a:pt x="12944522" y="8616724"/>
                  <a:pt x="12945692" y="8590756"/>
                  <a:pt x="12962428" y="8575460"/>
                </a:cubicBezTo>
                <a:cubicBezTo>
                  <a:pt x="12970796" y="8567813"/>
                  <a:pt x="12981474" y="8564281"/>
                  <a:pt x="12991970" y="8564755"/>
                </a:cubicBezTo>
                <a:close/>
                <a:moveTo>
                  <a:pt x="12289526" y="8537610"/>
                </a:moveTo>
                <a:cubicBezTo>
                  <a:pt x="12298876" y="8538030"/>
                  <a:pt x="12308064" y="8542017"/>
                  <a:pt x="12314876" y="8549472"/>
                </a:cubicBezTo>
                <a:cubicBezTo>
                  <a:pt x="12328500" y="8564380"/>
                  <a:pt x="12327456" y="8587513"/>
                  <a:pt x="12312550" y="8601135"/>
                </a:cubicBezTo>
                <a:cubicBezTo>
                  <a:pt x="12297640" y="8614759"/>
                  <a:pt x="12274510" y="8613717"/>
                  <a:pt x="12260886" y="8598808"/>
                </a:cubicBezTo>
                <a:cubicBezTo>
                  <a:pt x="12247262" y="8583900"/>
                  <a:pt x="12248304" y="8560769"/>
                  <a:pt x="12263214" y="8547146"/>
                </a:cubicBezTo>
                <a:cubicBezTo>
                  <a:pt x="12270668" y="8540335"/>
                  <a:pt x="12280178" y="8537188"/>
                  <a:pt x="12289526" y="8537610"/>
                </a:cubicBezTo>
                <a:close/>
                <a:moveTo>
                  <a:pt x="11586992" y="8511360"/>
                </a:moveTo>
                <a:cubicBezTo>
                  <a:pt x="11594964" y="8511719"/>
                  <a:pt x="11602798" y="8515119"/>
                  <a:pt x="11608608" y="8521477"/>
                </a:cubicBezTo>
                <a:cubicBezTo>
                  <a:pt x="11620226" y="8534189"/>
                  <a:pt x="11619338" y="8553913"/>
                  <a:pt x="11606624" y="8565531"/>
                </a:cubicBezTo>
                <a:cubicBezTo>
                  <a:pt x="11593910" y="8577149"/>
                  <a:pt x="11574186" y="8576261"/>
                  <a:pt x="11562570" y="8563548"/>
                </a:cubicBezTo>
                <a:cubicBezTo>
                  <a:pt x="11550952" y="8550835"/>
                  <a:pt x="11551840" y="8531110"/>
                  <a:pt x="11564554" y="8519493"/>
                </a:cubicBezTo>
                <a:cubicBezTo>
                  <a:pt x="11570912" y="8513683"/>
                  <a:pt x="11579020" y="8511001"/>
                  <a:pt x="11586992" y="8511360"/>
                </a:cubicBezTo>
                <a:close/>
                <a:moveTo>
                  <a:pt x="10884478" y="8485746"/>
                </a:moveTo>
                <a:cubicBezTo>
                  <a:pt x="10890912" y="8486036"/>
                  <a:pt x="10897236" y="8488781"/>
                  <a:pt x="10901924" y="8493910"/>
                </a:cubicBezTo>
                <a:cubicBezTo>
                  <a:pt x="10911298" y="8504171"/>
                  <a:pt x="10910582" y="8520088"/>
                  <a:pt x="10900322" y="8529464"/>
                </a:cubicBezTo>
                <a:cubicBezTo>
                  <a:pt x="10890062" y="8538840"/>
                  <a:pt x="10874144" y="8538123"/>
                  <a:pt x="10864768" y="8527864"/>
                </a:cubicBezTo>
                <a:cubicBezTo>
                  <a:pt x="10855392" y="8517604"/>
                  <a:pt x="10856110" y="8501686"/>
                  <a:pt x="10866370" y="8492310"/>
                </a:cubicBezTo>
                <a:cubicBezTo>
                  <a:pt x="10871500" y="8487622"/>
                  <a:pt x="10878044" y="8485457"/>
                  <a:pt x="10884478" y="8485746"/>
                </a:cubicBezTo>
                <a:close/>
                <a:moveTo>
                  <a:pt x="10181992" y="8459678"/>
                </a:moveTo>
                <a:cubicBezTo>
                  <a:pt x="10187004" y="8459904"/>
                  <a:pt x="10191930" y="8462042"/>
                  <a:pt x="10195582" y="8466038"/>
                </a:cubicBezTo>
                <a:cubicBezTo>
                  <a:pt x="10202886" y="8474033"/>
                  <a:pt x="10202328" y="8486435"/>
                  <a:pt x="10194336" y="8493738"/>
                </a:cubicBezTo>
                <a:cubicBezTo>
                  <a:pt x="10186340" y="8501044"/>
                  <a:pt x="10173940" y="8500484"/>
                  <a:pt x="10166636" y="8492490"/>
                </a:cubicBezTo>
                <a:cubicBezTo>
                  <a:pt x="10159332" y="8484497"/>
                  <a:pt x="10159890" y="8472095"/>
                  <a:pt x="10167884" y="8464791"/>
                </a:cubicBezTo>
                <a:cubicBezTo>
                  <a:pt x="10171882" y="8461139"/>
                  <a:pt x="10176980" y="8459452"/>
                  <a:pt x="10181992" y="8459678"/>
                </a:cubicBezTo>
                <a:close/>
                <a:moveTo>
                  <a:pt x="9479506" y="8433429"/>
                </a:moveTo>
                <a:cubicBezTo>
                  <a:pt x="9483142" y="8433592"/>
                  <a:pt x="9486716" y="8435144"/>
                  <a:pt x="9489364" y="8438042"/>
                </a:cubicBezTo>
                <a:cubicBezTo>
                  <a:pt x="9494664" y="8443840"/>
                  <a:pt x="9494258" y="8452836"/>
                  <a:pt x="9488460" y="8458134"/>
                </a:cubicBezTo>
                <a:cubicBezTo>
                  <a:pt x="9482662" y="8463432"/>
                  <a:pt x="9473666" y="8463027"/>
                  <a:pt x="9468368" y="8457230"/>
                </a:cubicBezTo>
                <a:cubicBezTo>
                  <a:pt x="9463070" y="8451430"/>
                  <a:pt x="9463476" y="8442435"/>
                  <a:pt x="9469272" y="8437138"/>
                </a:cubicBezTo>
                <a:cubicBezTo>
                  <a:pt x="9472172" y="8434488"/>
                  <a:pt x="9475870" y="8433265"/>
                  <a:pt x="9479506" y="8433429"/>
                </a:cubicBezTo>
                <a:close/>
                <a:moveTo>
                  <a:pt x="8770774" y="8409611"/>
                </a:moveTo>
                <a:cubicBezTo>
                  <a:pt x="8774306" y="8406384"/>
                  <a:pt x="8779786" y="8406631"/>
                  <a:pt x="8783012" y="8410163"/>
                </a:cubicBezTo>
                <a:cubicBezTo>
                  <a:pt x="8786240" y="8413694"/>
                  <a:pt x="8785992" y="8419173"/>
                  <a:pt x="8782462" y="8422400"/>
                </a:cubicBezTo>
                <a:cubicBezTo>
                  <a:pt x="8778930" y="8425627"/>
                  <a:pt x="8773450" y="8425381"/>
                  <a:pt x="8770222" y="8421850"/>
                </a:cubicBezTo>
                <a:cubicBezTo>
                  <a:pt x="8766996" y="8418318"/>
                  <a:pt x="8767244" y="8412839"/>
                  <a:pt x="8770774" y="8409611"/>
                </a:cubicBezTo>
                <a:close/>
                <a:moveTo>
                  <a:pt x="8073196" y="8383088"/>
                </a:moveTo>
                <a:cubicBezTo>
                  <a:pt x="8073906" y="8382438"/>
                  <a:pt x="8075012" y="8382487"/>
                  <a:pt x="8075662" y="8383198"/>
                </a:cubicBezTo>
                <a:cubicBezTo>
                  <a:pt x="8076312" y="8383911"/>
                  <a:pt x="8076262" y="8385014"/>
                  <a:pt x="8075550" y="8385666"/>
                </a:cubicBezTo>
                <a:cubicBezTo>
                  <a:pt x="8074838" y="8386315"/>
                  <a:pt x="8073734" y="8386267"/>
                  <a:pt x="8073084" y="8385555"/>
                </a:cubicBezTo>
                <a:cubicBezTo>
                  <a:pt x="8072434" y="8384844"/>
                  <a:pt x="8072482" y="8383740"/>
                  <a:pt x="8073196" y="8383088"/>
                </a:cubicBezTo>
                <a:close/>
                <a:moveTo>
                  <a:pt x="16871390" y="8359849"/>
                </a:moveTo>
                <a:cubicBezTo>
                  <a:pt x="16888974" y="8360640"/>
                  <a:pt x="16906258" y="8368141"/>
                  <a:pt x="16919070" y="8382163"/>
                </a:cubicBezTo>
                <a:cubicBezTo>
                  <a:pt x="16944698" y="8410206"/>
                  <a:pt x="16942738" y="8453712"/>
                  <a:pt x="16914694" y="8479340"/>
                </a:cubicBezTo>
                <a:cubicBezTo>
                  <a:pt x="16886654" y="8504966"/>
                  <a:pt x="16843146" y="8503005"/>
                  <a:pt x="16817518" y="8474961"/>
                </a:cubicBezTo>
                <a:cubicBezTo>
                  <a:pt x="16791894" y="8446920"/>
                  <a:pt x="16793854" y="8403412"/>
                  <a:pt x="16821894" y="8377785"/>
                </a:cubicBezTo>
                <a:cubicBezTo>
                  <a:pt x="16835918" y="8364971"/>
                  <a:pt x="16853802" y="8359056"/>
                  <a:pt x="16871390" y="8359849"/>
                </a:cubicBezTo>
                <a:close/>
                <a:moveTo>
                  <a:pt x="16168882" y="8333626"/>
                </a:moveTo>
                <a:cubicBezTo>
                  <a:pt x="16185090" y="8334356"/>
                  <a:pt x="16201022" y="8341269"/>
                  <a:pt x="16212830" y="8354193"/>
                </a:cubicBezTo>
                <a:cubicBezTo>
                  <a:pt x="16236450" y="8380041"/>
                  <a:pt x="16234642" y="8420142"/>
                  <a:pt x="16208798" y="8443761"/>
                </a:cubicBezTo>
                <a:cubicBezTo>
                  <a:pt x="16182946" y="8467383"/>
                  <a:pt x="16142846" y="8465577"/>
                  <a:pt x="16119226" y="8439728"/>
                </a:cubicBezTo>
                <a:cubicBezTo>
                  <a:pt x="16095606" y="8413881"/>
                  <a:pt x="16097410" y="8373779"/>
                  <a:pt x="16123262" y="8350158"/>
                </a:cubicBezTo>
                <a:cubicBezTo>
                  <a:pt x="16136186" y="8338349"/>
                  <a:pt x="16152674" y="8332895"/>
                  <a:pt x="16168882" y="8333626"/>
                </a:cubicBezTo>
                <a:close/>
                <a:moveTo>
                  <a:pt x="15466394" y="8307379"/>
                </a:moveTo>
                <a:cubicBezTo>
                  <a:pt x="15481226" y="8308047"/>
                  <a:pt x="15495802" y="8314373"/>
                  <a:pt x="15506610" y="8326200"/>
                </a:cubicBezTo>
                <a:cubicBezTo>
                  <a:pt x="15528226" y="8349852"/>
                  <a:pt x="15526570" y="8386549"/>
                  <a:pt x="15502918" y="8408163"/>
                </a:cubicBezTo>
                <a:cubicBezTo>
                  <a:pt x="15479266" y="8429776"/>
                  <a:pt x="15442570" y="8428123"/>
                  <a:pt x="15420958" y="8404470"/>
                </a:cubicBezTo>
                <a:cubicBezTo>
                  <a:pt x="15399346" y="8380818"/>
                  <a:pt x="15400998" y="8344122"/>
                  <a:pt x="15424650" y="8322508"/>
                </a:cubicBezTo>
                <a:cubicBezTo>
                  <a:pt x="15436478" y="8311700"/>
                  <a:pt x="15451562" y="8306711"/>
                  <a:pt x="15466394" y="8307379"/>
                </a:cubicBezTo>
                <a:close/>
                <a:moveTo>
                  <a:pt x="14763902" y="8281308"/>
                </a:moveTo>
                <a:cubicBezTo>
                  <a:pt x="14777312" y="8281912"/>
                  <a:pt x="14790492" y="8287632"/>
                  <a:pt x="14800264" y="8298326"/>
                </a:cubicBezTo>
                <a:cubicBezTo>
                  <a:pt x="14819808" y="8319711"/>
                  <a:pt x="14818314" y="8352890"/>
                  <a:pt x="14796926" y="8372433"/>
                </a:cubicBezTo>
                <a:cubicBezTo>
                  <a:pt x="14775542" y="8391976"/>
                  <a:pt x="14742360" y="8390483"/>
                  <a:pt x="14722818" y="8369096"/>
                </a:cubicBezTo>
                <a:cubicBezTo>
                  <a:pt x="14703276" y="8347711"/>
                  <a:pt x="14704768" y="8314532"/>
                  <a:pt x="14726156" y="8294987"/>
                </a:cubicBezTo>
                <a:cubicBezTo>
                  <a:pt x="14736848" y="8285217"/>
                  <a:pt x="14750490" y="8280704"/>
                  <a:pt x="14763902" y="8281308"/>
                </a:cubicBezTo>
                <a:close/>
                <a:moveTo>
                  <a:pt x="14061390" y="8255692"/>
                </a:moveTo>
                <a:cubicBezTo>
                  <a:pt x="14073262" y="8256228"/>
                  <a:pt x="14084930" y="8261292"/>
                  <a:pt x="14093580" y="8270757"/>
                </a:cubicBezTo>
                <a:cubicBezTo>
                  <a:pt x="14110882" y="8289690"/>
                  <a:pt x="14109558" y="8319064"/>
                  <a:pt x="14090626" y="8336364"/>
                </a:cubicBezTo>
                <a:cubicBezTo>
                  <a:pt x="14071694" y="8353665"/>
                  <a:pt x="14042320" y="8352342"/>
                  <a:pt x="14025018" y="8333411"/>
                </a:cubicBezTo>
                <a:cubicBezTo>
                  <a:pt x="14007718" y="8314477"/>
                  <a:pt x="14009042" y="8285103"/>
                  <a:pt x="14027974" y="8267803"/>
                </a:cubicBezTo>
                <a:cubicBezTo>
                  <a:pt x="14037440" y="8259152"/>
                  <a:pt x="14049516" y="8255158"/>
                  <a:pt x="14061390" y="8255692"/>
                </a:cubicBezTo>
                <a:close/>
                <a:moveTo>
                  <a:pt x="13358904" y="8229446"/>
                </a:moveTo>
                <a:cubicBezTo>
                  <a:pt x="13369400" y="8229918"/>
                  <a:pt x="13379716" y="8234395"/>
                  <a:pt x="13387364" y="8242764"/>
                </a:cubicBezTo>
                <a:cubicBezTo>
                  <a:pt x="13402658" y="8259501"/>
                  <a:pt x="13401488" y="8285469"/>
                  <a:pt x="13384752" y="8300764"/>
                </a:cubicBezTo>
                <a:cubicBezTo>
                  <a:pt x="13368014" y="8316058"/>
                  <a:pt x="13342046" y="8314889"/>
                  <a:pt x="13326752" y="8298153"/>
                </a:cubicBezTo>
                <a:cubicBezTo>
                  <a:pt x="13311456" y="8281415"/>
                  <a:pt x="13312626" y="8255447"/>
                  <a:pt x="13329364" y="8240152"/>
                </a:cubicBezTo>
                <a:cubicBezTo>
                  <a:pt x="13337732" y="8232505"/>
                  <a:pt x="13348408" y="8228974"/>
                  <a:pt x="13358904" y="8229446"/>
                </a:cubicBezTo>
                <a:close/>
                <a:moveTo>
                  <a:pt x="12656412" y="8203373"/>
                </a:moveTo>
                <a:cubicBezTo>
                  <a:pt x="12665488" y="8203782"/>
                  <a:pt x="12674406" y="8207653"/>
                  <a:pt x="12681018" y="8214889"/>
                </a:cubicBezTo>
                <a:cubicBezTo>
                  <a:pt x="12694242" y="8229358"/>
                  <a:pt x="12693230" y="8251811"/>
                  <a:pt x="12678760" y="8265034"/>
                </a:cubicBezTo>
                <a:cubicBezTo>
                  <a:pt x="12664288" y="8278257"/>
                  <a:pt x="12641840" y="8277245"/>
                  <a:pt x="12628616" y="8262775"/>
                </a:cubicBezTo>
                <a:cubicBezTo>
                  <a:pt x="12615392" y="8248304"/>
                  <a:pt x="12616402" y="8225852"/>
                  <a:pt x="12630872" y="8212629"/>
                </a:cubicBezTo>
                <a:cubicBezTo>
                  <a:pt x="12638108" y="8206017"/>
                  <a:pt x="12647338" y="8202964"/>
                  <a:pt x="12656412" y="8203373"/>
                </a:cubicBezTo>
                <a:close/>
                <a:moveTo>
                  <a:pt x="11953904" y="8177101"/>
                </a:moveTo>
                <a:cubicBezTo>
                  <a:pt x="11961602" y="8177448"/>
                  <a:pt x="11969166" y="8180731"/>
                  <a:pt x="11974776" y="8186869"/>
                </a:cubicBezTo>
                <a:cubicBezTo>
                  <a:pt x="11985994" y="8199145"/>
                  <a:pt x="11985136" y="8218190"/>
                  <a:pt x="11972860" y="8229407"/>
                </a:cubicBezTo>
                <a:cubicBezTo>
                  <a:pt x="11960586" y="8240624"/>
                  <a:pt x="11941540" y="8239766"/>
                  <a:pt x="11930322" y="8227491"/>
                </a:cubicBezTo>
                <a:cubicBezTo>
                  <a:pt x="11919106" y="8215215"/>
                  <a:pt x="11919964" y="8196170"/>
                  <a:pt x="11932238" y="8184953"/>
                </a:cubicBezTo>
                <a:cubicBezTo>
                  <a:pt x="11938376" y="8179344"/>
                  <a:pt x="11946206" y="8176755"/>
                  <a:pt x="11953904" y="8177101"/>
                </a:cubicBezTo>
                <a:close/>
                <a:moveTo>
                  <a:pt x="11251412" y="8150437"/>
                </a:moveTo>
                <a:cubicBezTo>
                  <a:pt x="11257846" y="8150728"/>
                  <a:pt x="11264170" y="8153471"/>
                  <a:pt x="11268858" y="8158602"/>
                </a:cubicBezTo>
                <a:cubicBezTo>
                  <a:pt x="11278234" y="8168862"/>
                  <a:pt x="11277516" y="8184779"/>
                  <a:pt x="11267256" y="8194155"/>
                </a:cubicBezTo>
                <a:cubicBezTo>
                  <a:pt x="11256996" y="8203531"/>
                  <a:pt x="11241078" y="8202814"/>
                  <a:pt x="11231704" y="8192555"/>
                </a:cubicBezTo>
                <a:cubicBezTo>
                  <a:pt x="11222328" y="8182295"/>
                  <a:pt x="11223044" y="8166377"/>
                  <a:pt x="11233304" y="8157001"/>
                </a:cubicBezTo>
                <a:cubicBezTo>
                  <a:pt x="11238434" y="8152313"/>
                  <a:pt x="11244978" y="8150147"/>
                  <a:pt x="11251412" y="8150437"/>
                </a:cubicBezTo>
                <a:close/>
                <a:moveTo>
                  <a:pt x="10548926" y="8124369"/>
                </a:moveTo>
                <a:cubicBezTo>
                  <a:pt x="10553938" y="8124596"/>
                  <a:pt x="10558864" y="8126734"/>
                  <a:pt x="10562516" y="8130730"/>
                </a:cubicBezTo>
                <a:cubicBezTo>
                  <a:pt x="10569822" y="8138724"/>
                  <a:pt x="10569264" y="8151126"/>
                  <a:pt x="10561270" y="8158430"/>
                </a:cubicBezTo>
                <a:cubicBezTo>
                  <a:pt x="10553276" y="8165735"/>
                  <a:pt x="10540876" y="8165176"/>
                  <a:pt x="10533570" y="8157181"/>
                </a:cubicBezTo>
                <a:cubicBezTo>
                  <a:pt x="10526266" y="8149189"/>
                  <a:pt x="10526826" y="8136786"/>
                  <a:pt x="10534818" y="8129483"/>
                </a:cubicBezTo>
                <a:cubicBezTo>
                  <a:pt x="10538814" y="8125830"/>
                  <a:pt x="10543914" y="8124144"/>
                  <a:pt x="10548926" y="8124369"/>
                </a:cubicBezTo>
                <a:close/>
                <a:moveTo>
                  <a:pt x="9846438" y="8098122"/>
                </a:moveTo>
                <a:cubicBezTo>
                  <a:pt x="9850074" y="8098285"/>
                  <a:pt x="9853648" y="8099836"/>
                  <a:pt x="9856296" y="8102735"/>
                </a:cubicBezTo>
                <a:cubicBezTo>
                  <a:pt x="9861594" y="8108534"/>
                  <a:pt x="9861190" y="8117529"/>
                  <a:pt x="9855392" y="8122827"/>
                </a:cubicBezTo>
                <a:cubicBezTo>
                  <a:pt x="9849594" y="8128125"/>
                  <a:pt x="9840598" y="8127720"/>
                  <a:pt x="9835300" y="8121922"/>
                </a:cubicBezTo>
                <a:cubicBezTo>
                  <a:pt x="9830002" y="8116123"/>
                  <a:pt x="9830408" y="8107128"/>
                  <a:pt x="9836204" y="8101830"/>
                </a:cubicBezTo>
                <a:cubicBezTo>
                  <a:pt x="9839104" y="8099181"/>
                  <a:pt x="9842802" y="8097958"/>
                  <a:pt x="9846438" y="8098122"/>
                </a:cubicBezTo>
                <a:close/>
                <a:moveTo>
                  <a:pt x="9137708" y="8074303"/>
                </a:moveTo>
                <a:cubicBezTo>
                  <a:pt x="9141240" y="8071076"/>
                  <a:pt x="9146718" y="8071323"/>
                  <a:pt x="9149946" y="8074854"/>
                </a:cubicBezTo>
                <a:cubicBezTo>
                  <a:pt x="9153172" y="8078386"/>
                  <a:pt x="9152926" y="8083865"/>
                  <a:pt x="9149394" y="8087092"/>
                </a:cubicBezTo>
                <a:cubicBezTo>
                  <a:pt x="9145862" y="8090319"/>
                  <a:pt x="9140384" y="8090073"/>
                  <a:pt x="9137156" y="8086541"/>
                </a:cubicBezTo>
                <a:cubicBezTo>
                  <a:pt x="9133930" y="8083010"/>
                  <a:pt x="9134176" y="8077530"/>
                  <a:pt x="9137708" y="8074303"/>
                </a:cubicBezTo>
                <a:close/>
                <a:moveTo>
                  <a:pt x="8440130" y="8047780"/>
                </a:moveTo>
                <a:cubicBezTo>
                  <a:pt x="8440842" y="8047129"/>
                  <a:pt x="8441946" y="8047178"/>
                  <a:pt x="8442596" y="8047890"/>
                </a:cubicBezTo>
                <a:cubicBezTo>
                  <a:pt x="8443248" y="8048602"/>
                  <a:pt x="8443198" y="8049705"/>
                  <a:pt x="8442484" y="8050357"/>
                </a:cubicBezTo>
                <a:cubicBezTo>
                  <a:pt x="8441774" y="8051006"/>
                  <a:pt x="8440668" y="8050958"/>
                  <a:pt x="8440018" y="8050246"/>
                </a:cubicBezTo>
                <a:cubicBezTo>
                  <a:pt x="8439368" y="8049535"/>
                  <a:pt x="8439418" y="8048431"/>
                  <a:pt x="8440130" y="8047780"/>
                </a:cubicBezTo>
                <a:close/>
                <a:moveTo>
                  <a:pt x="17238330" y="8024369"/>
                </a:moveTo>
                <a:cubicBezTo>
                  <a:pt x="17255958" y="8025163"/>
                  <a:pt x="17273286" y="8032683"/>
                  <a:pt x="17286134" y="8046738"/>
                </a:cubicBezTo>
                <a:cubicBezTo>
                  <a:pt x="17311826" y="8074854"/>
                  <a:pt x="17309858" y="8118471"/>
                  <a:pt x="17281746" y="8144163"/>
                </a:cubicBezTo>
                <a:cubicBezTo>
                  <a:pt x="17253630" y="8169856"/>
                  <a:pt x="17210014" y="8167891"/>
                  <a:pt x="17184322" y="8139776"/>
                </a:cubicBezTo>
                <a:cubicBezTo>
                  <a:pt x="17158630" y="8111662"/>
                  <a:pt x="17160594" y="8068043"/>
                  <a:pt x="17188710" y="8042352"/>
                </a:cubicBezTo>
                <a:cubicBezTo>
                  <a:pt x="17202766" y="8029508"/>
                  <a:pt x="17220698" y="8023575"/>
                  <a:pt x="17238330" y="8024369"/>
                </a:cubicBezTo>
                <a:close/>
                <a:moveTo>
                  <a:pt x="16535838" y="7998295"/>
                </a:moveTo>
                <a:cubicBezTo>
                  <a:pt x="16552046" y="7999026"/>
                  <a:pt x="16567978" y="8005940"/>
                  <a:pt x="16579786" y="8018864"/>
                </a:cubicBezTo>
                <a:cubicBezTo>
                  <a:pt x="16603406" y="8044711"/>
                  <a:pt x="16601602" y="8084812"/>
                  <a:pt x="16575754" y="8108433"/>
                </a:cubicBezTo>
                <a:cubicBezTo>
                  <a:pt x="16549906" y="8132053"/>
                  <a:pt x="16509806" y="8130245"/>
                  <a:pt x="16486186" y="8104398"/>
                </a:cubicBezTo>
                <a:cubicBezTo>
                  <a:pt x="16462566" y="8078550"/>
                  <a:pt x="16464370" y="8038450"/>
                  <a:pt x="16490218" y="8014830"/>
                </a:cubicBezTo>
                <a:cubicBezTo>
                  <a:pt x="16503142" y="8003019"/>
                  <a:pt x="16519630" y="7997566"/>
                  <a:pt x="16535838" y="7998295"/>
                </a:cubicBezTo>
                <a:close/>
                <a:moveTo>
                  <a:pt x="15833330" y="7972090"/>
                </a:moveTo>
                <a:cubicBezTo>
                  <a:pt x="15848162" y="7972759"/>
                  <a:pt x="15862738" y="7979064"/>
                  <a:pt x="15873546" y="7990891"/>
                </a:cubicBezTo>
                <a:cubicBezTo>
                  <a:pt x="15895158" y="8014543"/>
                  <a:pt x="15893506" y="8051240"/>
                  <a:pt x="15869854" y="8072853"/>
                </a:cubicBezTo>
                <a:cubicBezTo>
                  <a:pt x="15846202" y="8094467"/>
                  <a:pt x="15809506" y="8092814"/>
                  <a:pt x="15787894" y="8069161"/>
                </a:cubicBezTo>
                <a:cubicBezTo>
                  <a:pt x="15766278" y="8045510"/>
                  <a:pt x="15767930" y="8008813"/>
                  <a:pt x="15791582" y="7987199"/>
                </a:cubicBezTo>
                <a:cubicBezTo>
                  <a:pt x="15803410" y="7976393"/>
                  <a:pt x="15818498" y="7971422"/>
                  <a:pt x="15833330" y="7972090"/>
                </a:cubicBezTo>
                <a:close/>
                <a:moveTo>
                  <a:pt x="15130838" y="7946023"/>
                </a:moveTo>
                <a:cubicBezTo>
                  <a:pt x="15144250" y="7946626"/>
                  <a:pt x="15157430" y="7952348"/>
                  <a:pt x="15167198" y="7963037"/>
                </a:cubicBezTo>
                <a:cubicBezTo>
                  <a:pt x="15186742" y="7984401"/>
                  <a:pt x="15185250" y="8017579"/>
                  <a:pt x="15163862" y="8037124"/>
                </a:cubicBezTo>
                <a:cubicBezTo>
                  <a:pt x="15142478" y="8056666"/>
                  <a:pt x="15109294" y="8055172"/>
                  <a:pt x="15089754" y="8033787"/>
                </a:cubicBezTo>
                <a:cubicBezTo>
                  <a:pt x="15070210" y="8012401"/>
                  <a:pt x="15071702" y="7979221"/>
                  <a:pt x="15093090" y="7959700"/>
                </a:cubicBezTo>
                <a:cubicBezTo>
                  <a:pt x="15103786" y="7949932"/>
                  <a:pt x="15117426" y="7945422"/>
                  <a:pt x="15130838" y="7946023"/>
                </a:cubicBezTo>
                <a:close/>
                <a:moveTo>
                  <a:pt x="14428370" y="7919337"/>
                </a:moveTo>
                <a:cubicBezTo>
                  <a:pt x="14440518" y="7919885"/>
                  <a:pt x="14452456" y="7925072"/>
                  <a:pt x="14461306" y="7934755"/>
                </a:cubicBezTo>
                <a:cubicBezTo>
                  <a:pt x="14479006" y="7954124"/>
                  <a:pt x="14477652" y="7984149"/>
                  <a:pt x="14458284" y="8001849"/>
                </a:cubicBezTo>
                <a:cubicBezTo>
                  <a:pt x="14438912" y="8019551"/>
                  <a:pt x="14408862" y="8018197"/>
                  <a:pt x="14391160" y="7998826"/>
                </a:cubicBezTo>
                <a:cubicBezTo>
                  <a:pt x="14373460" y="7979456"/>
                  <a:pt x="14374814" y="7949430"/>
                  <a:pt x="14394184" y="7931731"/>
                </a:cubicBezTo>
                <a:cubicBezTo>
                  <a:pt x="14403870" y="7922879"/>
                  <a:pt x="14416224" y="7918793"/>
                  <a:pt x="14428370" y="7919337"/>
                </a:cubicBezTo>
                <a:close/>
                <a:moveTo>
                  <a:pt x="13725840" y="7894167"/>
                </a:moveTo>
                <a:cubicBezTo>
                  <a:pt x="13736336" y="7894643"/>
                  <a:pt x="13746652" y="7899117"/>
                  <a:pt x="13754298" y="7907490"/>
                </a:cubicBezTo>
                <a:cubicBezTo>
                  <a:pt x="13769592" y="7924222"/>
                  <a:pt x="13768424" y="7950190"/>
                  <a:pt x="13751686" y="7965485"/>
                </a:cubicBezTo>
                <a:cubicBezTo>
                  <a:pt x="13734948" y="7980749"/>
                  <a:pt x="13708980" y="7979579"/>
                  <a:pt x="13693686" y="7962872"/>
                </a:cubicBezTo>
                <a:cubicBezTo>
                  <a:pt x="13678392" y="7946136"/>
                  <a:pt x="13679560" y="7920169"/>
                  <a:pt x="13696298" y="7904873"/>
                </a:cubicBezTo>
                <a:cubicBezTo>
                  <a:pt x="13704666" y="7897227"/>
                  <a:pt x="13715344" y="7893694"/>
                  <a:pt x="13725840" y="7894167"/>
                </a:cubicBezTo>
                <a:close/>
                <a:moveTo>
                  <a:pt x="13023348" y="7868097"/>
                </a:moveTo>
                <a:cubicBezTo>
                  <a:pt x="13032422" y="7868507"/>
                  <a:pt x="13041340" y="7872377"/>
                  <a:pt x="13047952" y="7879617"/>
                </a:cubicBezTo>
                <a:cubicBezTo>
                  <a:pt x="13061176" y="7894086"/>
                  <a:pt x="13060164" y="7916538"/>
                  <a:pt x="13045694" y="7929759"/>
                </a:cubicBezTo>
                <a:cubicBezTo>
                  <a:pt x="13031224" y="7942983"/>
                  <a:pt x="13008774" y="7941973"/>
                  <a:pt x="12995550" y="7927499"/>
                </a:cubicBezTo>
                <a:cubicBezTo>
                  <a:pt x="12982326" y="7913028"/>
                  <a:pt x="12983338" y="7890575"/>
                  <a:pt x="12997806" y="7877352"/>
                </a:cubicBezTo>
                <a:cubicBezTo>
                  <a:pt x="13005042" y="7870743"/>
                  <a:pt x="13014272" y="7867689"/>
                  <a:pt x="13023348" y="7868097"/>
                </a:cubicBezTo>
                <a:close/>
                <a:moveTo>
                  <a:pt x="12320878" y="7840932"/>
                </a:moveTo>
                <a:cubicBezTo>
                  <a:pt x="12328806" y="7841294"/>
                  <a:pt x="12336598" y="7844674"/>
                  <a:pt x="12342374" y="7850995"/>
                </a:cubicBezTo>
                <a:cubicBezTo>
                  <a:pt x="12353926" y="7863635"/>
                  <a:pt x="12353044" y="7883251"/>
                  <a:pt x="12340402" y="7894801"/>
                </a:cubicBezTo>
                <a:cubicBezTo>
                  <a:pt x="12327760" y="7906355"/>
                  <a:pt x="12308146" y="7905470"/>
                  <a:pt x="12296594" y="7892829"/>
                </a:cubicBezTo>
                <a:cubicBezTo>
                  <a:pt x="12285042" y="7880185"/>
                  <a:pt x="12285924" y="7860573"/>
                  <a:pt x="12298566" y="7849019"/>
                </a:cubicBezTo>
                <a:cubicBezTo>
                  <a:pt x="12304886" y="7843247"/>
                  <a:pt x="12312950" y="7840578"/>
                  <a:pt x="12320878" y="7840932"/>
                </a:cubicBezTo>
                <a:close/>
                <a:moveTo>
                  <a:pt x="11618374" y="7815151"/>
                </a:moveTo>
                <a:cubicBezTo>
                  <a:pt x="11624808" y="7815445"/>
                  <a:pt x="11631132" y="7818188"/>
                  <a:pt x="11635820" y="7823317"/>
                </a:cubicBezTo>
                <a:cubicBezTo>
                  <a:pt x="11645194" y="7833577"/>
                  <a:pt x="11644478" y="7849490"/>
                  <a:pt x="11634218" y="7858871"/>
                </a:cubicBezTo>
                <a:cubicBezTo>
                  <a:pt x="11623958" y="7868242"/>
                  <a:pt x="11608040" y="7867526"/>
                  <a:pt x="11598664" y="7857270"/>
                </a:cubicBezTo>
                <a:cubicBezTo>
                  <a:pt x="11589288" y="7847009"/>
                  <a:pt x="11590004" y="7831090"/>
                  <a:pt x="11600266" y="7821715"/>
                </a:cubicBezTo>
                <a:cubicBezTo>
                  <a:pt x="11605396" y="7817031"/>
                  <a:pt x="11611940" y="7814863"/>
                  <a:pt x="11618374" y="7815151"/>
                </a:cubicBezTo>
                <a:close/>
                <a:moveTo>
                  <a:pt x="10915862" y="7789116"/>
                </a:moveTo>
                <a:cubicBezTo>
                  <a:pt x="10920874" y="7789342"/>
                  <a:pt x="10925800" y="7791482"/>
                  <a:pt x="10929452" y="7795477"/>
                </a:cubicBezTo>
                <a:cubicBezTo>
                  <a:pt x="10936756" y="7803468"/>
                  <a:pt x="10936198" y="7815877"/>
                  <a:pt x="10928204" y="7823175"/>
                </a:cubicBezTo>
                <a:cubicBezTo>
                  <a:pt x="10920210" y="7830478"/>
                  <a:pt x="10907810" y="7829922"/>
                  <a:pt x="10900506" y="7821930"/>
                </a:cubicBezTo>
                <a:cubicBezTo>
                  <a:pt x="10893202" y="7813934"/>
                  <a:pt x="10893760" y="7801531"/>
                  <a:pt x="10901752" y="7794227"/>
                </a:cubicBezTo>
                <a:cubicBezTo>
                  <a:pt x="10905750" y="7790577"/>
                  <a:pt x="10910848" y="7788890"/>
                  <a:pt x="10915862" y="7789116"/>
                </a:cubicBezTo>
                <a:close/>
                <a:moveTo>
                  <a:pt x="10213372" y="7762879"/>
                </a:moveTo>
                <a:cubicBezTo>
                  <a:pt x="10217008" y="7763042"/>
                  <a:pt x="10220580" y="7764590"/>
                  <a:pt x="10223230" y="7767493"/>
                </a:cubicBezTo>
                <a:cubicBezTo>
                  <a:pt x="10228530" y="7773290"/>
                  <a:pt x="10228124" y="7782283"/>
                  <a:pt x="10222326" y="7787580"/>
                </a:cubicBezTo>
                <a:cubicBezTo>
                  <a:pt x="10216530" y="7792878"/>
                  <a:pt x="10207534" y="7792472"/>
                  <a:pt x="10202234" y="7786677"/>
                </a:cubicBezTo>
                <a:cubicBezTo>
                  <a:pt x="10196936" y="7780873"/>
                  <a:pt x="10197342" y="7771879"/>
                  <a:pt x="10203140" y="7766587"/>
                </a:cubicBezTo>
                <a:cubicBezTo>
                  <a:pt x="10206040" y="7763935"/>
                  <a:pt x="10209738" y="7762708"/>
                  <a:pt x="10213372" y="7762879"/>
                </a:cubicBezTo>
                <a:close/>
                <a:moveTo>
                  <a:pt x="9504642" y="7739064"/>
                </a:moveTo>
                <a:cubicBezTo>
                  <a:pt x="9508174" y="7735842"/>
                  <a:pt x="9513654" y="7736092"/>
                  <a:pt x="9516880" y="7739621"/>
                </a:cubicBezTo>
                <a:cubicBezTo>
                  <a:pt x="9520108" y="7743155"/>
                  <a:pt x="9519860" y="7748631"/>
                  <a:pt x="9516330" y="7751855"/>
                </a:cubicBezTo>
                <a:cubicBezTo>
                  <a:pt x="9512798" y="7755085"/>
                  <a:pt x="9507318" y="7754837"/>
                  <a:pt x="9504090" y="7751309"/>
                </a:cubicBezTo>
                <a:cubicBezTo>
                  <a:pt x="9500864" y="7747771"/>
                  <a:pt x="9501112" y="7742294"/>
                  <a:pt x="9504642" y="7739064"/>
                </a:cubicBezTo>
                <a:close/>
                <a:moveTo>
                  <a:pt x="8807064" y="7712550"/>
                </a:moveTo>
                <a:cubicBezTo>
                  <a:pt x="8807774" y="7711901"/>
                  <a:pt x="8808880" y="7711948"/>
                  <a:pt x="8809530" y="7712661"/>
                </a:cubicBezTo>
                <a:cubicBezTo>
                  <a:pt x="8810180" y="7713374"/>
                  <a:pt x="8810130" y="7714474"/>
                  <a:pt x="8809418" y="7715130"/>
                </a:cubicBezTo>
                <a:cubicBezTo>
                  <a:pt x="8808706" y="7715778"/>
                  <a:pt x="8807602" y="7715731"/>
                  <a:pt x="8806952" y="7715016"/>
                </a:cubicBezTo>
                <a:cubicBezTo>
                  <a:pt x="8806302" y="7714305"/>
                  <a:pt x="8806350" y="7713200"/>
                  <a:pt x="8807064" y="7712550"/>
                </a:cubicBezTo>
                <a:close/>
                <a:moveTo>
                  <a:pt x="16902774" y="7663006"/>
                </a:moveTo>
                <a:cubicBezTo>
                  <a:pt x="16918982" y="7663737"/>
                  <a:pt x="16934910" y="7670652"/>
                  <a:pt x="16946722" y="7683574"/>
                </a:cubicBezTo>
                <a:cubicBezTo>
                  <a:pt x="16970342" y="7709420"/>
                  <a:pt x="16968538" y="7749521"/>
                  <a:pt x="16942690" y="7773139"/>
                </a:cubicBezTo>
                <a:cubicBezTo>
                  <a:pt x="16916842" y="7796766"/>
                  <a:pt x="16876738" y="7794957"/>
                  <a:pt x="16853118" y="7769109"/>
                </a:cubicBezTo>
                <a:cubicBezTo>
                  <a:pt x="16829498" y="7743259"/>
                  <a:pt x="16831306" y="7703160"/>
                  <a:pt x="16857154" y="7679541"/>
                </a:cubicBezTo>
                <a:cubicBezTo>
                  <a:pt x="16870078" y="7667731"/>
                  <a:pt x="16886566" y="7662277"/>
                  <a:pt x="16902774" y="7663006"/>
                </a:cubicBezTo>
                <a:close/>
                <a:moveTo>
                  <a:pt x="16200278" y="7636937"/>
                </a:moveTo>
                <a:cubicBezTo>
                  <a:pt x="16215066" y="7637602"/>
                  <a:pt x="16229602" y="7643910"/>
                  <a:pt x="16240374" y="7655700"/>
                </a:cubicBezTo>
                <a:cubicBezTo>
                  <a:pt x="16261926" y="7679281"/>
                  <a:pt x="16260278" y="7715864"/>
                  <a:pt x="16236694" y="7737415"/>
                </a:cubicBezTo>
                <a:cubicBezTo>
                  <a:pt x="16213114" y="7758962"/>
                  <a:pt x="16176526" y="7757316"/>
                  <a:pt x="16154978" y="7733736"/>
                </a:cubicBezTo>
                <a:cubicBezTo>
                  <a:pt x="16133430" y="7710156"/>
                  <a:pt x="16135078" y="7673572"/>
                  <a:pt x="16158658" y="7652021"/>
                </a:cubicBezTo>
                <a:cubicBezTo>
                  <a:pt x="16170450" y="7641246"/>
                  <a:pt x="16185494" y="7636271"/>
                  <a:pt x="16200278" y="7636937"/>
                </a:cubicBezTo>
                <a:close/>
                <a:moveTo>
                  <a:pt x="15497770" y="7610718"/>
                </a:moveTo>
                <a:cubicBezTo>
                  <a:pt x="15511182" y="7611320"/>
                  <a:pt x="15524362" y="7617043"/>
                  <a:pt x="15534134" y="7627734"/>
                </a:cubicBezTo>
                <a:cubicBezTo>
                  <a:pt x="15553674" y="7649120"/>
                  <a:pt x="15552182" y="7682300"/>
                  <a:pt x="15530794" y="7701839"/>
                </a:cubicBezTo>
                <a:cubicBezTo>
                  <a:pt x="15509410" y="7721381"/>
                  <a:pt x="15476230" y="7719889"/>
                  <a:pt x="15456686" y="7698505"/>
                </a:cubicBezTo>
                <a:cubicBezTo>
                  <a:pt x="15437142" y="7677119"/>
                  <a:pt x="15438638" y="7643940"/>
                  <a:pt x="15460022" y="7624396"/>
                </a:cubicBezTo>
                <a:cubicBezTo>
                  <a:pt x="15470718" y="7614625"/>
                  <a:pt x="15484358" y="7610113"/>
                  <a:pt x="15497770" y="7610718"/>
                </a:cubicBezTo>
                <a:close/>
                <a:moveTo>
                  <a:pt x="14795248" y="7585279"/>
                </a:moveTo>
                <a:cubicBezTo>
                  <a:pt x="14807076" y="7585814"/>
                  <a:pt x="14818702" y="7590857"/>
                  <a:pt x="14827320" y="7600289"/>
                </a:cubicBezTo>
                <a:cubicBezTo>
                  <a:pt x="14844556" y="7619150"/>
                  <a:pt x="14843238" y="7648414"/>
                  <a:pt x="14824376" y="7665649"/>
                </a:cubicBezTo>
                <a:cubicBezTo>
                  <a:pt x="14805516" y="7682885"/>
                  <a:pt x="14776254" y="7681565"/>
                  <a:pt x="14759018" y="7662705"/>
                </a:cubicBezTo>
                <a:cubicBezTo>
                  <a:pt x="14741782" y="7643842"/>
                  <a:pt x="14743098" y="7614580"/>
                  <a:pt x="14761960" y="7597345"/>
                </a:cubicBezTo>
                <a:cubicBezTo>
                  <a:pt x="14771390" y="7588727"/>
                  <a:pt x="14783422" y="7584747"/>
                  <a:pt x="14795248" y="7585279"/>
                </a:cubicBezTo>
                <a:close/>
                <a:moveTo>
                  <a:pt x="14092772" y="7558864"/>
                </a:moveTo>
                <a:cubicBezTo>
                  <a:pt x="14103268" y="7559336"/>
                  <a:pt x="14113584" y="7563812"/>
                  <a:pt x="14121232" y="7572182"/>
                </a:cubicBezTo>
                <a:cubicBezTo>
                  <a:pt x="14136526" y="7588918"/>
                  <a:pt x="14135356" y="7614886"/>
                  <a:pt x="14118620" y="7630181"/>
                </a:cubicBezTo>
                <a:cubicBezTo>
                  <a:pt x="14101882" y="7645476"/>
                  <a:pt x="14075914" y="7644307"/>
                  <a:pt x="14060620" y="7627570"/>
                </a:cubicBezTo>
                <a:cubicBezTo>
                  <a:pt x="14045324" y="7610832"/>
                  <a:pt x="14046494" y="7584864"/>
                  <a:pt x="14063232" y="7569569"/>
                </a:cubicBezTo>
                <a:cubicBezTo>
                  <a:pt x="14071600" y="7561922"/>
                  <a:pt x="14082276" y="7558390"/>
                  <a:pt x="14092772" y="7558864"/>
                </a:cubicBezTo>
                <a:close/>
                <a:moveTo>
                  <a:pt x="13390356" y="7531091"/>
                </a:moveTo>
                <a:cubicBezTo>
                  <a:pt x="13399868" y="7531519"/>
                  <a:pt x="13409216" y="7535575"/>
                  <a:pt x="13416144" y="7543159"/>
                </a:cubicBezTo>
                <a:cubicBezTo>
                  <a:pt x="13430004" y="7558326"/>
                  <a:pt x="13428944" y="7581856"/>
                  <a:pt x="13413776" y="7595716"/>
                </a:cubicBezTo>
                <a:cubicBezTo>
                  <a:pt x="13398610" y="7609575"/>
                  <a:pt x="13375080" y="7608516"/>
                  <a:pt x="13361220" y="7593349"/>
                </a:cubicBezTo>
                <a:cubicBezTo>
                  <a:pt x="13347362" y="7578183"/>
                  <a:pt x="13348422" y="7554652"/>
                  <a:pt x="13363588" y="7540792"/>
                </a:cubicBezTo>
                <a:cubicBezTo>
                  <a:pt x="13371170" y="7533864"/>
                  <a:pt x="13380846" y="7530664"/>
                  <a:pt x="13390356" y="7531091"/>
                </a:cubicBezTo>
                <a:close/>
                <a:moveTo>
                  <a:pt x="12687772" y="7506527"/>
                </a:moveTo>
                <a:cubicBezTo>
                  <a:pt x="12695470" y="7506873"/>
                  <a:pt x="12703034" y="7510158"/>
                  <a:pt x="12708644" y="7516295"/>
                </a:cubicBezTo>
                <a:cubicBezTo>
                  <a:pt x="12719862" y="7528571"/>
                  <a:pt x="12719004" y="7547616"/>
                  <a:pt x="12706728" y="7558833"/>
                </a:cubicBezTo>
                <a:cubicBezTo>
                  <a:pt x="12694454" y="7570049"/>
                  <a:pt x="12675408" y="7569194"/>
                  <a:pt x="12664190" y="7556918"/>
                </a:cubicBezTo>
                <a:cubicBezTo>
                  <a:pt x="12652974" y="7544641"/>
                  <a:pt x="12653832" y="7525596"/>
                  <a:pt x="12666106" y="7514379"/>
                </a:cubicBezTo>
                <a:cubicBezTo>
                  <a:pt x="12672244" y="7508770"/>
                  <a:pt x="12680074" y="7506181"/>
                  <a:pt x="12687772" y="7506527"/>
                </a:cubicBezTo>
                <a:close/>
                <a:moveTo>
                  <a:pt x="11985306" y="7479847"/>
                </a:moveTo>
                <a:cubicBezTo>
                  <a:pt x="11991740" y="7480136"/>
                  <a:pt x="11998064" y="7482881"/>
                  <a:pt x="12002752" y="7488011"/>
                </a:cubicBezTo>
                <a:cubicBezTo>
                  <a:pt x="12012128" y="7498270"/>
                  <a:pt x="12011412" y="7514187"/>
                  <a:pt x="12001150" y="7523563"/>
                </a:cubicBezTo>
                <a:cubicBezTo>
                  <a:pt x="11990890" y="7532939"/>
                  <a:pt x="11974972" y="7532224"/>
                  <a:pt x="11965598" y="7521963"/>
                </a:cubicBezTo>
                <a:cubicBezTo>
                  <a:pt x="11956222" y="7511703"/>
                  <a:pt x="11956938" y="7495785"/>
                  <a:pt x="11967198" y="7486410"/>
                </a:cubicBezTo>
                <a:cubicBezTo>
                  <a:pt x="11972328" y="7481721"/>
                  <a:pt x="11978872" y="7479558"/>
                  <a:pt x="11985306" y="7479847"/>
                </a:cubicBezTo>
                <a:close/>
                <a:moveTo>
                  <a:pt x="11282778" y="7454684"/>
                </a:moveTo>
                <a:cubicBezTo>
                  <a:pt x="11287560" y="7454900"/>
                  <a:pt x="11292262" y="7456940"/>
                  <a:pt x="11295746" y="7460753"/>
                </a:cubicBezTo>
                <a:cubicBezTo>
                  <a:pt x="11302716" y="7468379"/>
                  <a:pt x="11302182" y="7480212"/>
                  <a:pt x="11294556" y="7487181"/>
                </a:cubicBezTo>
                <a:cubicBezTo>
                  <a:pt x="11286930" y="7494150"/>
                  <a:pt x="11275098" y="7493618"/>
                  <a:pt x="11268128" y="7485992"/>
                </a:cubicBezTo>
                <a:cubicBezTo>
                  <a:pt x="11261158" y="7478363"/>
                  <a:pt x="11261690" y="7466532"/>
                  <a:pt x="11269318" y="7459561"/>
                </a:cubicBezTo>
                <a:cubicBezTo>
                  <a:pt x="11273132" y="7456078"/>
                  <a:pt x="11277996" y="7454469"/>
                  <a:pt x="11282778" y="7454684"/>
                </a:cubicBezTo>
                <a:close/>
                <a:moveTo>
                  <a:pt x="10580306" y="7427567"/>
                </a:moveTo>
                <a:cubicBezTo>
                  <a:pt x="10583942" y="7427731"/>
                  <a:pt x="10587516" y="7429281"/>
                  <a:pt x="10590166" y="7432181"/>
                </a:cubicBezTo>
                <a:cubicBezTo>
                  <a:pt x="10595464" y="7437980"/>
                  <a:pt x="10595058" y="7446974"/>
                  <a:pt x="10589262" y="7452271"/>
                </a:cubicBezTo>
                <a:cubicBezTo>
                  <a:pt x="10583464" y="7457569"/>
                  <a:pt x="10574468" y="7457165"/>
                  <a:pt x="10569170" y="7451368"/>
                </a:cubicBezTo>
                <a:cubicBezTo>
                  <a:pt x="10563870" y="7445568"/>
                  <a:pt x="10564276" y="7436573"/>
                  <a:pt x="10570074" y="7431275"/>
                </a:cubicBezTo>
                <a:cubicBezTo>
                  <a:pt x="10572974" y="7428627"/>
                  <a:pt x="10576672" y="7427402"/>
                  <a:pt x="10580306" y="7427567"/>
                </a:cubicBezTo>
                <a:close/>
                <a:moveTo>
                  <a:pt x="9871576" y="7403757"/>
                </a:moveTo>
                <a:cubicBezTo>
                  <a:pt x="9875108" y="7400529"/>
                  <a:pt x="9880586" y="7400776"/>
                  <a:pt x="9883814" y="7404309"/>
                </a:cubicBezTo>
                <a:cubicBezTo>
                  <a:pt x="9887040" y="7407839"/>
                  <a:pt x="9886794" y="7413317"/>
                  <a:pt x="9883262" y="7416545"/>
                </a:cubicBezTo>
                <a:cubicBezTo>
                  <a:pt x="9879730" y="7419772"/>
                  <a:pt x="9874252" y="7419526"/>
                  <a:pt x="9871024" y="7415995"/>
                </a:cubicBezTo>
                <a:cubicBezTo>
                  <a:pt x="9867798" y="7412463"/>
                  <a:pt x="9868044" y="7406985"/>
                  <a:pt x="9871576" y="7403757"/>
                </a:cubicBezTo>
                <a:close/>
                <a:moveTo>
                  <a:pt x="9173998" y="7377244"/>
                </a:moveTo>
                <a:cubicBezTo>
                  <a:pt x="9174708" y="7376595"/>
                  <a:pt x="9175814" y="7376645"/>
                  <a:pt x="9176464" y="7377355"/>
                </a:cubicBezTo>
                <a:cubicBezTo>
                  <a:pt x="9177114" y="7378068"/>
                  <a:pt x="9177066" y="7379172"/>
                  <a:pt x="9176352" y="7379822"/>
                </a:cubicBezTo>
                <a:cubicBezTo>
                  <a:pt x="9175642" y="7380472"/>
                  <a:pt x="9174536" y="7380423"/>
                  <a:pt x="9173886" y="7379713"/>
                </a:cubicBezTo>
                <a:cubicBezTo>
                  <a:pt x="9173236" y="7379000"/>
                  <a:pt x="9173286" y="7377896"/>
                  <a:pt x="9173998" y="7377244"/>
                </a:cubicBezTo>
                <a:close/>
                <a:moveTo>
                  <a:pt x="17269710" y="7327694"/>
                </a:moveTo>
                <a:cubicBezTo>
                  <a:pt x="17285918" y="7328424"/>
                  <a:pt x="17301850" y="7335339"/>
                  <a:pt x="17313658" y="7348261"/>
                </a:cubicBezTo>
                <a:cubicBezTo>
                  <a:pt x="17337278" y="7374109"/>
                  <a:pt x="17335470" y="7414211"/>
                  <a:pt x="17309626" y="7437832"/>
                </a:cubicBezTo>
                <a:cubicBezTo>
                  <a:pt x="17283774" y="7461451"/>
                  <a:pt x="17243674" y="7459645"/>
                  <a:pt x="17220054" y="7433797"/>
                </a:cubicBezTo>
                <a:cubicBezTo>
                  <a:pt x="17196434" y="7407949"/>
                  <a:pt x="17198238" y="7367847"/>
                  <a:pt x="17224090" y="7344228"/>
                </a:cubicBezTo>
                <a:cubicBezTo>
                  <a:pt x="17237014" y="7332418"/>
                  <a:pt x="17253502" y="7326965"/>
                  <a:pt x="17269710" y="7327694"/>
                </a:cubicBezTo>
                <a:close/>
                <a:moveTo>
                  <a:pt x="16567222" y="7301450"/>
                </a:moveTo>
                <a:cubicBezTo>
                  <a:pt x="16582054" y="7302119"/>
                  <a:pt x="16596634" y="7308446"/>
                  <a:pt x="16607438" y="7320272"/>
                </a:cubicBezTo>
                <a:cubicBezTo>
                  <a:pt x="16629054" y="7343923"/>
                  <a:pt x="16627398" y="7380621"/>
                  <a:pt x="16603746" y="7402233"/>
                </a:cubicBezTo>
                <a:cubicBezTo>
                  <a:pt x="16580094" y="7423847"/>
                  <a:pt x="16543398" y="7422195"/>
                  <a:pt x="16521786" y="7398542"/>
                </a:cubicBezTo>
                <a:cubicBezTo>
                  <a:pt x="16500174" y="7374890"/>
                  <a:pt x="16501826" y="7338193"/>
                  <a:pt x="16525478" y="7316580"/>
                </a:cubicBezTo>
                <a:cubicBezTo>
                  <a:pt x="16537302" y="7305773"/>
                  <a:pt x="16552390" y="7300783"/>
                  <a:pt x="16567222" y="7301450"/>
                </a:cubicBezTo>
                <a:close/>
                <a:moveTo>
                  <a:pt x="15864730" y="7275384"/>
                </a:moveTo>
                <a:cubicBezTo>
                  <a:pt x="15878142" y="7275987"/>
                  <a:pt x="15891322" y="7281707"/>
                  <a:pt x="15901094" y="7292400"/>
                </a:cubicBezTo>
                <a:cubicBezTo>
                  <a:pt x="15920634" y="7313786"/>
                  <a:pt x="15919142" y="7346963"/>
                  <a:pt x="15897754" y="7366509"/>
                </a:cubicBezTo>
                <a:cubicBezTo>
                  <a:pt x="15876370" y="7386051"/>
                  <a:pt x="15843190" y="7384557"/>
                  <a:pt x="15823646" y="7363170"/>
                </a:cubicBezTo>
                <a:cubicBezTo>
                  <a:pt x="15804102" y="7341786"/>
                  <a:pt x="15805598" y="7308606"/>
                  <a:pt x="15826982" y="7289062"/>
                </a:cubicBezTo>
                <a:cubicBezTo>
                  <a:pt x="15837674" y="7279292"/>
                  <a:pt x="15851318" y="7274779"/>
                  <a:pt x="15864730" y="7275384"/>
                </a:cubicBezTo>
                <a:close/>
                <a:moveTo>
                  <a:pt x="15162270" y="7248092"/>
                </a:moveTo>
                <a:cubicBezTo>
                  <a:pt x="15174578" y="7248646"/>
                  <a:pt x="15186674" y="7253896"/>
                  <a:pt x="15195642" y="7263710"/>
                </a:cubicBezTo>
                <a:cubicBezTo>
                  <a:pt x="15213578" y="7283339"/>
                  <a:pt x="15212206" y="7313791"/>
                  <a:pt x="15192578" y="7331727"/>
                </a:cubicBezTo>
                <a:cubicBezTo>
                  <a:pt x="15172950" y="7349662"/>
                  <a:pt x="15142498" y="7348292"/>
                  <a:pt x="15124562" y="7328663"/>
                </a:cubicBezTo>
                <a:cubicBezTo>
                  <a:pt x="15106626" y="7309034"/>
                  <a:pt x="15107998" y="7278583"/>
                  <a:pt x="15127626" y="7260646"/>
                </a:cubicBezTo>
                <a:cubicBezTo>
                  <a:pt x="15137442" y="7251678"/>
                  <a:pt x="15149962" y="7247536"/>
                  <a:pt x="15162270" y="7248092"/>
                </a:cubicBezTo>
                <a:close/>
                <a:moveTo>
                  <a:pt x="14459708" y="7223550"/>
                </a:moveTo>
                <a:cubicBezTo>
                  <a:pt x="14470204" y="7224022"/>
                  <a:pt x="14480518" y="7228499"/>
                  <a:pt x="14488166" y="7236869"/>
                </a:cubicBezTo>
                <a:cubicBezTo>
                  <a:pt x="14503460" y="7253606"/>
                  <a:pt x="14502292" y="7279574"/>
                  <a:pt x="14485554" y="7294868"/>
                </a:cubicBezTo>
                <a:cubicBezTo>
                  <a:pt x="14468816" y="7310163"/>
                  <a:pt x="14442848" y="7308993"/>
                  <a:pt x="14427554" y="7292257"/>
                </a:cubicBezTo>
                <a:cubicBezTo>
                  <a:pt x="14412260" y="7275520"/>
                  <a:pt x="14413428" y="7249552"/>
                  <a:pt x="14430166" y="7234257"/>
                </a:cubicBezTo>
                <a:cubicBezTo>
                  <a:pt x="14438534" y="7226610"/>
                  <a:pt x="14449212" y="7223077"/>
                  <a:pt x="14459708" y="7223550"/>
                </a:cubicBezTo>
                <a:close/>
                <a:moveTo>
                  <a:pt x="13757262" y="7196409"/>
                </a:moveTo>
                <a:cubicBezTo>
                  <a:pt x="13766612" y="7196830"/>
                  <a:pt x="13775800" y="7200817"/>
                  <a:pt x="13782612" y="7208271"/>
                </a:cubicBezTo>
                <a:cubicBezTo>
                  <a:pt x="13796236" y="7223181"/>
                  <a:pt x="13795192" y="7246312"/>
                  <a:pt x="13780284" y="7259936"/>
                </a:cubicBezTo>
                <a:cubicBezTo>
                  <a:pt x="13765376" y="7273559"/>
                  <a:pt x="13742246" y="7272518"/>
                  <a:pt x="13728622" y="7257609"/>
                </a:cubicBezTo>
                <a:cubicBezTo>
                  <a:pt x="13714998" y="7242701"/>
                  <a:pt x="13716040" y="7219570"/>
                  <a:pt x="13730948" y="7205946"/>
                </a:cubicBezTo>
                <a:cubicBezTo>
                  <a:pt x="13738402" y="7199134"/>
                  <a:pt x="13747912" y="7195989"/>
                  <a:pt x="13757262" y="7196409"/>
                </a:cubicBezTo>
                <a:close/>
                <a:moveTo>
                  <a:pt x="13054746" y="7170316"/>
                </a:moveTo>
                <a:cubicBezTo>
                  <a:pt x="13062674" y="7170672"/>
                  <a:pt x="13070466" y="7174054"/>
                  <a:pt x="13076242" y="7180376"/>
                </a:cubicBezTo>
                <a:cubicBezTo>
                  <a:pt x="13087794" y="7193016"/>
                  <a:pt x="13086912" y="7212629"/>
                  <a:pt x="13074270" y="7224183"/>
                </a:cubicBezTo>
                <a:cubicBezTo>
                  <a:pt x="13061628" y="7235735"/>
                  <a:pt x="13042014" y="7234851"/>
                  <a:pt x="13030462" y="7222210"/>
                </a:cubicBezTo>
                <a:cubicBezTo>
                  <a:pt x="13018910" y="7209567"/>
                  <a:pt x="13019792" y="7189955"/>
                  <a:pt x="13032434" y="7178402"/>
                </a:cubicBezTo>
                <a:cubicBezTo>
                  <a:pt x="13038754" y="7172626"/>
                  <a:pt x="13046818" y="7169959"/>
                  <a:pt x="13054746" y="7170316"/>
                </a:cubicBezTo>
                <a:close/>
                <a:moveTo>
                  <a:pt x="12352236" y="7144705"/>
                </a:moveTo>
                <a:cubicBezTo>
                  <a:pt x="12358624" y="7144993"/>
                  <a:pt x="12364904" y="7147718"/>
                  <a:pt x="12369560" y="7152813"/>
                </a:cubicBezTo>
                <a:cubicBezTo>
                  <a:pt x="12378870" y="7163000"/>
                  <a:pt x="12378158" y="7178809"/>
                  <a:pt x="12367970" y="7188117"/>
                </a:cubicBezTo>
                <a:cubicBezTo>
                  <a:pt x="12357780" y="7197429"/>
                  <a:pt x="12341974" y="7196717"/>
                  <a:pt x="12332664" y="7186528"/>
                </a:cubicBezTo>
                <a:cubicBezTo>
                  <a:pt x="12323354" y="7176339"/>
                  <a:pt x="12324066" y="7160530"/>
                  <a:pt x="12334254" y="7151223"/>
                </a:cubicBezTo>
                <a:cubicBezTo>
                  <a:pt x="12339348" y="7146566"/>
                  <a:pt x="12345846" y="7144417"/>
                  <a:pt x="12352236" y="7144705"/>
                </a:cubicBezTo>
                <a:close/>
                <a:moveTo>
                  <a:pt x="11649756" y="7118468"/>
                </a:moveTo>
                <a:cubicBezTo>
                  <a:pt x="11654768" y="7118694"/>
                  <a:pt x="11659694" y="7120834"/>
                  <a:pt x="11663346" y="7124830"/>
                </a:cubicBezTo>
                <a:cubicBezTo>
                  <a:pt x="11670650" y="7132823"/>
                  <a:pt x="11670092" y="7145225"/>
                  <a:pt x="11662100" y="7152530"/>
                </a:cubicBezTo>
                <a:cubicBezTo>
                  <a:pt x="11654106" y="7159835"/>
                  <a:pt x="11641704" y="7159274"/>
                  <a:pt x="11634400" y="7151279"/>
                </a:cubicBezTo>
                <a:cubicBezTo>
                  <a:pt x="11627096" y="7143288"/>
                  <a:pt x="11627654" y="7130886"/>
                  <a:pt x="11635646" y="7123582"/>
                </a:cubicBezTo>
                <a:cubicBezTo>
                  <a:pt x="11639644" y="7119930"/>
                  <a:pt x="11644744" y="7118243"/>
                  <a:pt x="11649756" y="7118468"/>
                </a:cubicBezTo>
                <a:close/>
                <a:moveTo>
                  <a:pt x="10947268" y="7092227"/>
                </a:moveTo>
                <a:cubicBezTo>
                  <a:pt x="10950904" y="7092391"/>
                  <a:pt x="10954478" y="7093942"/>
                  <a:pt x="10957126" y="7096841"/>
                </a:cubicBezTo>
                <a:cubicBezTo>
                  <a:pt x="10962424" y="7102640"/>
                  <a:pt x="10962018" y="7111636"/>
                  <a:pt x="10956222" y="7116933"/>
                </a:cubicBezTo>
                <a:cubicBezTo>
                  <a:pt x="10950424" y="7122231"/>
                  <a:pt x="10941428" y="7121826"/>
                  <a:pt x="10936130" y="7116027"/>
                </a:cubicBezTo>
                <a:cubicBezTo>
                  <a:pt x="10930830" y="7110230"/>
                  <a:pt x="10931236" y="7101235"/>
                  <a:pt x="10937034" y="7095937"/>
                </a:cubicBezTo>
                <a:cubicBezTo>
                  <a:pt x="10939932" y="7093288"/>
                  <a:pt x="10943632" y="7092064"/>
                  <a:pt x="10947268" y="7092227"/>
                </a:cubicBezTo>
                <a:close/>
                <a:moveTo>
                  <a:pt x="10238512" y="7068441"/>
                </a:moveTo>
                <a:cubicBezTo>
                  <a:pt x="10242044" y="7065214"/>
                  <a:pt x="10247522" y="7065460"/>
                  <a:pt x="10250750" y="7068993"/>
                </a:cubicBezTo>
                <a:cubicBezTo>
                  <a:pt x="10253976" y="7072524"/>
                  <a:pt x="10253730" y="7078002"/>
                  <a:pt x="10250198" y="7081230"/>
                </a:cubicBezTo>
                <a:cubicBezTo>
                  <a:pt x="10246666" y="7084456"/>
                  <a:pt x="10241188" y="7084210"/>
                  <a:pt x="10237960" y="7080678"/>
                </a:cubicBezTo>
                <a:cubicBezTo>
                  <a:pt x="10234732" y="7077147"/>
                  <a:pt x="10234980" y="7071667"/>
                  <a:pt x="10238512" y="7068441"/>
                </a:cubicBezTo>
                <a:close/>
                <a:moveTo>
                  <a:pt x="9540932" y="7041926"/>
                </a:moveTo>
                <a:cubicBezTo>
                  <a:pt x="9541644" y="7041274"/>
                  <a:pt x="9542750" y="7041325"/>
                  <a:pt x="9543400" y="7042035"/>
                </a:cubicBezTo>
                <a:cubicBezTo>
                  <a:pt x="9544050" y="7042747"/>
                  <a:pt x="9544000" y="7043851"/>
                  <a:pt x="9543288" y="7044503"/>
                </a:cubicBezTo>
                <a:cubicBezTo>
                  <a:pt x="9542576" y="7045152"/>
                  <a:pt x="9541472" y="7045103"/>
                  <a:pt x="9540820" y="7044393"/>
                </a:cubicBezTo>
                <a:cubicBezTo>
                  <a:pt x="9540170" y="7043680"/>
                  <a:pt x="9540220" y="7042575"/>
                  <a:pt x="9540932" y="7041926"/>
                </a:cubicBezTo>
                <a:close/>
                <a:moveTo>
                  <a:pt x="16934158" y="6966140"/>
                </a:moveTo>
                <a:cubicBezTo>
                  <a:pt x="16948990" y="6966808"/>
                  <a:pt x="16963566" y="6973134"/>
                  <a:pt x="16974374" y="6984960"/>
                </a:cubicBezTo>
                <a:cubicBezTo>
                  <a:pt x="16995986" y="7008612"/>
                  <a:pt x="16994334" y="7045309"/>
                  <a:pt x="16970682" y="7066923"/>
                </a:cubicBezTo>
                <a:cubicBezTo>
                  <a:pt x="16947030" y="7088536"/>
                  <a:pt x="16910334" y="7086883"/>
                  <a:pt x="16888722" y="7063232"/>
                </a:cubicBezTo>
                <a:cubicBezTo>
                  <a:pt x="16867106" y="7039577"/>
                  <a:pt x="16868762" y="7002881"/>
                  <a:pt x="16892410" y="6981268"/>
                </a:cubicBezTo>
                <a:cubicBezTo>
                  <a:pt x="16904238" y="6970460"/>
                  <a:pt x="16919326" y="6965471"/>
                  <a:pt x="16934158" y="6966140"/>
                </a:cubicBezTo>
                <a:close/>
                <a:moveTo>
                  <a:pt x="16231666" y="6940070"/>
                </a:moveTo>
                <a:cubicBezTo>
                  <a:pt x="16245078" y="6940673"/>
                  <a:pt x="16258258" y="6946394"/>
                  <a:pt x="16268030" y="6957085"/>
                </a:cubicBezTo>
                <a:cubicBezTo>
                  <a:pt x="16287570" y="6978473"/>
                  <a:pt x="16286078" y="7011651"/>
                  <a:pt x="16264690" y="7031196"/>
                </a:cubicBezTo>
                <a:cubicBezTo>
                  <a:pt x="16243306" y="7050737"/>
                  <a:pt x="16210126" y="7049243"/>
                  <a:pt x="16190582" y="7027859"/>
                </a:cubicBezTo>
                <a:cubicBezTo>
                  <a:pt x="16171038" y="7006473"/>
                  <a:pt x="16172534" y="6973292"/>
                  <a:pt x="16193918" y="6953750"/>
                </a:cubicBezTo>
                <a:cubicBezTo>
                  <a:pt x="16204614" y="6943977"/>
                  <a:pt x="16218254" y="6939466"/>
                  <a:pt x="16231666" y="6940070"/>
                </a:cubicBezTo>
                <a:close/>
                <a:moveTo>
                  <a:pt x="15529158" y="6914285"/>
                </a:moveTo>
                <a:cubicBezTo>
                  <a:pt x="15541078" y="6914821"/>
                  <a:pt x="15552786" y="6919905"/>
                  <a:pt x="15561470" y="6929407"/>
                </a:cubicBezTo>
                <a:cubicBezTo>
                  <a:pt x="15578838" y="6948410"/>
                  <a:pt x="15577510" y="6977894"/>
                  <a:pt x="15558506" y="6995259"/>
                </a:cubicBezTo>
                <a:cubicBezTo>
                  <a:pt x="15539502" y="7012625"/>
                  <a:pt x="15510018" y="7011297"/>
                  <a:pt x="15492654" y="6992294"/>
                </a:cubicBezTo>
                <a:cubicBezTo>
                  <a:pt x="15475286" y="6973289"/>
                  <a:pt x="15476614" y="6943805"/>
                  <a:pt x="15495618" y="6926439"/>
                </a:cubicBezTo>
                <a:cubicBezTo>
                  <a:pt x="15505118" y="6917758"/>
                  <a:pt x="15517242" y="6913748"/>
                  <a:pt x="15529158" y="6914285"/>
                </a:cubicBezTo>
                <a:close/>
                <a:moveTo>
                  <a:pt x="14826640" y="6888240"/>
                </a:moveTo>
                <a:cubicBezTo>
                  <a:pt x="14837136" y="6888712"/>
                  <a:pt x="14847452" y="6893188"/>
                  <a:pt x="14855100" y="6901557"/>
                </a:cubicBezTo>
                <a:cubicBezTo>
                  <a:pt x="14870394" y="6918294"/>
                  <a:pt x="14869224" y="6944262"/>
                  <a:pt x="14852488" y="6959557"/>
                </a:cubicBezTo>
                <a:cubicBezTo>
                  <a:pt x="14835750" y="6974852"/>
                  <a:pt x="14809782" y="6973682"/>
                  <a:pt x="14794488" y="6956946"/>
                </a:cubicBezTo>
                <a:cubicBezTo>
                  <a:pt x="14779192" y="6940208"/>
                  <a:pt x="14780362" y="6914241"/>
                  <a:pt x="14797100" y="6898945"/>
                </a:cubicBezTo>
                <a:cubicBezTo>
                  <a:pt x="14805468" y="6891298"/>
                  <a:pt x="14816144" y="6887768"/>
                  <a:pt x="14826640" y="6888240"/>
                </a:cubicBezTo>
                <a:close/>
                <a:moveTo>
                  <a:pt x="14124156" y="6861996"/>
                </a:moveTo>
                <a:cubicBezTo>
                  <a:pt x="14133274" y="6862406"/>
                  <a:pt x="14142236" y="6866296"/>
                  <a:pt x="14148882" y="6873567"/>
                </a:cubicBezTo>
                <a:cubicBezTo>
                  <a:pt x="14162170" y="6888110"/>
                  <a:pt x="14161154" y="6910670"/>
                  <a:pt x="14146612" y="6923959"/>
                </a:cubicBezTo>
                <a:cubicBezTo>
                  <a:pt x="14132070" y="6937248"/>
                  <a:pt x="14109508" y="6936232"/>
                  <a:pt x="14096220" y="6921691"/>
                </a:cubicBezTo>
                <a:cubicBezTo>
                  <a:pt x="14082930" y="6907147"/>
                  <a:pt x="14083946" y="6884586"/>
                  <a:pt x="14098490" y="6871299"/>
                </a:cubicBezTo>
                <a:cubicBezTo>
                  <a:pt x="14105762" y="6864653"/>
                  <a:pt x="14115036" y="6861585"/>
                  <a:pt x="14124156" y="6861996"/>
                </a:cubicBezTo>
                <a:close/>
                <a:moveTo>
                  <a:pt x="13421638" y="6835902"/>
                </a:moveTo>
                <a:cubicBezTo>
                  <a:pt x="13429336" y="6836249"/>
                  <a:pt x="13436902" y="6839532"/>
                  <a:pt x="13442512" y="6845671"/>
                </a:cubicBezTo>
                <a:cubicBezTo>
                  <a:pt x="13453730" y="6857946"/>
                  <a:pt x="13452872" y="6876992"/>
                  <a:pt x="13440596" y="6888207"/>
                </a:cubicBezTo>
                <a:cubicBezTo>
                  <a:pt x="13428322" y="6899424"/>
                  <a:pt x="13409276" y="6898569"/>
                  <a:pt x="13398058" y="6886292"/>
                </a:cubicBezTo>
                <a:cubicBezTo>
                  <a:pt x="13386842" y="6874016"/>
                  <a:pt x="13387700" y="6854970"/>
                  <a:pt x="13399974" y="6843754"/>
                </a:cubicBezTo>
                <a:cubicBezTo>
                  <a:pt x="13406112" y="6838145"/>
                  <a:pt x="13413940" y="6835556"/>
                  <a:pt x="13421638" y="6835902"/>
                </a:cubicBezTo>
                <a:close/>
                <a:moveTo>
                  <a:pt x="12719174" y="6809220"/>
                </a:moveTo>
                <a:cubicBezTo>
                  <a:pt x="12725608" y="6809508"/>
                  <a:pt x="12731932" y="6812253"/>
                  <a:pt x="12736620" y="6817383"/>
                </a:cubicBezTo>
                <a:cubicBezTo>
                  <a:pt x="12745994" y="6827643"/>
                  <a:pt x="12745278" y="6843561"/>
                  <a:pt x="12735018" y="6852938"/>
                </a:cubicBezTo>
                <a:cubicBezTo>
                  <a:pt x="12724758" y="6862314"/>
                  <a:pt x="12708840" y="6861596"/>
                  <a:pt x="12699464" y="6851337"/>
                </a:cubicBezTo>
                <a:cubicBezTo>
                  <a:pt x="12690088" y="6841076"/>
                  <a:pt x="12690806" y="6825159"/>
                  <a:pt x="12701066" y="6815782"/>
                </a:cubicBezTo>
                <a:cubicBezTo>
                  <a:pt x="12706196" y="6811094"/>
                  <a:pt x="12712740" y="6808930"/>
                  <a:pt x="12719174" y="6809220"/>
                </a:cubicBezTo>
                <a:close/>
                <a:moveTo>
                  <a:pt x="12016688" y="6783156"/>
                </a:moveTo>
                <a:cubicBezTo>
                  <a:pt x="12021702" y="6783382"/>
                  <a:pt x="12026628" y="6785521"/>
                  <a:pt x="12030280" y="6789516"/>
                </a:cubicBezTo>
                <a:cubicBezTo>
                  <a:pt x="12037584" y="6797508"/>
                  <a:pt x="12037026" y="6809911"/>
                  <a:pt x="12029032" y="6817216"/>
                </a:cubicBezTo>
                <a:cubicBezTo>
                  <a:pt x="12021038" y="6824522"/>
                  <a:pt x="12008638" y="6823962"/>
                  <a:pt x="12001332" y="6815968"/>
                </a:cubicBezTo>
                <a:cubicBezTo>
                  <a:pt x="11994028" y="6807974"/>
                  <a:pt x="11994588" y="6795571"/>
                  <a:pt x="12002580" y="6788268"/>
                </a:cubicBezTo>
                <a:cubicBezTo>
                  <a:pt x="12006578" y="6784616"/>
                  <a:pt x="12011676" y="6782930"/>
                  <a:pt x="12016688" y="6783156"/>
                </a:cubicBezTo>
                <a:close/>
                <a:moveTo>
                  <a:pt x="11314202" y="6756911"/>
                </a:moveTo>
                <a:cubicBezTo>
                  <a:pt x="11317838" y="6757076"/>
                  <a:pt x="11321412" y="6758626"/>
                  <a:pt x="11324060" y="6761526"/>
                </a:cubicBezTo>
                <a:cubicBezTo>
                  <a:pt x="11329360" y="6767322"/>
                  <a:pt x="11328954" y="6776318"/>
                  <a:pt x="11323156" y="6781617"/>
                </a:cubicBezTo>
                <a:cubicBezTo>
                  <a:pt x="11317358" y="6786915"/>
                  <a:pt x="11308362" y="6786511"/>
                  <a:pt x="11303064" y="6780712"/>
                </a:cubicBezTo>
                <a:cubicBezTo>
                  <a:pt x="11297766" y="6774914"/>
                  <a:pt x="11298172" y="6765919"/>
                  <a:pt x="11303968" y="6760620"/>
                </a:cubicBezTo>
                <a:cubicBezTo>
                  <a:pt x="11306868" y="6757971"/>
                  <a:pt x="11310566" y="6756748"/>
                  <a:pt x="11314202" y="6756911"/>
                </a:cubicBezTo>
                <a:close/>
                <a:moveTo>
                  <a:pt x="10605472" y="6733101"/>
                </a:moveTo>
                <a:cubicBezTo>
                  <a:pt x="10609004" y="6729873"/>
                  <a:pt x="10614482" y="6730120"/>
                  <a:pt x="10617710" y="6733649"/>
                </a:cubicBezTo>
                <a:cubicBezTo>
                  <a:pt x="10620936" y="6737183"/>
                  <a:pt x="10620690" y="6742662"/>
                  <a:pt x="10617158" y="6745889"/>
                </a:cubicBezTo>
                <a:cubicBezTo>
                  <a:pt x="10613626" y="6749116"/>
                  <a:pt x="10608148" y="6748869"/>
                  <a:pt x="10604920" y="6745337"/>
                </a:cubicBezTo>
                <a:cubicBezTo>
                  <a:pt x="10601692" y="6741807"/>
                  <a:pt x="10601940" y="6736327"/>
                  <a:pt x="10605472" y="6733101"/>
                </a:cubicBezTo>
                <a:close/>
                <a:moveTo>
                  <a:pt x="9907868" y="6706604"/>
                </a:moveTo>
                <a:cubicBezTo>
                  <a:pt x="9908578" y="6705959"/>
                  <a:pt x="9909684" y="6706006"/>
                  <a:pt x="9910334" y="6706719"/>
                </a:cubicBezTo>
                <a:cubicBezTo>
                  <a:pt x="9910984" y="6707428"/>
                  <a:pt x="9910934" y="6708535"/>
                  <a:pt x="9910222" y="6709184"/>
                </a:cubicBezTo>
                <a:cubicBezTo>
                  <a:pt x="9909510" y="6709836"/>
                  <a:pt x="9908406" y="6709785"/>
                  <a:pt x="9907756" y="6709075"/>
                </a:cubicBezTo>
                <a:cubicBezTo>
                  <a:pt x="9907106" y="6708363"/>
                  <a:pt x="9907154" y="6707258"/>
                  <a:pt x="9907868" y="6706604"/>
                </a:cubicBezTo>
                <a:close/>
                <a:moveTo>
                  <a:pt x="17301090" y="6630829"/>
                </a:moveTo>
                <a:cubicBezTo>
                  <a:pt x="17315922" y="6631497"/>
                  <a:pt x="17330502" y="6637823"/>
                  <a:pt x="17341306" y="6649650"/>
                </a:cubicBezTo>
                <a:cubicBezTo>
                  <a:pt x="17362922" y="6673301"/>
                  <a:pt x="17361266" y="6710000"/>
                  <a:pt x="17337614" y="6731612"/>
                </a:cubicBezTo>
                <a:cubicBezTo>
                  <a:pt x="17313962" y="6753227"/>
                  <a:pt x="17277266" y="6751572"/>
                  <a:pt x="17255654" y="6727921"/>
                </a:cubicBezTo>
                <a:cubicBezTo>
                  <a:pt x="17234042" y="6704268"/>
                  <a:pt x="17235694" y="6667571"/>
                  <a:pt x="17259346" y="6645958"/>
                </a:cubicBezTo>
                <a:cubicBezTo>
                  <a:pt x="17271174" y="6635151"/>
                  <a:pt x="17286258" y="6630160"/>
                  <a:pt x="17301090" y="6630829"/>
                </a:cubicBezTo>
                <a:close/>
                <a:moveTo>
                  <a:pt x="16598598" y="6604761"/>
                </a:moveTo>
                <a:cubicBezTo>
                  <a:pt x="16612010" y="6605363"/>
                  <a:pt x="16625190" y="6611085"/>
                  <a:pt x="16634962" y="6621777"/>
                </a:cubicBezTo>
                <a:cubicBezTo>
                  <a:pt x="16654502" y="6643162"/>
                  <a:pt x="16653010" y="6676342"/>
                  <a:pt x="16631622" y="6695885"/>
                </a:cubicBezTo>
                <a:cubicBezTo>
                  <a:pt x="16610238" y="6715427"/>
                  <a:pt x="16577058" y="6713934"/>
                  <a:pt x="16557514" y="6692549"/>
                </a:cubicBezTo>
                <a:cubicBezTo>
                  <a:pt x="16537970" y="6671162"/>
                  <a:pt x="16539466" y="6637983"/>
                  <a:pt x="16560850" y="6618439"/>
                </a:cubicBezTo>
                <a:cubicBezTo>
                  <a:pt x="16571542" y="6608668"/>
                  <a:pt x="16585186" y="6604156"/>
                  <a:pt x="16598598" y="6604761"/>
                </a:cubicBezTo>
                <a:close/>
                <a:moveTo>
                  <a:pt x="15896034" y="6580221"/>
                </a:moveTo>
                <a:cubicBezTo>
                  <a:pt x="15907634" y="6580744"/>
                  <a:pt x="15919034" y="6585690"/>
                  <a:pt x="15927482" y="6594937"/>
                </a:cubicBezTo>
                <a:cubicBezTo>
                  <a:pt x="15944386" y="6613433"/>
                  <a:pt x="15943090" y="6642127"/>
                  <a:pt x="15924598" y="6659028"/>
                </a:cubicBezTo>
                <a:cubicBezTo>
                  <a:pt x="15906102" y="6675930"/>
                  <a:pt x="15877406" y="6674638"/>
                  <a:pt x="15860506" y="6656143"/>
                </a:cubicBezTo>
                <a:cubicBezTo>
                  <a:pt x="15843606" y="6637649"/>
                  <a:pt x="15844898" y="6608953"/>
                  <a:pt x="15863394" y="6592052"/>
                </a:cubicBezTo>
                <a:cubicBezTo>
                  <a:pt x="15872642" y="6583602"/>
                  <a:pt x="15884438" y="6579698"/>
                  <a:pt x="15896034" y="6580221"/>
                </a:cubicBezTo>
                <a:close/>
                <a:moveTo>
                  <a:pt x="15193602" y="6552905"/>
                </a:moveTo>
                <a:cubicBezTo>
                  <a:pt x="15204098" y="6553377"/>
                  <a:pt x="15214414" y="6557853"/>
                  <a:pt x="15222058" y="6566222"/>
                </a:cubicBezTo>
                <a:cubicBezTo>
                  <a:pt x="15237354" y="6582960"/>
                  <a:pt x="15236186" y="6608927"/>
                  <a:pt x="15219446" y="6624223"/>
                </a:cubicBezTo>
                <a:cubicBezTo>
                  <a:pt x="15202710" y="6639518"/>
                  <a:pt x="15176742" y="6638347"/>
                  <a:pt x="15161446" y="6621610"/>
                </a:cubicBezTo>
                <a:cubicBezTo>
                  <a:pt x="15146154" y="6604873"/>
                  <a:pt x="15147322" y="6578906"/>
                  <a:pt x="15164058" y="6563611"/>
                </a:cubicBezTo>
                <a:cubicBezTo>
                  <a:pt x="15172430" y="6555963"/>
                  <a:pt x="15183106" y="6552431"/>
                  <a:pt x="15193602" y="6552905"/>
                </a:cubicBezTo>
                <a:close/>
                <a:moveTo>
                  <a:pt x="14491090" y="6526683"/>
                </a:moveTo>
                <a:cubicBezTo>
                  <a:pt x="14500212" y="6527094"/>
                  <a:pt x="14509172" y="6530983"/>
                  <a:pt x="14515818" y="6538254"/>
                </a:cubicBezTo>
                <a:cubicBezTo>
                  <a:pt x="14529106" y="6552797"/>
                  <a:pt x="14528090" y="6575358"/>
                  <a:pt x="14513544" y="6588648"/>
                </a:cubicBezTo>
                <a:cubicBezTo>
                  <a:pt x="14499004" y="6601937"/>
                  <a:pt x="14476442" y="6600921"/>
                  <a:pt x="14463154" y="6586379"/>
                </a:cubicBezTo>
                <a:cubicBezTo>
                  <a:pt x="14449866" y="6571837"/>
                  <a:pt x="14450882" y="6549275"/>
                  <a:pt x="14465424" y="6535986"/>
                </a:cubicBezTo>
                <a:cubicBezTo>
                  <a:pt x="14472696" y="6529342"/>
                  <a:pt x="14481972" y="6526273"/>
                  <a:pt x="14491090" y="6526683"/>
                </a:cubicBezTo>
                <a:close/>
                <a:moveTo>
                  <a:pt x="13788576" y="6500591"/>
                </a:moveTo>
                <a:cubicBezTo>
                  <a:pt x="13796274" y="6500937"/>
                  <a:pt x="13803840" y="6504221"/>
                  <a:pt x="13809448" y="6510358"/>
                </a:cubicBezTo>
                <a:cubicBezTo>
                  <a:pt x="13820666" y="6522634"/>
                  <a:pt x="13819806" y="6541678"/>
                  <a:pt x="13807532" y="6552895"/>
                </a:cubicBezTo>
                <a:cubicBezTo>
                  <a:pt x="13795258" y="6564112"/>
                  <a:pt x="13776212" y="6563255"/>
                  <a:pt x="13764994" y="6550979"/>
                </a:cubicBezTo>
                <a:cubicBezTo>
                  <a:pt x="13753776" y="6538703"/>
                  <a:pt x="13754636" y="6519658"/>
                  <a:pt x="13766910" y="6508442"/>
                </a:cubicBezTo>
                <a:cubicBezTo>
                  <a:pt x="13773048" y="6502834"/>
                  <a:pt x="13780878" y="6500244"/>
                  <a:pt x="13788576" y="6500591"/>
                </a:cubicBezTo>
                <a:close/>
                <a:moveTo>
                  <a:pt x="13086110" y="6473906"/>
                </a:moveTo>
                <a:cubicBezTo>
                  <a:pt x="13092544" y="6474196"/>
                  <a:pt x="13098868" y="6476939"/>
                  <a:pt x="13103556" y="6482069"/>
                </a:cubicBezTo>
                <a:cubicBezTo>
                  <a:pt x="13112930" y="6492329"/>
                  <a:pt x="13112214" y="6508247"/>
                  <a:pt x="13101954" y="6517623"/>
                </a:cubicBezTo>
                <a:cubicBezTo>
                  <a:pt x="13091694" y="6526998"/>
                  <a:pt x="13075776" y="6526283"/>
                  <a:pt x="13066400" y="6516023"/>
                </a:cubicBezTo>
                <a:cubicBezTo>
                  <a:pt x="13057024" y="6505762"/>
                  <a:pt x="13057740" y="6489845"/>
                  <a:pt x="13068002" y="6480468"/>
                </a:cubicBezTo>
                <a:cubicBezTo>
                  <a:pt x="13073132" y="6475780"/>
                  <a:pt x="13079676" y="6473616"/>
                  <a:pt x="13086110" y="6473906"/>
                </a:cubicBezTo>
                <a:close/>
                <a:moveTo>
                  <a:pt x="12383624" y="6447842"/>
                </a:moveTo>
                <a:cubicBezTo>
                  <a:pt x="12388636" y="6448069"/>
                  <a:pt x="12393562" y="6450207"/>
                  <a:pt x="12397214" y="6454203"/>
                </a:cubicBezTo>
                <a:cubicBezTo>
                  <a:pt x="12404518" y="6462196"/>
                  <a:pt x="12403960" y="6474599"/>
                  <a:pt x="12395968" y="6481903"/>
                </a:cubicBezTo>
                <a:cubicBezTo>
                  <a:pt x="12387972" y="6489209"/>
                  <a:pt x="12375572" y="6488649"/>
                  <a:pt x="12368268" y="6480654"/>
                </a:cubicBezTo>
                <a:cubicBezTo>
                  <a:pt x="12360964" y="6472662"/>
                  <a:pt x="12361522" y="6460259"/>
                  <a:pt x="12369514" y="6452956"/>
                </a:cubicBezTo>
                <a:cubicBezTo>
                  <a:pt x="12373512" y="6449303"/>
                  <a:pt x="12378612" y="6447617"/>
                  <a:pt x="12383624" y="6447842"/>
                </a:cubicBezTo>
                <a:close/>
                <a:moveTo>
                  <a:pt x="11681134" y="6421598"/>
                </a:moveTo>
                <a:cubicBezTo>
                  <a:pt x="11684770" y="6421762"/>
                  <a:pt x="11688344" y="6423313"/>
                  <a:pt x="11690994" y="6426213"/>
                </a:cubicBezTo>
                <a:cubicBezTo>
                  <a:pt x="11696292" y="6432010"/>
                  <a:pt x="11695886" y="6441006"/>
                  <a:pt x="11690090" y="6446304"/>
                </a:cubicBezTo>
                <a:cubicBezTo>
                  <a:pt x="11684292" y="6451603"/>
                  <a:pt x="11675296" y="6451198"/>
                  <a:pt x="11669998" y="6445399"/>
                </a:cubicBezTo>
                <a:cubicBezTo>
                  <a:pt x="11664698" y="6439600"/>
                  <a:pt x="11665104" y="6430605"/>
                  <a:pt x="11670902" y="6425307"/>
                </a:cubicBezTo>
                <a:cubicBezTo>
                  <a:pt x="11673802" y="6422659"/>
                  <a:pt x="11677500" y="6421434"/>
                  <a:pt x="11681134" y="6421598"/>
                </a:cubicBezTo>
                <a:close/>
                <a:moveTo>
                  <a:pt x="10972404" y="6397786"/>
                </a:moveTo>
                <a:cubicBezTo>
                  <a:pt x="10975936" y="6394558"/>
                  <a:pt x="10981414" y="6394805"/>
                  <a:pt x="10984642" y="6398337"/>
                </a:cubicBezTo>
                <a:cubicBezTo>
                  <a:pt x="10987868" y="6401869"/>
                  <a:pt x="10987622" y="6407347"/>
                  <a:pt x="10984090" y="6410574"/>
                </a:cubicBezTo>
                <a:cubicBezTo>
                  <a:pt x="10980558" y="6413802"/>
                  <a:pt x="10975080" y="6413556"/>
                  <a:pt x="10971852" y="6410024"/>
                </a:cubicBezTo>
                <a:cubicBezTo>
                  <a:pt x="10968626" y="6406492"/>
                  <a:pt x="10968872" y="6401013"/>
                  <a:pt x="10972404" y="6397786"/>
                </a:cubicBezTo>
                <a:close/>
                <a:moveTo>
                  <a:pt x="10274826" y="6371269"/>
                </a:moveTo>
                <a:cubicBezTo>
                  <a:pt x="10275538" y="6370620"/>
                  <a:pt x="10276642" y="6370669"/>
                  <a:pt x="10277292" y="6371380"/>
                </a:cubicBezTo>
                <a:cubicBezTo>
                  <a:pt x="10277944" y="6372092"/>
                  <a:pt x="10277894" y="6373195"/>
                  <a:pt x="10277180" y="6373847"/>
                </a:cubicBezTo>
                <a:cubicBezTo>
                  <a:pt x="10276470" y="6374496"/>
                  <a:pt x="10275364" y="6374448"/>
                  <a:pt x="10274714" y="6373737"/>
                </a:cubicBezTo>
                <a:cubicBezTo>
                  <a:pt x="10274064" y="6373025"/>
                  <a:pt x="10274114" y="6371920"/>
                  <a:pt x="10274826" y="6371269"/>
                </a:cubicBezTo>
                <a:close/>
                <a:moveTo>
                  <a:pt x="16965534" y="6269448"/>
                </a:moveTo>
                <a:cubicBezTo>
                  <a:pt x="16978946" y="6270052"/>
                  <a:pt x="16992126" y="6275773"/>
                  <a:pt x="17001894" y="6286465"/>
                </a:cubicBezTo>
                <a:cubicBezTo>
                  <a:pt x="17021438" y="6307850"/>
                  <a:pt x="17019946" y="6341030"/>
                  <a:pt x="16998558" y="6360574"/>
                </a:cubicBezTo>
                <a:cubicBezTo>
                  <a:pt x="16977174" y="6380115"/>
                  <a:pt x="16943990" y="6378622"/>
                  <a:pt x="16924450" y="6357237"/>
                </a:cubicBezTo>
                <a:cubicBezTo>
                  <a:pt x="16904906" y="6335850"/>
                  <a:pt x="16906398" y="6302672"/>
                  <a:pt x="16927786" y="6283127"/>
                </a:cubicBezTo>
                <a:cubicBezTo>
                  <a:pt x="16938478" y="6273356"/>
                  <a:pt x="16952122" y="6268844"/>
                  <a:pt x="16965534" y="6269448"/>
                </a:cubicBezTo>
                <a:close/>
                <a:moveTo>
                  <a:pt x="16263018" y="6243838"/>
                </a:moveTo>
                <a:cubicBezTo>
                  <a:pt x="16274890" y="6244372"/>
                  <a:pt x="16286562" y="6249437"/>
                  <a:pt x="16295210" y="6258902"/>
                </a:cubicBezTo>
                <a:cubicBezTo>
                  <a:pt x="16312510" y="6277833"/>
                  <a:pt x="16311186" y="6307209"/>
                  <a:pt x="16292254" y="6324508"/>
                </a:cubicBezTo>
                <a:cubicBezTo>
                  <a:pt x="16273322" y="6341809"/>
                  <a:pt x="16243950" y="6340487"/>
                  <a:pt x="16226650" y="6321555"/>
                </a:cubicBezTo>
                <a:cubicBezTo>
                  <a:pt x="16209346" y="6302623"/>
                  <a:pt x="16210670" y="6273248"/>
                  <a:pt x="16229602" y="6255948"/>
                </a:cubicBezTo>
                <a:cubicBezTo>
                  <a:pt x="16239066" y="6247298"/>
                  <a:pt x="16251146" y="6243303"/>
                  <a:pt x="16263018" y="6243838"/>
                </a:cubicBezTo>
                <a:close/>
                <a:moveTo>
                  <a:pt x="15560534" y="6217593"/>
                </a:moveTo>
                <a:cubicBezTo>
                  <a:pt x="15571030" y="6218066"/>
                  <a:pt x="15581346" y="6222542"/>
                  <a:pt x="15588994" y="6230911"/>
                </a:cubicBezTo>
                <a:cubicBezTo>
                  <a:pt x="15604290" y="6247647"/>
                  <a:pt x="15603118" y="6273615"/>
                  <a:pt x="15586382" y="6288911"/>
                </a:cubicBezTo>
                <a:cubicBezTo>
                  <a:pt x="15569646" y="6304206"/>
                  <a:pt x="15543678" y="6303035"/>
                  <a:pt x="15528382" y="6286297"/>
                </a:cubicBezTo>
                <a:cubicBezTo>
                  <a:pt x="15513086" y="6269561"/>
                  <a:pt x="15514258" y="6243593"/>
                  <a:pt x="15530994" y="6228299"/>
                </a:cubicBezTo>
                <a:cubicBezTo>
                  <a:pt x="15539362" y="6220651"/>
                  <a:pt x="15550038" y="6217120"/>
                  <a:pt x="15560534" y="6217593"/>
                </a:cubicBezTo>
                <a:close/>
                <a:moveTo>
                  <a:pt x="14858112" y="6189994"/>
                </a:moveTo>
                <a:cubicBezTo>
                  <a:pt x="14867578" y="6190421"/>
                  <a:pt x="14876880" y="6194458"/>
                  <a:pt x="14883778" y="6202006"/>
                </a:cubicBezTo>
                <a:cubicBezTo>
                  <a:pt x="14897572" y="6217101"/>
                  <a:pt x="14896518" y="6240520"/>
                  <a:pt x="14881422" y="6254315"/>
                </a:cubicBezTo>
                <a:cubicBezTo>
                  <a:pt x="14866328" y="6268110"/>
                  <a:pt x="14842908" y="6267055"/>
                  <a:pt x="14829112" y="6251960"/>
                </a:cubicBezTo>
                <a:cubicBezTo>
                  <a:pt x="14815320" y="6236865"/>
                  <a:pt x="14816374" y="6213444"/>
                  <a:pt x="14831468" y="6199652"/>
                </a:cubicBezTo>
                <a:cubicBezTo>
                  <a:pt x="14839016" y="6192753"/>
                  <a:pt x="14848646" y="6189567"/>
                  <a:pt x="14858112" y="6189994"/>
                </a:cubicBezTo>
                <a:close/>
                <a:moveTo>
                  <a:pt x="14155558" y="6164206"/>
                </a:moveTo>
                <a:cubicBezTo>
                  <a:pt x="14163530" y="6164564"/>
                  <a:pt x="14171364" y="6167965"/>
                  <a:pt x="14177172" y="6174322"/>
                </a:cubicBezTo>
                <a:cubicBezTo>
                  <a:pt x="14188792" y="6187034"/>
                  <a:pt x="14187902" y="6206759"/>
                  <a:pt x="14175190" y="6218377"/>
                </a:cubicBezTo>
                <a:cubicBezTo>
                  <a:pt x="14162476" y="6229994"/>
                  <a:pt x="14142752" y="6229106"/>
                  <a:pt x="14131134" y="6216393"/>
                </a:cubicBezTo>
                <a:cubicBezTo>
                  <a:pt x="14119516" y="6203679"/>
                  <a:pt x="14120404" y="6183954"/>
                  <a:pt x="14133118" y="6172339"/>
                </a:cubicBezTo>
                <a:cubicBezTo>
                  <a:pt x="14139474" y="6166529"/>
                  <a:pt x="14147584" y="6163846"/>
                  <a:pt x="14155558" y="6164206"/>
                </a:cubicBezTo>
                <a:close/>
                <a:moveTo>
                  <a:pt x="13453044" y="6138592"/>
                </a:moveTo>
                <a:cubicBezTo>
                  <a:pt x="13459478" y="6138883"/>
                  <a:pt x="13465802" y="6141627"/>
                  <a:pt x="13470490" y="6146757"/>
                </a:cubicBezTo>
                <a:cubicBezTo>
                  <a:pt x="13479866" y="6157015"/>
                  <a:pt x="13479148" y="6172934"/>
                  <a:pt x="13468888" y="6182311"/>
                </a:cubicBezTo>
                <a:cubicBezTo>
                  <a:pt x="13458628" y="6191686"/>
                  <a:pt x="13442710" y="6190969"/>
                  <a:pt x="13433334" y="6180710"/>
                </a:cubicBezTo>
                <a:cubicBezTo>
                  <a:pt x="13423958" y="6170448"/>
                  <a:pt x="13424676" y="6154531"/>
                  <a:pt x="13434936" y="6145156"/>
                </a:cubicBezTo>
                <a:cubicBezTo>
                  <a:pt x="13440066" y="6140468"/>
                  <a:pt x="13446610" y="6138303"/>
                  <a:pt x="13453044" y="6138592"/>
                </a:cubicBezTo>
                <a:close/>
                <a:moveTo>
                  <a:pt x="12750558" y="6112529"/>
                </a:moveTo>
                <a:cubicBezTo>
                  <a:pt x="12755570" y="6112754"/>
                  <a:pt x="12760496" y="6114893"/>
                  <a:pt x="12764148" y="6118890"/>
                </a:cubicBezTo>
                <a:cubicBezTo>
                  <a:pt x="12771454" y="6126884"/>
                  <a:pt x="12770894" y="6139285"/>
                  <a:pt x="12762902" y="6146590"/>
                </a:cubicBezTo>
                <a:cubicBezTo>
                  <a:pt x="12754908" y="6153895"/>
                  <a:pt x="12742506" y="6153335"/>
                  <a:pt x="12735202" y="6145341"/>
                </a:cubicBezTo>
                <a:cubicBezTo>
                  <a:pt x="12727898" y="6137348"/>
                  <a:pt x="12728458" y="6124947"/>
                  <a:pt x="12736450" y="6117642"/>
                </a:cubicBezTo>
                <a:cubicBezTo>
                  <a:pt x="12740448" y="6113989"/>
                  <a:pt x="12745546" y="6112302"/>
                  <a:pt x="12750558" y="6112529"/>
                </a:cubicBezTo>
                <a:close/>
                <a:moveTo>
                  <a:pt x="12048070" y="6086285"/>
                </a:moveTo>
                <a:cubicBezTo>
                  <a:pt x="12051706" y="6086449"/>
                  <a:pt x="12055278" y="6087998"/>
                  <a:pt x="12057928" y="6090899"/>
                </a:cubicBezTo>
                <a:cubicBezTo>
                  <a:pt x="12063226" y="6096696"/>
                  <a:pt x="12062822" y="6105691"/>
                  <a:pt x="12057024" y="6110989"/>
                </a:cubicBezTo>
                <a:cubicBezTo>
                  <a:pt x="12051226" y="6116288"/>
                  <a:pt x="12042230" y="6115883"/>
                  <a:pt x="12036932" y="6110084"/>
                </a:cubicBezTo>
                <a:cubicBezTo>
                  <a:pt x="12031634" y="6104286"/>
                  <a:pt x="12032040" y="6095291"/>
                  <a:pt x="12037836" y="6089992"/>
                </a:cubicBezTo>
                <a:cubicBezTo>
                  <a:pt x="12040736" y="6087342"/>
                  <a:pt x="12044434" y="6086121"/>
                  <a:pt x="12048070" y="6086285"/>
                </a:cubicBezTo>
                <a:close/>
                <a:moveTo>
                  <a:pt x="11339222" y="6062342"/>
                </a:moveTo>
                <a:cubicBezTo>
                  <a:pt x="11342824" y="6059049"/>
                  <a:pt x="11348414" y="6059301"/>
                  <a:pt x="11351706" y="6062905"/>
                </a:cubicBezTo>
                <a:cubicBezTo>
                  <a:pt x="11354998" y="6066507"/>
                  <a:pt x="11354746" y="6072097"/>
                  <a:pt x="11351144" y="6075390"/>
                </a:cubicBezTo>
                <a:cubicBezTo>
                  <a:pt x="11347542" y="6078681"/>
                  <a:pt x="11341952" y="6078429"/>
                  <a:pt x="11338660" y="6074827"/>
                </a:cubicBezTo>
                <a:cubicBezTo>
                  <a:pt x="11335368" y="6071223"/>
                  <a:pt x="11335618" y="6065634"/>
                  <a:pt x="11339222" y="6062342"/>
                </a:cubicBezTo>
                <a:close/>
                <a:moveTo>
                  <a:pt x="10641760" y="6035955"/>
                </a:moveTo>
                <a:cubicBezTo>
                  <a:pt x="10642470" y="6035306"/>
                  <a:pt x="10643576" y="6035355"/>
                  <a:pt x="10644226" y="6036066"/>
                </a:cubicBezTo>
                <a:cubicBezTo>
                  <a:pt x="10644876" y="6036779"/>
                  <a:pt x="10644826" y="6037881"/>
                  <a:pt x="10644114" y="6038532"/>
                </a:cubicBezTo>
                <a:cubicBezTo>
                  <a:pt x="10643402" y="6039183"/>
                  <a:pt x="10642298" y="6039135"/>
                  <a:pt x="10641648" y="6038422"/>
                </a:cubicBezTo>
                <a:cubicBezTo>
                  <a:pt x="10640998" y="6037712"/>
                  <a:pt x="10641046" y="6036607"/>
                  <a:pt x="10641760" y="6035955"/>
                </a:cubicBezTo>
                <a:close/>
                <a:moveTo>
                  <a:pt x="17332466" y="5934138"/>
                </a:moveTo>
                <a:cubicBezTo>
                  <a:pt x="17345878" y="5934743"/>
                  <a:pt x="17359058" y="5940463"/>
                  <a:pt x="17368830" y="5951156"/>
                </a:cubicBezTo>
                <a:cubicBezTo>
                  <a:pt x="17388374" y="5972542"/>
                  <a:pt x="17386878" y="6005720"/>
                  <a:pt x="17365490" y="6025263"/>
                </a:cubicBezTo>
                <a:cubicBezTo>
                  <a:pt x="17344106" y="6044806"/>
                  <a:pt x="17310926" y="6043313"/>
                  <a:pt x="17291382" y="6021926"/>
                </a:cubicBezTo>
                <a:cubicBezTo>
                  <a:pt x="17271842" y="6000542"/>
                  <a:pt x="17273334" y="5967362"/>
                  <a:pt x="17294722" y="5947819"/>
                </a:cubicBezTo>
                <a:cubicBezTo>
                  <a:pt x="17305414" y="5938047"/>
                  <a:pt x="17319054" y="5933535"/>
                  <a:pt x="17332466" y="5934138"/>
                </a:cubicBezTo>
                <a:close/>
                <a:moveTo>
                  <a:pt x="16630022" y="5906997"/>
                </a:moveTo>
                <a:cubicBezTo>
                  <a:pt x="16642286" y="5907548"/>
                  <a:pt x="16654338" y="5912779"/>
                  <a:pt x="16663274" y="5922558"/>
                </a:cubicBezTo>
                <a:cubicBezTo>
                  <a:pt x="16681146" y="5942115"/>
                  <a:pt x="16679782" y="5972457"/>
                  <a:pt x="16660222" y="5990330"/>
                </a:cubicBezTo>
                <a:cubicBezTo>
                  <a:pt x="16640666" y="6008200"/>
                  <a:pt x="16610322" y="6006834"/>
                  <a:pt x="16592450" y="5987277"/>
                </a:cubicBezTo>
                <a:cubicBezTo>
                  <a:pt x="16574582" y="5967719"/>
                  <a:pt x="16575946" y="5937379"/>
                  <a:pt x="16595502" y="5919507"/>
                </a:cubicBezTo>
                <a:cubicBezTo>
                  <a:pt x="16605282" y="5910571"/>
                  <a:pt x="16617758" y="5906446"/>
                  <a:pt x="16630022" y="5906997"/>
                </a:cubicBezTo>
                <a:close/>
                <a:moveTo>
                  <a:pt x="15927470" y="5882282"/>
                </a:moveTo>
                <a:cubicBezTo>
                  <a:pt x="15937966" y="5882755"/>
                  <a:pt x="15948282" y="5887232"/>
                  <a:pt x="15955926" y="5895600"/>
                </a:cubicBezTo>
                <a:cubicBezTo>
                  <a:pt x="15971222" y="5912336"/>
                  <a:pt x="15970054" y="5938304"/>
                  <a:pt x="15953314" y="5953600"/>
                </a:cubicBezTo>
                <a:cubicBezTo>
                  <a:pt x="15936578" y="5968895"/>
                  <a:pt x="15910610" y="5967725"/>
                  <a:pt x="15895314" y="5950988"/>
                </a:cubicBezTo>
                <a:cubicBezTo>
                  <a:pt x="15880022" y="5934251"/>
                  <a:pt x="15881190" y="5908283"/>
                  <a:pt x="15897926" y="5892989"/>
                </a:cubicBezTo>
                <a:cubicBezTo>
                  <a:pt x="15906294" y="5885341"/>
                  <a:pt x="15916974" y="5881810"/>
                  <a:pt x="15927470" y="5882282"/>
                </a:cubicBezTo>
                <a:close/>
                <a:moveTo>
                  <a:pt x="15224978" y="5856212"/>
                </a:moveTo>
                <a:cubicBezTo>
                  <a:pt x="15234050" y="5856622"/>
                  <a:pt x="15242970" y="5860490"/>
                  <a:pt x="15249582" y="5867728"/>
                </a:cubicBezTo>
                <a:cubicBezTo>
                  <a:pt x="15262806" y="5882197"/>
                  <a:pt x="15261794" y="5904650"/>
                  <a:pt x="15247326" y="5917873"/>
                </a:cubicBezTo>
                <a:cubicBezTo>
                  <a:pt x="15232854" y="5931095"/>
                  <a:pt x="15210402" y="5930084"/>
                  <a:pt x="15197178" y="5915614"/>
                </a:cubicBezTo>
                <a:cubicBezTo>
                  <a:pt x="15183954" y="5901143"/>
                  <a:pt x="15184966" y="5878690"/>
                  <a:pt x="15199438" y="5865468"/>
                </a:cubicBezTo>
                <a:cubicBezTo>
                  <a:pt x="15206674" y="5858856"/>
                  <a:pt x="15215902" y="5855803"/>
                  <a:pt x="15224978" y="5856212"/>
                </a:cubicBezTo>
                <a:close/>
                <a:moveTo>
                  <a:pt x="14522510" y="5829044"/>
                </a:moveTo>
                <a:cubicBezTo>
                  <a:pt x="14530438" y="5829400"/>
                  <a:pt x="14538228" y="5832782"/>
                  <a:pt x="14544004" y="5839103"/>
                </a:cubicBezTo>
                <a:cubicBezTo>
                  <a:pt x="14555558" y="5851746"/>
                  <a:pt x="14554672" y="5871359"/>
                  <a:pt x="14542032" y="5882911"/>
                </a:cubicBezTo>
                <a:cubicBezTo>
                  <a:pt x="14529390" y="5894464"/>
                  <a:pt x="14509778" y="5893578"/>
                  <a:pt x="14498226" y="5880937"/>
                </a:cubicBezTo>
                <a:cubicBezTo>
                  <a:pt x="14486672" y="5868295"/>
                  <a:pt x="14487556" y="5848682"/>
                  <a:pt x="14500198" y="5837130"/>
                </a:cubicBezTo>
                <a:cubicBezTo>
                  <a:pt x="14506518" y="5831352"/>
                  <a:pt x="14514582" y="5828685"/>
                  <a:pt x="14522510" y="5829044"/>
                </a:cubicBezTo>
                <a:close/>
                <a:moveTo>
                  <a:pt x="13819978" y="5803283"/>
                </a:moveTo>
                <a:cubicBezTo>
                  <a:pt x="13826412" y="5803571"/>
                  <a:pt x="13832736" y="5806316"/>
                  <a:pt x="13837424" y="5811446"/>
                </a:cubicBezTo>
                <a:cubicBezTo>
                  <a:pt x="13846798" y="5821705"/>
                  <a:pt x="13846080" y="5837624"/>
                  <a:pt x="13835822" y="5846998"/>
                </a:cubicBezTo>
                <a:cubicBezTo>
                  <a:pt x="13825562" y="5856375"/>
                  <a:pt x="13809644" y="5855659"/>
                  <a:pt x="13800268" y="5845399"/>
                </a:cubicBezTo>
                <a:cubicBezTo>
                  <a:pt x="13790892" y="5835138"/>
                  <a:pt x="13791608" y="5819221"/>
                  <a:pt x="13801870" y="5809845"/>
                </a:cubicBezTo>
                <a:cubicBezTo>
                  <a:pt x="13807000" y="5805156"/>
                  <a:pt x="13813544" y="5802991"/>
                  <a:pt x="13819978" y="5803283"/>
                </a:cubicBezTo>
                <a:close/>
                <a:moveTo>
                  <a:pt x="13117492" y="5777218"/>
                </a:moveTo>
                <a:cubicBezTo>
                  <a:pt x="13122504" y="5777444"/>
                  <a:pt x="13127430" y="5779582"/>
                  <a:pt x="13131082" y="5783579"/>
                </a:cubicBezTo>
                <a:cubicBezTo>
                  <a:pt x="13138386" y="5791573"/>
                  <a:pt x="13137828" y="5803975"/>
                  <a:pt x="13129836" y="5811279"/>
                </a:cubicBezTo>
                <a:cubicBezTo>
                  <a:pt x="13121840" y="5818584"/>
                  <a:pt x="13109440" y="5818023"/>
                  <a:pt x="13102136" y="5810031"/>
                </a:cubicBezTo>
                <a:cubicBezTo>
                  <a:pt x="13094832" y="5802038"/>
                  <a:pt x="13095390" y="5789635"/>
                  <a:pt x="13103382" y="5782331"/>
                </a:cubicBezTo>
                <a:cubicBezTo>
                  <a:pt x="13107380" y="5778679"/>
                  <a:pt x="13112478" y="5776992"/>
                  <a:pt x="13117492" y="5777218"/>
                </a:cubicBezTo>
                <a:close/>
                <a:moveTo>
                  <a:pt x="12415002" y="5750973"/>
                </a:moveTo>
                <a:cubicBezTo>
                  <a:pt x="12418638" y="5751137"/>
                  <a:pt x="12422212" y="5752688"/>
                  <a:pt x="12424862" y="5755586"/>
                </a:cubicBezTo>
                <a:cubicBezTo>
                  <a:pt x="12430160" y="5761385"/>
                  <a:pt x="12429754" y="5770381"/>
                  <a:pt x="12423958" y="5775678"/>
                </a:cubicBezTo>
                <a:cubicBezTo>
                  <a:pt x="12418160" y="5780976"/>
                  <a:pt x="12409164" y="5780571"/>
                  <a:pt x="12403866" y="5774772"/>
                </a:cubicBezTo>
                <a:cubicBezTo>
                  <a:pt x="12398566" y="5768974"/>
                  <a:pt x="12398972" y="5759978"/>
                  <a:pt x="12404770" y="5754680"/>
                </a:cubicBezTo>
                <a:cubicBezTo>
                  <a:pt x="12407668" y="5752032"/>
                  <a:pt x="12411366" y="5750810"/>
                  <a:pt x="12415002" y="5750973"/>
                </a:cubicBezTo>
                <a:close/>
                <a:moveTo>
                  <a:pt x="11706274" y="5727158"/>
                </a:moveTo>
                <a:cubicBezTo>
                  <a:pt x="11709806" y="5723931"/>
                  <a:pt x="11715284" y="5724178"/>
                  <a:pt x="11718512" y="5727709"/>
                </a:cubicBezTo>
                <a:cubicBezTo>
                  <a:pt x="11721740" y="5731241"/>
                  <a:pt x="11721492" y="5736719"/>
                  <a:pt x="11717960" y="5739947"/>
                </a:cubicBezTo>
                <a:cubicBezTo>
                  <a:pt x="11714430" y="5743174"/>
                  <a:pt x="11708950" y="5742928"/>
                  <a:pt x="11705722" y="5739397"/>
                </a:cubicBezTo>
                <a:cubicBezTo>
                  <a:pt x="11702496" y="5735865"/>
                  <a:pt x="11702742" y="5730384"/>
                  <a:pt x="11706274" y="5727158"/>
                </a:cubicBezTo>
                <a:close/>
                <a:moveTo>
                  <a:pt x="11008694" y="5700641"/>
                </a:moveTo>
                <a:cubicBezTo>
                  <a:pt x="11009404" y="5699991"/>
                  <a:pt x="11010510" y="5700041"/>
                  <a:pt x="11011160" y="5700752"/>
                </a:cubicBezTo>
                <a:cubicBezTo>
                  <a:pt x="11011810" y="5701463"/>
                  <a:pt x="11011762" y="5702567"/>
                  <a:pt x="11011048" y="5703219"/>
                </a:cubicBezTo>
                <a:cubicBezTo>
                  <a:pt x="11010338" y="5703868"/>
                  <a:pt x="11009232" y="5703819"/>
                  <a:pt x="11008582" y="5703107"/>
                </a:cubicBezTo>
                <a:cubicBezTo>
                  <a:pt x="11007932" y="5702396"/>
                  <a:pt x="11007982" y="5701293"/>
                  <a:pt x="11008694" y="5700641"/>
                </a:cubicBezTo>
                <a:close/>
                <a:moveTo>
                  <a:pt x="16996966" y="5571511"/>
                </a:moveTo>
                <a:cubicBezTo>
                  <a:pt x="17009274" y="5572066"/>
                  <a:pt x="17021370" y="5577316"/>
                  <a:pt x="17030338" y="5587129"/>
                </a:cubicBezTo>
                <a:cubicBezTo>
                  <a:pt x="17048274" y="5606759"/>
                  <a:pt x="17046902" y="5637212"/>
                  <a:pt x="17027274" y="5655149"/>
                </a:cubicBezTo>
                <a:cubicBezTo>
                  <a:pt x="17007646" y="5673084"/>
                  <a:pt x="16977194" y="5671712"/>
                  <a:pt x="16959258" y="5652084"/>
                </a:cubicBezTo>
                <a:cubicBezTo>
                  <a:pt x="16941322" y="5632456"/>
                  <a:pt x="16942694" y="5602003"/>
                  <a:pt x="16962322" y="5584067"/>
                </a:cubicBezTo>
                <a:cubicBezTo>
                  <a:pt x="16972134" y="5575098"/>
                  <a:pt x="16984654" y="5570956"/>
                  <a:pt x="16996966" y="5571511"/>
                </a:cubicBezTo>
                <a:close/>
                <a:moveTo>
                  <a:pt x="16294406" y="5546969"/>
                </a:moveTo>
                <a:cubicBezTo>
                  <a:pt x="16304902" y="5547441"/>
                  <a:pt x="16315218" y="5551918"/>
                  <a:pt x="16322862" y="5560285"/>
                </a:cubicBezTo>
                <a:cubicBezTo>
                  <a:pt x="16338158" y="5577023"/>
                  <a:pt x="16336990" y="5602992"/>
                  <a:pt x="16320250" y="5618288"/>
                </a:cubicBezTo>
                <a:cubicBezTo>
                  <a:pt x="16303514" y="5633582"/>
                  <a:pt x="16277546" y="5632412"/>
                  <a:pt x="16262250" y="5615676"/>
                </a:cubicBezTo>
                <a:cubicBezTo>
                  <a:pt x="16246958" y="5598938"/>
                  <a:pt x="16248126" y="5572969"/>
                  <a:pt x="16264862" y="5557675"/>
                </a:cubicBezTo>
                <a:cubicBezTo>
                  <a:pt x="16273230" y="5550028"/>
                  <a:pt x="16283910" y="5546494"/>
                  <a:pt x="16294406" y="5546969"/>
                </a:cubicBezTo>
                <a:close/>
                <a:moveTo>
                  <a:pt x="15591914" y="5520898"/>
                </a:moveTo>
                <a:cubicBezTo>
                  <a:pt x="15600986" y="5521306"/>
                  <a:pt x="15609906" y="5525177"/>
                  <a:pt x="15616518" y="5532413"/>
                </a:cubicBezTo>
                <a:cubicBezTo>
                  <a:pt x="15629742" y="5546884"/>
                  <a:pt x="15628730" y="5569336"/>
                  <a:pt x="15614258" y="5582559"/>
                </a:cubicBezTo>
                <a:cubicBezTo>
                  <a:pt x="15599790" y="5595785"/>
                  <a:pt x="15577338" y="5594770"/>
                  <a:pt x="15564114" y="5580299"/>
                </a:cubicBezTo>
                <a:cubicBezTo>
                  <a:pt x="15550890" y="5565828"/>
                  <a:pt x="15551902" y="5543377"/>
                  <a:pt x="15566370" y="5530154"/>
                </a:cubicBezTo>
                <a:cubicBezTo>
                  <a:pt x="15573606" y="5523542"/>
                  <a:pt x="15582838" y="5520490"/>
                  <a:pt x="15591914" y="5520898"/>
                </a:cubicBezTo>
                <a:close/>
                <a:moveTo>
                  <a:pt x="14889402" y="5494629"/>
                </a:moveTo>
                <a:cubicBezTo>
                  <a:pt x="14897100" y="5494976"/>
                  <a:pt x="14904666" y="5498258"/>
                  <a:pt x="14910274" y="5504395"/>
                </a:cubicBezTo>
                <a:cubicBezTo>
                  <a:pt x="14921494" y="5516673"/>
                  <a:pt x="14920634" y="5535716"/>
                  <a:pt x="14908360" y="5546933"/>
                </a:cubicBezTo>
                <a:cubicBezTo>
                  <a:pt x="14896086" y="5558150"/>
                  <a:pt x="14877040" y="5557294"/>
                  <a:pt x="14865822" y="5545018"/>
                </a:cubicBezTo>
                <a:cubicBezTo>
                  <a:pt x="14854604" y="5532742"/>
                  <a:pt x="14855462" y="5513696"/>
                  <a:pt x="14867738" y="5502480"/>
                </a:cubicBezTo>
                <a:cubicBezTo>
                  <a:pt x="14873876" y="5496871"/>
                  <a:pt x="14881704" y="5494282"/>
                  <a:pt x="14889402" y="5494629"/>
                </a:cubicBezTo>
                <a:close/>
                <a:moveTo>
                  <a:pt x="14186938" y="5467944"/>
                </a:moveTo>
                <a:cubicBezTo>
                  <a:pt x="14193372" y="5468233"/>
                  <a:pt x="14199696" y="5470977"/>
                  <a:pt x="14204384" y="5476107"/>
                </a:cubicBezTo>
                <a:cubicBezTo>
                  <a:pt x="14213760" y="5486366"/>
                  <a:pt x="14213042" y="5502285"/>
                  <a:pt x="14202782" y="5511660"/>
                </a:cubicBezTo>
                <a:cubicBezTo>
                  <a:pt x="14192522" y="5521036"/>
                  <a:pt x="14176604" y="5520319"/>
                  <a:pt x="14167228" y="5510060"/>
                </a:cubicBezTo>
                <a:cubicBezTo>
                  <a:pt x="14157852" y="5499799"/>
                  <a:pt x="14158566" y="5483883"/>
                  <a:pt x="14168830" y="5474506"/>
                </a:cubicBezTo>
                <a:cubicBezTo>
                  <a:pt x="14173960" y="5469817"/>
                  <a:pt x="14180504" y="5467654"/>
                  <a:pt x="14186938" y="5467944"/>
                </a:cubicBezTo>
                <a:close/>
                <a:moveTo>
                  <a:pt x="13484426" y="5441902"/>
                </a:moveTo>
                <a:cubicBezTo>
                  <a:pt x="13489438" y="5442128"/>
                  <a:pt x="13494364" y="5444266"/>
                  <a:pt x="13498016" y="5448262"/>
                </a:cubicBezTo>
                <a:cubicBezTo>
                  <a:pt x="13505322" y="5456257"/>
                  <a:pt x="13504762" y="5468659"/>
                  <a:pt x="13496770" y="5475962"/>
                </a:cubicBezTo>
                <a:cubicBezTo>
                  <a:pt x="13488776" y="5483269"/>
                  <a:pt x="13476374" y="5482708"/>
                  <a:pt x="13469070" y="5474714"/>
                </a:cubicBezTo>
                <a:cubicBezTo>
                  <a:pt x="13461766" y="5466721"/>
                  <a:pt x="13462324" y="5454319"/>
                  <a:pt x="13470320" y="5447014"/>
                </a:cubicBezTo>
                <a:cubicBezTo>
                  <a:pt x="13474316" y="5443362"/>
                  <a:pt x="13479414" y="5441675"/>
                  <a:pt x="13484426" y="5441902"/>
                </a:cubicBezTo>
                <a:close/>
                <a:moveTo>
                  <a:pt x="12781938" y="5415657"/>
                </a:moveTo>
                <a:cubicBezTo>
                  <a:pt x="12785574" y="5415821"/>
                  <a:pt x="12789146" y="5417371"/>
                  <a:pt x="12791796" y="5420271"/>
                </a:cubicBezTo>
                <a:cubicBezTo>
                  <a:pt x="12797094" y="5426069"/>
                  <a:pt x="12796690" y="5435064"/>
                  <a:pt x="12790892" y="5440362"/>
                </a:cubicBezTo>
                <a:cubicBezTo>
                  <a:pt x="12785094" y="5445660"/>
                  <a:pt x="12776098" y="5445255"/>
                  <a:pt x="12770800" y="5439457"/>
                </a:cubicBezTo>
                <a:cubicBezTo>
                  <a:pt x="12765502" y="5433659"/>
                  <a:pt x="12765908" y="5424663"/>
                  <a:pt x="12771704" y="5419365"/>
                </a:cubicBezTo>
                <a:cubicBezTo>
                  <a:pt x="12774604" y="5416716"/>
                  <a:pt x="12778302" y="5415493"/>
                  <a:pt x="12781938" y="5415657"/>
                </a:cubicBezTo>
                <a:close/>
                <a:moveTo>
                  <a:pt x="12073208" y="5391842"/>
                </a:moveTo>
                <a:cubicBezTo>
                  <a:pt x="12076738" y="5388615"/>
                  <a:pt x="12082218" y="5388862"/>
                  <a:pt x="12085446" y="5392393"/>
                </a:cubicBezTo>
                <a:cubicBezTo>
                  <a:pt x="12088672" y="5395924"/>
                  <a:pt x="12088426" y="5401404"/>
                  <a:pt x="12084894" y="5404631"/>
                </a:cubicBezTo>
                <a:cubicBezTo>
                  <a:pt x="12081362" y="5407857"/>
                  <a:pt x="12075884" y="5407611"/>
                  <a:pt x="12072656" y="5404080"/>
                </a:cubicBezTo>
                <a:cubicBezTo>
                  <a:pt x="12069428" y="5400548"/>
                  <a:pt x="12069676" y="5395070"/>
                  <a:pt x="12073208" y="5391842"/>
                </a:cubicBezTo>
                <a:close/>
                <a:moveTo>
                  <a:pt x="11375630" y="5365321"/>
                </a:moveTo>
                <a:cubicBezTo>
                  <a:pt x="11376340" y="5364672"/>
                  <a:pt x="11377446" y="5364720"/>
                  <a:pt x="11378096" y="5365432"/>
                </a:cubicBezTo>
                <a:cubicBezTo>
                  <a:pt x="11378746" y="5366144"/>
                  <a:pt x="11378698" y="5367247"/>
                  <a:pt x="11377984" y="5367899"/>
                </a:cubicBezTo>
                <a:cubicBezTo>
                  <a:pt x="11377274" y="5368548"/>
                  <a:pt x="11376168" y="5368500"/>
                  <a:pt x="11375518" y="5367788"/>
                </a:cubicBezTo>
                <a:cubicBezTo>
                  <a:pt x="11374868" y="5367076"/>
                  <a:pt x="11374918" y="5365972"/>
                  <a:pt x="11375630" y="5365321"/>
                </a:cubicBezTo>
                <a:close/>
                <a:moveTo>
                  <a:pt x="16661338" y="5211659"/>
                </a:moveTo>
                <a:cubicBezTo>
                  <a:pt x="16671834" y="5212132"/>
                  <a:pt x="16682150" y="5216608"/>
                  <a:pt x="16689798" y="5224977"/>
                </a:cubicBezTo>
                <a:cubicBezTo>
                  <a:pt x="16705090" y="5241713"/>
                  <a:pt x="16703922" y="5267681"/>
                  <a:pt x="16687186" y="5282976"/>
                </a:cubicBezTo>
                <a:cubicBezTo>
                  <a:pt x="16670446" y="5298271"/>
                  <a:pt x="16644478" y="5297101"/>
                  <a:pt x="16629186" y="5280366"/>
                </a:cubicBezTo>
                <a:cubicBezTo>
                  <a:pt x="16613890" y="5263627"/>
                  <a:pt x="16615058" y="5237660"/>
                  <a:pt x="16631798" y="5222364"/>
                </a:cubicBezTo>
                <a:cubicBezTo>
                  <a:pt x="16640166" y="5214716"/>
                  <a:pt x="16650842" y="5211186"/>
                  <a:pt x="16661338" y="5211659"/>
                </a:cubicBezTo>
                <a:close/>
                <a:moveTo>
                  <a:pt x="15958854" y="5185414"/>
                </a:moveTo>
                <a:cubicBezTo>
                  <a:pt x="15967970" y="5185825"/>
                  <a:pt x="15976934" y="5189715"/>
                  <a:pt x="15983578" y="5196986"/>
                </a:cubicBezTo>
                <a:cubicBezTo>
                  <a:pt x="15996866" y="5211528"/>
                  <a:pt x="15995850" y="5234088"/>
                  <a:pt x="15981306" y="5247378"/>
                </a:cubicBezTo>
                <a:cubicBezTo>
                  <a:pt x="15966766" y="5260667"/>
                  <a:pt x="15944206" y="5259651"/>
                  <a:pt x="15930914" y="5245109"/>
                </a:cubicBezTo>
                <a:cubicBezTo>
                  <a:pt x="15917626" y="5230566"/>
                  <a:pt x="15918642" y="5208004"/>
                  <a:pt x="15933186" y="5194717"/>
                </a:cubicBezTo>
                <a:cubicBezTo>
                  <a:pt x="15940458" y="5188072"/>
                  <a:pt x="15949734" y="5185003"/>
                  <a:pt x="15958854" y="5185414"/>
                </a:cubicBezTo>
                <a:close/>
                <a:moveTo>
                  <a:pt x="15256338" y="5159317"/>
                </a:moveTo>
                <a:cubicBezTo>
                  <a:pt x="15264034" y="5159664"/>
                  <a:pt x="15271602" y="5162946"/>
                  <a:pt x="15277210" y="5169085"/>
                </a:cubicBezTo>
                <a:cubicBezTo>
                  <a:pt x="15288426" y="5181362"/>
                  <a:pt x="15287570" y="5200406"/>
                  <a:pt x="15275294" y="5211623"/>
                </a:cubicBezTo>
                <a:cubicBezTo>
                  <a:pt x="15263022" y="5222839"/>
                  <a:pt x="15243974" y="5221982"/>
                  <a:pt x="15232758" y="5209707"/>
                </a:cubicBezTo>
                <a:cubicBezTo>
                  <a:pt x="15221538" y="5197431"/>
                  <a:pt x="15222398" y="5178386"/>
                  <a:pt x="15234674" y="5167169"/>
                </a:cubicBezTo>
                <a:cubicBezTo>
                  <a:pt x="15240810" y="5161560"/>
                  <a:pt x="15248638" y="5158972"/>
                  <a:pt x="15256338" y="5159317"/>
                </a:cubicBezTo>
                <a:close/>
                <a:moveTo>
                  <a:pt x="14553872" y="5132632"/>
                </a:moveTo>
                <a:cubicBezTo>
                  <a:pt x="14560306" y="5132922"/>
                  <a:pt x="14566630" y="5135667"/>
                  <a:pt x="14571316" y="5140797"/>
                </a:cubicBezTo>
                <a:cubicBezTo>
                  <a:pt x="14580694" y="5151056"/>
                  <a:pt x="14579976" y="5166974"/>
                  <a:pt x="14569716" y="5176349"/>
                </a:cubicBezTo>
                <a:cubicBezTo>
                  <a:pt x="14559456" y="5185726"/>
                  <a:pt x="14543536" y="5185009"/>
                  <a:pt x="14534162" y="5174750"/>
                </a:cubicBezTo>
                <a:cubicBezTo>
                  <a:pt x="14524786" y="5164490"/>
                  <a:pt x="14525504" y="5148571"/>
                  <a:pt x="14535764" y="5139194"/>
                </a:cubicBezTo>
                <a:cubicBezTo>
                  <a:pt x="14540894" y="5134507"/>
                  <a:pt x="14547438" y="5132342"/>
                  <a:pt x="14553872" y="5132632"/>
                </a:cubicBezTo>
                <a:close/>
                <a:moveTo>
                  <a:pt x="13851386" y="5106567"/>
                </a:moveTo>
                <a:cubicBezTo>
                  <a:pt x="13856398" y="5106794"/>
                  <a:pt x="13861324" y="5108932"/>
                  <a:pt x="13864976" y="5112928"/>
                </a:cubicBezTo>
                <a:cubicBezTo>
                  <a:pt x="13872280" y="5120922"/>
                  <a:pt x="13871722" y="5133324"/>
                  <a:pt x="13863732" y="5140627"/>
                </a:cubicBezTo>
                <a:cubicBezTo>
                  <a:pt x="13855734" y="5147934"/>
                  <a:pt x="13843336" y="5147372"/>
                  <a:pt x="13836030" y="5139380"/>
                </a:cubicBezTo>
                <a:cubicBezTo>
                  <a:pt x="13828724" y="5131387"/>
                  <a:pt x="13829286" y="5118984"/>
                  <a:pt x="13837278" y="5111680"/>
                </a:cubicBezTo>
                <a:cubicBezTo>
                  <a:pt x="13841276" y="5108028"/>
                  <a:pt x="13846374" y="5106341"/>
                  <a:pt x="13851386" y="5106567"/>
                </a:cubicBezTo>
                <a:close/>
                <a:moveTo>
                  <a:pt x="13148872" y="5080345"/>
                </a:moveTo>
                <a:cubicBezTo>
                  <a:pt x="13152508" y="5080508"/>
                  <a:pt x="13156082" y="5082059"/>
                  <a:pt x="13158732" y="5084958"/>
                </a:cubicBezTo>
                <a:cubicBezTo>
                  <a:pt x="13164030" y="5090756"/>
                  <a:pt x="13163626" y="5099751"/>
                  <a:pt x="13157828" y="5105050"/>
                </a:cubicBezTo>
                <a:cubicBezTo>
                  <a:pt x="13152030" y="5110347"/>
                  <a:pt x="13143034" y="5109943"/>
                  <a:pt x="13137736" y="5104145"/>
                </a:cubicBezTo>
                <a:cubicBezTo>
                  <a:pt x="13132434" y="5098347"/>
                  <a:pt x="13132842" y="5089352"/>
                  <a:pt x="13138640" y="5084052"/>
                </a:cubicBezTo>
                <a:cubicBezTo>
                  <a:pt x="13141538" y="5081405"/>
                  <a:pt x="13145236" y="5080181"/>
                  <a:pt x="13148872" y="5080345"/>
                </a:cubicBezTo>
                <a:close/>
                <a:moveTo>
                  <a:pt x="12440142" y="5056530"/>
                </a:moveTo>
                <a:cubicBezTo>
                  <a:pt x="12443674" y="5053303"/>
                  <a:pt x="12449152" y="5053550"/>
                  <a:pt x="12452380" y="5057081"/>
                </a:cubicBezTo>
                <a:cubicBezTo>
                  <a:pt x="12455608" y="5060613"/>
                  <a:pt x="12455360" y="5066091"/>
                  <a:pt x="12451828" y="5069319"/>
                </a:cubicBezTo>
                <a:cubicBezTo>
                  <a:pt x="12448298" y="5072546"/>
                  <a:pt x="12442818" y="5072300"/>
                  <a:pt x="12439590" y="5068768"/>
                </a:cubicBezTo>
                <a:cubicBezTo>
                  <a:pt x="12436364" y="5065237"/>
                  <a:pt x="12436610" y="5059758"/>
                  <a:pt x="12440142" y="5056530"/>
                </a:cubicBezTo>
                <a:close/>
                <a:moveTo>
                  <a:pt x="11742564" y="5030011"/>
                </a:moveTo>
                <a:cubicBezTo>
                  <a:pt x="11743274" y="5029361"/>
                  <a:pt x="11744380" y="5029410"/>
                  <a:pt x="11745030" y="5030121"/>
                </a:cubicBezTo>
                <a:cubicBezTo>
                  <a:pt x="11745680" y="5030834"/>
                  <a:pt x="11745630" y="5031936"/>
                  <a:pt x="11744918" y="5032588"/>
                </a:cubicBezTo>
                <a:cubicBezTo>
                  <a:pt x="11744206" y="5033238"/>
                  <a:pt x="11743102" y="5033189"/>
                  <a:pt x="11742452" y="5032477"/>
                </a:cubicBezTo>
                <a:cubicBezTo>
                  <a:pt x="11741802" y="5031766"/>
                  <a:pt x="11741850" y="5030662"/>
                  <a:pt x="11742564" y="5030011"/>
                </a:cubicBezTo>
                <a:close/>
                <a:moveTo>
                  <a:pt x="17028274" y="4876348"/>
                </a:moveTo>
                <a:cubicBezTo>
                  <a:pt x="17038770" y="4876820"/>
                  <a:pt x="17049082" y="4881297"/>
                  <a:pt x="17056730" y="4889666"/>
                </a:cubicBezTo>
                <a:cubicBezTo>
                  <a:pt x="17072026" y="4906404"/>
                  <a:pt x="17070858" y="4932371"/>
                  <a:pt x="17054118" y="4947667"/>
                </a:cubicBezTo>
                <a:cubicBezTo>
                  <a:pt x="17037382" y="4962961"/>
                  <a:pt x="17011414" y="4961793"/>
                  <a:pt x="16996118" y="4945055"/>
                </a:cubicBezTo>
                <a:cubicBezTo>
                  <a:pt x="16980826" y="4928317"/>
                  <a:pt x="16981994" y="4902350"/>
                  <a:pt x="16998730" y="4887055"/>
                </a:cubicBezTo>
                <a:cubicBezTo>
                  <a:pt x="17007102" y="4879408"/>
                  <a:pt x="17017778" y="4875876"/>
                  <a:pt x="17028274" y="4876348"/>
                </a:cubicBezTo>
                <a:close/>
                <a:moveTo>
                  <a:pt x="16325858" y="4848573"/>
                </a:moveTo>
                <a:cubicBezTo>
                  <a:pt x="16335366" y="4849002"/>
                  <a:pt x="16344714" y="4853059"/>
                  <a:pt x="16351646" y="4860642"/>
                </a:cubicBezTo>
                <a:cubicBezTo>
                  <a:pt x="16365502" y="4875808"/>
                  <a:pt x="16364442" y="4899341"/>
                  <a:pt x="16349278" y="4913198"/>
                </a:cubicBezTo>
                <a:cubicBezTo>
                  <a:pt x="16334110" y="4927057"/>
                  <a:pt x="16310578" y="4925998"/>
                  <a:pt x="16296722" y="4910832"/>
                </a:cubicBezTo>
                <a:cubicBezTo>
                  <a:pt x="16282862" y="4895666"/>
                  <a:pt x="16283922" y="4872135"/>
                  <a:pt x="16299086" y="4858275"/>
                </a:cubicBezTo>
                <a:cubicBezTo>
                  <a:pt x="16306670" y="4851347"/>
                  <a:pt x="16316346" y="4848145"/>
                  <a:pt x="16325858" y="4848573"/>
                </a:cubicBezTo>
                <a:close/>
                <a:moveTo>
                  <a:pt x="15623310" y="4823111"/>
                </a:moveTo>
                <a:cubicBezTo>
                  <a:pt x="15631238" y="4823468"/>
                  <a:pt x="15639030" y="4826849"/>
                  <a:pt x="15644806" y="4833170"/>
                </a:cubicBezTo>
                <a:cubicBezTo>
                  <a:pt x="15656358" y="4845812"/>
                  <a:pt x="15655478" y="4865425"/>
                  <a:pt x="15642834" y="4876978"/>
                </a:cubicBezTo>
                <a:cubicBezTo>
                  <a:pt x="15630194" y="4888531"/>
                  <a:pt x="15610578" y="4887647"/>
                  <a:pt x="15599026" y="4875005"/>
                </a:cubicBezTo>
                <a:cubicBezTo>
                  <a:pt x="15587474" y="4862362"/>
                  <a:pt x="15588358" y="4842749"/>
                  <a:pt x="15600998" y="4831197"/>
                </a:cubicBezTo>
                <a:cubicBezTo>
                  <a:pt x="15607318" y="4825420"/>
                  <a:pt x="15615382" y="4822753"/>
                  <a:pt x="15623310" y="4823111"/>
                </a:cubicBezTo>
                <a:close/>
                <a:moveTo>
                  <a:pt x="14920806" y="4797322"/>
                </a:moveTo>
                <a:cubicBezTo>
                  <a:pt x="14927238" y="4797611"/>
                  <a:pt x="14933562" y="4800357"/>
                  <a:pt x="14938250" y="4805487"/>
                </a:cubicBezTo>
                <a:cubicBezTo>
                  <a:pt x="14947626" y="4815747"/>
                  <a:pt x="14946910" y="4831665"/>
                  <a:pt x="14936650" y="4841040"/>
                </a:cubicBezTo>
                <a:cubicBezTo>
                  <a:pt x="14926390" y="4850416"/>
                  <a:pt x="14910472" y="4849699"/>
                  <a:pt x="14901096" y="4839441"/>
                </a:cubicBezTo>
                <a:cubicBezTo>
                  <a:pt x="14891718" y="4829180"/>
                  <a:pt x="14892436" y="4813261"/>
                  <a:pt x="14902698" y="4803885"/>
                </a:cubicBezTo>
                <a:cubicBezTo>
                  <a:pt x="14907828" y="4799198"/>
                  <a:pt x="14914372" y="4797033"/>
                  <a:pt x="14920806" y="4797322"/>
                </a:cubicBezTo>
                <a:close/>
                <a:moveTo>
                  <a:pt x="14218320" y="4771257"/>
                </a:moveTo>
                <a:cubicBezTo>
                  <a:pt x="14223334" y="4771483"/>
                  <a:pt x="14228258" y="4773622"/>
                  <a:pt x="14231910" y="4777619"/>
                </a:cubicBezTo>
                <a:cubicBezTo>
                  <a:pt x="14239214" y="4785612"/>
                  <a:pt x="14238656" y="4798014"/>
                  <a:pt x="14230664" y="4805317"/>
                </a:cubicBezTo>
                <a:cubicBezTo>
                  <a:pt x="14222668" y="4812624"/>
                  <a:pt x="14210268" y="4812064"/>
                  <a:pt x="14202964" y="4804071"/>
                </a:cubicBezTo>
                <a:cubicBezTo>
                  <a:pt x="14195660" y="4796078"/>
                  <a:pt x="14196218" y="4783674"/>
                  <a:pt x="14204210" y="4776371"/>
                </a:cubicBezTo>
                <a:cubicBezTo>
                  <a:pt x="14208208" y="4772719"/>
                  <a:pt x="14213306" y="4771032"/>
                  <a:pt x="14218320" y="4771257"/>
                </a:cubicBezTo>
                <a:close/>
                <a:moveTo>
                  <a:pt x="13515830" y="4745011"/>
                </a:moveTo>
                <a:cubicBezTo>
                  <a:pt x="13519464" y="4745176"/>
                  <a:pt x="13523040" y="4746726"/>
                  <a:pt x="13525690" y="4749625"/>
                </a:cubicBezTo>
                <a:cubicBezTo>
                  <a:pt x="13530988" y="4755424"/>
                  <a:pt x="13530582" y="4764419"/>
                  <a:pt x="13524786" y="4769716"/>
                </a:cubicBezTo>
                <a:cubicBezTo>
                  <a:pt x="13518988" y="4775014"/>
                  <a:pt x="13509992" y="4774610"/>
                  <a:pt x="13504694" y="4768812"/>
                </a:cubicBezTo>
                <a:cubicBezTo>
                  <a:pt x="13499394" y="4763013"/>
                  <a:pt x="13499800" y="4754017"/>
                  <a:pt x="13505598" y="4748721"/>
                </a:cubicBezTo>
                <a:cubicBezTo>
                  <a:pt x="13508496" y="4746070"/>
                  <a:pt x="13512194" y="4744848"/>
                  <a:pt x="13515830" y="4745011"/>
                </a:cubicBezTo>
                <a:close/>
                <a:moveTo>
                  <a:pt x="12807076" y="4721220"/>
                </a:moveTo>
                <a:cubicBezTo>
                  <a:pt x="12810606" y="4717992"/>
                  <a:pt x="12816088" y="4718238"/>
                  <a:pt x="12819314" y="4721769"/>
                </a:cubicBezTo>
                <a:cubicBezTo>
                  <a:pt x="12822540" y="4725302"/>
                  <a:pt x="12822294" y="4730782"/>
                  <a:pt x="12818762" y="4734008"/>
                </a:cubicBezTo>
                <a:cubicBezTo>
                  <a:pt x="12815230" y="4737235"/>
                  <a:pt x="12809752" y="4736989"/>
                  <a:pt x="12806524" y="4733457"/>
                </a:cubicBezTo>
                <a:cubicBezTo>
                  <a:pt x="12803294" y="4729926"/>
                  <a:pt x="12803544" y="4724447"/>
                  <a:pt x="12807076" y="4721220"/>
                </a:cubicBezTo>
                <a:close/>
                <a:moveTo>
                  <a:pt x="12109498" y="4694700"/>
                </a:moveTo>
                <a:cubicBezTo>
                  <a:pt x="12110208" y="4694050"/>
                  <a:pt x="12111314" y="4694100"/>
                  <a:pt x="12111964" y="4694811"/>
                </a:cubicBezTo>
                <a:cubicBezTo>
                  <a:pt x="12112614" y="4695523"/>
                  <a:pt x="12112566" y="4696626"/>
                  <a:pt x="12111852" y="4697277"/>
                </a:cubicBezTo>
                <a:cubicBezTo>
                  <a:pt x="12111142" y="4697927"/>
                  <a:pt x="12110036" y="4697879"/>
                  <a:pt x="12109386" y="4697166"/>
                </a:cubicBezTo>
                <a:cubicBezTo>
                  <a:pt x="12108736" y="4696455"/>
                  <a:pt x="12108786" y="4695351"/>
                  <a:pt x="12109498" y="4694700"/>
                </a:cubicBezTo>
                <a:close/>
                <a:moveTo>
                  <a:pt x="16692722" y="4514795"/>
                </a:moveTo>
                <a:cubicBezTo>
                  <a:pt x="16701838" y="4515206"/>
                  <a:pt x="16710802" y="4519095"/>
                  <a:pt x="16717446" y="4526366"/>
                </a:cubicBezTo>
                <a:cubicBezTo>
                  <a:pt x="16730734" y="4540909"/>
                  <a:pt x="16729718" y="4563470"/>
                  <a:pt x="16715178" y="4576758"/>
                </a:cubicBezTo>
                <a:cubicBezTo>
                  <a:pt x="16700634" y="4590048"/>
                  <a:pt x="16678074" y="4589032"/>
                  <a:pt x="16664782" y="4574489"/>
                </a:cubicBezTo>
                <a:cubicBezTo>
                  <a:pt x="16651494" y="4559948"/>
                  <a:pt x="16652510" y="4537386"/>
                  <a:pt x="16667054" y="4524098"/>
                </a:cubicBezTo>
                <a:cubicBezTo>
                  <a:pt x="16674326" y="4517453"/>
                  <a:pt x="16683602" y="4514385"/>
                  <a:pt x="16692722" y="4514795"/>
                </a:cubicBezTo>
                <a:close/>
                <a:moveTo>
                  <a:pt x="15990206" y="4488698"/>
                </a:moveTo>
                <a:cubicBezTo>
                  <a:pt x="15997906" y="4489044"/>
                  <a:pt x="16005470" y="4492328"/>
                  <a:pt x="16011078" y="4498465"/>
                </a:cubicBezTo>
                <a:cubicBezTo>
                  <a:pt x="16022294" y="4510741"/>
                  <a:pt x="16021438" y="4529786"/>
                  <a:pt x="16009162" y="4541003"/>
                </a:cubicBezTo>
                <a:cubicBezTo>
                  <a:pt x="15996890" y="4552220"/>
                  <a:pt x="15977842" y="4551363"/>
                  <a:pt x="15966626" y="4539087"/>
                </a:cubicBezTo>
                <a:cubicBezTo>
                  <a:pt x="15955406" y="4526812"/>
                  <a:pt x="15956266" y="4507765"/>
                  <a:pt x="15968542" y="4496549"/>
                </a:cubicBezTo>
                <a:cubicBezTo>
                  <a:pt x="15974678" y="4490941"/>
                  <a:pt x="15982510" y="4488352"/>
                  <a:pt x="15990206" y="4488698"/>
                </a:cubicBezTo>
                <a:close/>
                <a:moveTo>
                  <a:pt x="15287762" y="4461555"/>
                </a:moveTo>
                <a:cubicBezTo>
                  <a:pt x="15294310" y="4461849"/>
                  <a:pt x="15300750" y="4464644"/>
                  <a:pt x="15305522" y="4469868"/>
                </a:cubicBezTo>
                <a:cubicBezTo>
                  <a:pt x="15315070" y="4480315"/>
                  <a:pt x="15314338" y="4496523"/>
                  <a:pt x="15303894" y="4506069"/>
                </a:cubicBezTo>
                <a:cubicBezTo>
                  <a:pt x="15293446" y="4515615"/>
                  <a:pt x="15277238" y="4514884"/>
                  <a:pt x="15267694" y="4504438"/>
                </a:cubicBezTo>
                <a:cubicBezTo>
                  <a:pt x="15258146" y="4493991"/>
                  <a:pt x="15258878" y="4477782"/>
                  <a:pt x="15269322" y="4468237"/>
                </a:cubicBezTo>
                <a:cubicBezTo>
                  <a:pt x="15274546" y="4463464"/>
                  <a:pt x="15281210" y="4461260"/>
                  <a:pt x="15287762" y="4461555"/>
                </a:cubicBezTo>
                <a:close/>
                <a:moveTo>
                  <a:pt x="14585254" y="4435948"/>
                </a:moveTo>
                <a:cubicBezTo>
                  <a:pt x="14590266" y="4436173"/>
                  <a:pt x="14595192" y="4438311"/>
                  <a:pt x="14598844" y="4442308"/>
                </a:cubicBezTo>
                <a:cubicBezTo>
                  <a:pt x="14606150" y="4450301"/>
                  <a:pt x="14605590" y="4462702"/>
                  <a:pt x="14597598" y="4470008"/>
                </a:cubicBezTo>
                <a:cubicBezTo>
                  <a:pt x="14589604" y="4477312"/>
                  <a:pt x="14577202" y="4476753"/>
                  <a:pt x="14569900" y="4468758"/>
                </a:cubicBezTo>
                <a:cubicBezTo>
                  <a:pt x="14562594" y="4460765"/>
                  <a:pt x="14563154" y="4448364"/>
                  <a:pt x="14571146" y="4441061"/>
                </a:cubicBezTo>
                <a:cubicBezTo>
                  <a:pt x="14575142" y="4437406"/>
                  <a:pt x="14580242" y="4435722"/>
                  <a:pt x="14585254" y="4435948"/>
                </a:cubicBezTo>
                <a:close/>
                <a:moveTo>
                  <a:pt x="13882766" y="4409701"/>
                </a:moveTo>
                <a:cubicBezTo>
                  <a:pt x="13886402" y="4409865"/>
                  <a:pt x="13889976" y="4411416"/>
                  <a:pt x="13892624" y="4414314"/>
                </a:cubicBezTo>
                <a:cubicBezTo>
                  <a:pt x="13897922" y="4420112"/>
                  <a:pt x="13897518" y="4429109"/>
                  <a:pt x="13891722" y="4434406"/>
                </a:cubicBezTo>
                <a:cubicBezTo>
                  <a:pt x="13885922" y="4439704"/>
                  <a:pt x="13876926" y="4439300"/>
                  <a:pt x="13871628" y="4433502"/>
                </a:cubicBezTo>
                <a:cubicBezTo>
                  <a:pt x="13866330" y="4427703"/>
                  <a:pt x="13866734" y="4418708"/>
                  <a:pt x="13872532" y="4413410"/>
                </a:cubicBezTo>
                <a:cubicBezTo>
                  <a:pt x="13875432" y="4410761"/>
                  <a:pt x="13879130" y="4409538"/>
                  <a:pt x="13882766" y="4409701"/>
                </a:cubicBezTo>
                <a:close/>
                <a:moveTo>
                  <a:pt x="13174036" y="4385886"/>
                </a:moveTo>
                <a:cubicBezTo>
                  <a:pt x="13177568" y="4382659"/>
                  <a:pt x="13183046" y="4382905"/>
                  <a:pt x="13186274" y="4386436"/>
                </a:cubicBezTo>
                <a:cubicBezTo>
                  <a:pt x="13189500" y="4389968"/>
                  <a:pt x="13189254" y="4395448"/>
                  <a:pt x="13185722" y="4398674"/>
                </a:cubicBezTo>
                <a:cubicBezTo>
                  <a:pt x="13182190" y="4401901"/>
                  <a:pt x="13176712" y="4401655"/>
                  <a:pt x="13173484" y="4398124"/>
                </a:cubicBezTo>
                <a:cubicBezTo>
                  <a:pt x="13170256" y="4394593"/>
                  <a:pt x="13170504" y="4389113"/>
                  <a:pt x="13174036" y="4385886"/>
                </a:cubicBezTo>
                <a:close/>
                <a:moveTo>
                  <a:pt x="12476430" y="4359389"/>
                </a:moveTo>
                <a:cubicBezTo>
                  <a:pt x="12477142" y="4358739"/>
                  <a:pt x="12478248" y="4358787"/>
                  <a:pt x="12478900" y="4359499"/>
                </a:cubicBezTo>
                <a:cubicBezTo>
                  <a:pt x="12479548" y="4360212"/>
                  <a:pt x="12479498" y="4361316"/>
                  <a:pt x="12478786" y="4361966"/>
                </a:cubicBezTo>
                <a:cubicBezTo>
                  <a:pt x="12478074" y="4362616"/>
                  <a:pt x="12476970" y="4362568"/>
                  <a:pt x="12476320" y="4361856"/>
                </a:cubicBezTo>
                <a:cubicBezTo>
                  <a:pt x="12475670" y="4361144"/>
                  <a:pt x="12475718" y="4360039"/>
                  <a:pt x="12476430" y="4359389"/>
                </a:cubicBezTo>
                <a:close/>
                <a:moveTo>
                  <a:pt x="17059650" y="4179658"/>
                </a:moveTo>
                <a:cubicBezTo>
                  <a:pt x="17068722" y="4180068"/>
                  <a:pt x="17077642" y="4183938"/>
                  <a:pt x="17084254" y="4191174"/>
                </a:cubicBezTo>
                <a:cubicBezTo>
                  <a:pt x="17097478" y="4205643"/>
                  <a:pt x="17096466" y="4228096"/>
                  <a:pt x="17081998" y="4241319"/>
                </a:cubicBezTo>
                <a:cubicBezTo>
                  <a:pt x="17067526" y="4254543"/>
                  <a:pt x="17045074" y="4253531"/>
                  <a:pt x="17031850" y="4239060"/>
                </a:cubicBezTo>
                <a:cubicBezTo>
                  <a:pt x="17018626" y="4224589"/>
                  <a:pt x="17019638" y="4202136"/>
                  <a:pt x="17034110" y="4188914"/>
                </a:cubicBezTo>
                <a:cubicBezTo>
                  <a:pt x="17041346" y="4182302"/>
                  <a:pt x="17050574" y="4179249"/>
                  <a:pt x="17059650" y="4179658"/>
                </a:cubicBezTo>
                <a:close/>
                <a:moveTo>
                  <a:pt x="16357138" y="4153388"/>
                </a:moveTo>
                <a:cubicBezTo>
                  <a:pt x="16364838" y="4153735"/>
                  <a:pt x="16372402" y="4157017"/>
                  <a:pt x="16378010" y="4163155"/>
                </a:cubicBezTo>
                <a:cubicBezTo>
                  <a:pt x="16389230" y="4175431"/>
                  <a:pt x="16388370" y="4194477"/>
                  <a:pt x="16376094" y="4205694"/>
                </a:cubicBezTo>
                <a:cubicBezTo>
                  <a:pt x="16363822" y="4216909"/>
                  <a:pt x="16344778" y="4216052"/>
                  <a:pt x="16333558" y="4203777"/>
                </a:cubicBezTo>
                <a:cubicBezTo>
                  <a:pt x="16322342" y="4191500"/>
                  <a:pt x="16323198" y="4172456"/>
                  <a:pt x="16335474" y="4161239"/>
                </a:cubicBezTo>
                <a:cubicBezTo>
                  <a:pt x="16341610" y="4155631"/>
                  <a:pt x="16349442" y="4153042"/>
                  <a:pt x="16357138" y="4153388"/>
                </a:cubicBezTo>
                <a:close/>
                <a:moveTo>
                  <a:pt x="15654674" y="4126702"/>
                </a:moveTo>
                <a:cubicBezTo>
                  <a:pt x="15661110" y="4126992"/>
                  <a:pt x="15667434" y="4129737"/>
                  <a:pt x="15672122" y="4134867"/>
                </a:cubicBezTo>
                <a:cubicBezTo>
                  <a:pt x="15681494" y="4145126"/>
                  <a:pt x="15680778" y="4161044"/>
                  <a:pt x="15670518" y="4170421"/>
                </a:cubicBezTo>
                <a:cubicBezTo>
                  <a:pt x="15660258" y="4179796"/>
                  <a:pt x="15644342" y="4179079"/>
                  <a:pt x="15634966" y="4168820"/>
                </a:cubicBezTo>
                <a:cubicBezTo>
                  <a:pt x="15625590" y="4158560"/>
                  <a:pt x="15626306" y="4142642"/>
                  <a:pt x="15636566" y="4133266"/>
                </a:cubicBezTo>
                <a:cubicBezTo>
                  <a:pt x="15641694" y="4128578"/>
                  <a:pt x="15648242" y="4126413"/>
                  <a:pt x="15654674" y="4126702"/>
                </a:cubicBezTo>
                <a:close/>
                <a:moveTo>
                  <a:pt x="14952186" y="4100636"/>
                </a:moveTo>
                <a:cubicBezTo>
                  <a:pt x="14957202" y="4100862"/>
                  <a:pt x="14962126" y="4103000"/>
                  <a:pt x="14965778" y="4106997"/>
                </a:cubicBezTo>
                <a:cubicBezTo>
                  <a:pt x="14973082" y="4114990"/>
                  <a:pt x="14972526" y="4127393"/>
                  <a:pt x="14964534" y="4134697"/>
                </a:cubicBezTo>
                <a:cubicBezTo>
                  <a:pt x="14956538" y="4142003"/>
                  <a:pt x="14944138" y="4141442"/>
                  <a:pt x="14936834" y="4133449"/>
                </a:cubicBezTo>
                <a:cubicBezTo>
                  <a:pt x="14929530" y="4125457"/>
                  <a:pt x="14930086" y="4113054"/>
                  <a:pt x="14938078" y="4105750"/>
                </a:cubicBezTo>
                <a:cubicBezTo>
                  <a:pt x="14942074" y="4102097"/>
                  <a:pt x="14947174" y="4100411"/>
                  <a:pt x="14952186" y="4100636"/>
                </a:cubicBezTo>
                <a:close/>
                <a:moveTo>
                  <a:pt x="14249700" y="4074389"/>
                </a:moveTo>
                <a:cubicBezTo>
                  <a:pt x="14253336" y="4074553"/>
                  <a:pt x="14256910" y="4076104"/>
                  <a:pt x="14259560" y="4079002"/>
                </a:cubicBezTo>
                <a:cubicBezTo>
                  <a:pt x="14264858" y="4084802"/>
                  <a:pt x="14264454" y="4093796"/>
                  <a:pt x="14258656" y="4099094"/>
                </a:cubicBezTo>
                <a:cubicBezTo>
                  <a:pt x="14252858" y="4104393"/>
                  <a:pt x="14243862" y="4103988"/>
                  <a:pt x="14238564" y="4098190"/>
                </a:cubicBezTo>
                <a:cubicBezTo>
                  <a:pt x="14233264" y="4092391"/>
                  <a:pt x="14233670" y="4083395"/>
                  <a:pt x="14239468" y="4078097"/>
                </a:cubicBezTo>
                <a:cubicBezTo>
                  <a:pt x="14242366" y="4075449"/>
                  <a:pt x="14246064" y="4074224"/>
                  <a:pt x="14249700" y="4074389"/>
                </a:cubicBezTo>
                <a:close/>
                <a:moveTo>
                  <a:pt x="13540970" y="4050574"/>
                </a:moveTo>
                <a:cubicBezTo>
                  <a:pt x="13544502" y="4047346"/>
                  <a:pt x="13549980" y="4047594"/>
                  <a:pt x="13553208" y="4051126"/>
                </a:cubicBezTo>
                <a:cubicBezTo>
                  <a:pt x="13556434" y="4054658"/>
                  <a:pt x="13556188" y="4060136"/>
                  <a:pt x="13552656" y="4063363"/>
                </a:cubicBezTo>
                <a:cubicBezTo>
                  <a:pt x="13549126" y="4066590"/>
                  <a:pt x="13543646" y="4066344"/>
                  <a:pt x="13540418" y="4062812"/>
                </a:cubicBezTo>
                <a:cubicBezTo>
                  <a:pt x="13537192" y="4059281"/>
                  <a:pt x="13537438" y="4053802"/>
                  <a:pt x="13540970" y="4050574"/>
                </a:cubicBezTo>
                <a:close/>
                <a:moveTo>
                  <a:pt x="12843392" y="4024054"/>
                </a:moveTo>
                <a:cubicBezTo>
                  <a:pt x="12844102" y="4023405"/>
                  <a:pt x="12845208" y="4023453"/>
                  <a:pt x="12845858" y="4024165"/>
                </a:cubicBezTo>
                <a:cubicBezTo>
                  <a:pt x="12846510" y="4024876"/>
                  <a:pt x="12846458" y="4025980"/>
                  <a:pt x="12845744" y="4026631"/>
                </a:cubicBezTo>
                <a:cubicBezTo>
                  <a:pt x="12845034" y="4027282"/>
                  <a:pt x="12843932" y="4027232"/>
                  <a:pt x="12843280" y="4026520"/>
                </a:cubicBezTo>
                <a:cubicBezTo>
                  <a:pt x="12842630" y="4025809"/>
                  <a:pt x="12842678" y="4024704"/>
                  <a:pt x="12843392" y="4024054"/>
                </a:cubicBezTo>
                <a:close/>
                <a:moveTo>
                  <a:pt x="16724066" y="3818253"/>
                </a:moveTo>
                <a:cubicBezTo>
                  <a:pt x="16731718" y="3818598"/>
                  <a:pt x="16739242" y="3821863"/>
                  <a:pt x="16744818" y="3827965"/>
                </a:cubicBezTo>
                <a:cubicBezTo>
                  <a:pt x="16755970" y="3840168"/>
                  <a:pt x="16755118" y="3859103"/>
                  <a:pt x="16742910" y="3870257"/>
                </a:cubicBezTo>
                <a:cubicBezTo>
                  <a:pt x="16730706" y="3881409"/>
                  <a:pt x="16711774" y="3880555"/>
                  <a:pt x="16700622" y="3868352"/>
                </a:cubicBezTo>
                <a:cubicBezTo>
                  <a:pt x="16689466" y="3856147"/>
                  <a:pt x="16690318" y="3837213"/>
                  <a:pt x="16702526" y="3826061"/>
                </a:cubicBezTo>
                <a:cubicBezTo>
                  <a:pt x="16708626" y="3820484"/>
                  <a:pt x="16716410" y="3817907"/>
                  <a:pt x="16724066" y="3818253"/>
                </a:cubicBezTo>
                <a:close/>
                <a:moveTo>
                  <a:pt x="16021610" y="3791392"/>
                </a:moveTo>
                <a:cubicBezTo>
                  <a:pt x="16028042" y="3791681"/>
                  <a:pt x="16034366" y="3794427"/>
                  <a:pt x="16039054" y="3799556"/>
                </a:cubicBezTo>
                <a:cubicBezTo>
                  <a:pt x="16048430" y="3809817"/>
                  <a:pt x="16047714" y="3825734"/>
                  <a:pt x="16037454" y="3835109"/>
                </a:cubicBezTo>
                <a:cubicBezTo>
                  <a:pt x="16027194" y="3844486"/>
                  <a:pt x="16011274" y="3843769"/>
                  <a:pt x="16001898" y="3833509"/>
                </a:cubicBezTo>
                <a:cubicBezTo>
                  <a:pt x="15992522" y="3823249"/>
                  <a:pt x="15993242" y="3807332"/>
                  <a:pt x="16003502" y="3797955"/>
                </a:cubicBezTo>
                <a:cubicBezTo>
                  <a:pt x="16008630" y="3793267"/>
                  <a:pt x="16015174" y="3791102"/>
                  <a:pt x="16021610" y="3791392"/>
                </a:cubicBezTo>
                <a:close/>
                <a:moveTo>
                  <a:pt x="15319122" y="3765325"/>
                </a:moveTo>
                <a:cubicBezTo>
                  <a:pt x="15324138" y="3765551"/>
                  <a:pt x="15329062" y="3767690"/>
                  <a:pt x="15332714" y="3771686"/>
                </a:cubicBezTo>
                <a:cubicBezTo>
                  <a:pt x="15340018" y="3779681"/>
                  <a:pt x="15339458" y="3792082"/>
                  <a:pt x="15331466" y="3799385"/>
                </a:cubicBezTo>
                <a:cubicBezTo>
                  <a:pt x="15323474" y="3806691"/>
                  <a:pt x="15311070" y="3806132"/>
                  <a:pt x="15303766" y="3798138"/>
                </a:cubicBezTo>
                <a:cubicBezTo>
                  <a:pt x="15296462" y="3790145"/>
                  <a:pt x="15297022" y="3777743"/>
                  <a:pt x="15305014" y="3770438"/>
                </a:cubicBezTo>
                <a:cubicBezTo>
                  <a:pt x="15309010" y="3766787"/>
                  <a:pt x="15314110" y="3765100"/>
                  <a:pt x="15319122" y="3765325"/>
                </a:cubicBezTo>
                <a:close/>
                <a:moveTo>
                  <a:pt x="14616634" y="3739080"/>
                </a:moveTo>
                <a:cubicBezTo>
                  <a:pt x="14620270" y="3739244"/>
                  <a:pt x="14623842" y="3740795"/>
                  <a:pt x="14626492" y="3743693"/>
                </a:cubicBezTo>
                <a:cubicBezTo>
                  <a:pt x="14631792" y="3749491"/>
                  <a:pt x="14631386" y="3758486"/>
                  <a:pt x="14625586" y="3763785"/>
                </a:cubicBezTo>
                <a:cubicBezTo>
                  <a:pt x="14619792" y="3769083"/>
                  <a:pt x="14610796" y="3768678"/>
                  <a:pt x="14605496" y="3762880"/>
                </a:cubicBezTo>
                <a:cubicBezTo>
                  <a:pt x="14600198" y="3757081"/>
                  <a:pt x="14600604" y="3748086"/>
                  <a:pt x="14606402" y="3742788"/>
                </a:cubicBezTo>
                <a:cubicBezTo>
                  <a:pt x="14609300" y="3740139"/>
                  <a:pt x="14612998" y="3738915"/>
                  <a:pt x="14616634" y="3739080"/>
                </a:cubicBezTo>
                <a:close/>
                <a:moveTo>
                  <a:pt x="13907904" y="3715263"/>
                </a:moveTo>
                <a:cubicBezTo>
                  <a:pt x="13911436" y="3712037"/>
                  <a:pt x="13916916" y="3712282"/>
                  <a:pt x="13920142" y="3715814"/>
                </a:cubicBezTo>
                <a:cubicBezTo>
                  <a:pt x="13923370" y="3719345"/>
                  <a:pt x="13923122" y="3724825"/>
                  <a:pt x="13919592" y="3728053"/>
                </a:cubicBezTo>
                <a:cubicBezTo>
                  <a:pt x="13916060" y="3731280"/>
                  <a:pt x="13910580" y="3731034"/>
                  <a:pt x="13907352" y="3727502"/>
                </a:cubicBezTo>
                <a:cubicBezTo>
                  <a:pt x="13904124" y="3723971"/>
                  <a:pt x="13904374" y="3718491"/>
                  <a:pt x="13907904" y="3715263"/>
                </a:cubicBezTo>
                <a:close/>
                <a:moveTo>
                  <a:pt x="13210326" y="3688743"/>
                </a:moveTo>
                <a:cubicBezTo>
                  <a:pt x="13211036" y="3688095"/>
                  <a:pt x="13212142" y="3688143"/>
                  <a:pt x="13212792" y="3688855"/>
                </a:cubicBezTo>
                <a:cubicBezTo>
                  <a:pt x="13213442" y="3689566"/>
                  <a:pt x="13213394" y="3690670"/>
                  <a:pt x="13212680" y="3691321"/>
                </a:cubicBezTo>
                <a:cubicBezTo>
                  <a:pt x="13211970" y="3691970"/>
                  <a:pt x="13210864" y="3691922"/>
                  <a:pt x="13210214" y="3691210"/>
                </a:cubicBezTo>
                <a:cubicBezTo>
                  <a:pt x="13209564" y="3690499"/>
                  <a:pt x="13209614" y="3689395"/>
                  <a:pt x="13210326" y="3688743"/>
                </a:cubicBezTo>
                <a:close/>
                <a:moveTo>
                  <a:pt x="17091026" y="3482920"/>
                </a:moveTo>
                <a:cubicBezTo>
                  <a:pt x="17098678" y="3483265"/>
                  <a:pt x="17106198" y="3486528"/>
                  <a:pt x="17111778" y="3492631"/>
                </a:cubicBezTo>
                <a:cubicBezTo>
                  <a:pt x="17122930" y="3504835"/>
                  <a:pt x="17122078" y="3523769"/>
                  <a:pt x="17109870" y="3534923"/>
                </a:cubicBezTo>
                <a:cubicBezTo>
                  <a:pt x="17097666" y="3546075"/>
                  <a:pt x="17078734" y="3545222"/>
                  <a:pt x="17067582" y="3533018"/>
                </a:cubicBezTo>
                <a:cubicBezTo>
                  <a:pt x="17056426" y="3520815"/>
                  <a:pt x="17057278" y="3501880"/>
                  <a:pt x="17069486" y="3490727"/>
                </a:cubicBezTo>
                <a:cubicBezTo>
                  <a:pt x="17075586" y="3485150"/>
                  <a:pt x="17083370" y="3482575"/>
                  <a:pt x="17091026" y="3482920"/>
                </a:cubicBezTo>
                <a:close/>
                <a:moveTo>
                  <a:pt x="16388542" y="3456084"/>
                </a:moveTo>
                <a:cubicBezTo>
                  <a:pt x="16394974" y="3456373"/>
                  <a:pt x="16401298" y="3459117"/>
                  <a:pt x="16405986" y="3464247"/>
                </a:cubicBezTo>
                <a:cubicBezTo>
                  <a:pt x="16415362" y="3474507"/>
                  <a:pt x="16414646" y="3490425"/>
                  <a:pt x="16404386" y="3499800"/>
                </a:cubicBezTo>
                <a:cubicBezTo>
                  <a:pt x="16394126" y="3509177"/>
                  <a:pt x="16378206" y="3508459"/>
                  <a:pt x="16368834" y="3498201"/>
                </a:cubicBezTo>
                <a:cubicBezTo>
                  <a:pt x="16359458" y="3487941"/>
                  <a:pt x="16360174" y="3472022"/>
                  <a:pt x="16370434" y="3462647"/>
                </a:cubicBezTo>
                <a:cubicBezTo>
                  <a:pt x="16375566" y="3457959"/>
                  <a:pt x="16382110" y="3455794"/>
                  <a:pt x="16388542" y="3456084"/>
                </a:cubicBezTo>
                <a:close/>
                <a:moveTo>
                  <a:pt x="15686078" y="3429560"/>
                </a:moveTo>
                <a:cubicBezTo>
                  <a:pt x="15691206" y="3429792"/>
                  <a:pt x="15696250" y="3431979"/>
                  <a:pt x="15699986" y="3436069"/>
                </a:cubicBezTo>
                <a:cubicBezTo>
                  <a:pt x="15707462" y="3444249"/>
                  <a:pt x="15706890" y="3456941"/>
                  <a:pt x="15698710" y="3464416"/>
                </a:cubicBezTo>
                <a:cubicBezTo>
                  <a:pt x="15690530" y="3471891"/>
                  <a:pt x="15677838" y="3471320"/>
                  <a:pt x="15670362" y="3463141"/>
                </a:cubicBezTo>
                <a:cubicBezTo>
                  <a:pt x="15662886" y="3454960"/>
                  <a:pt x="15663458" y="3442269"/>
                  <a:pt x="15671638" y="3434793"/>
                </a:cubicBezTo>
                <a:cubicBezTo>
                  <a:pt x="15675730" y="3431055"/>
                  <a:pt x="15680946" y="3429328"/>
                  <a:pt x="15686078" y="3429560"/>
                </a:cubicBezTo>
                <a:close/>
                <a:moveTo>
                  <a:pt x="14983570" y="3403768"/>
                </a:moveTo>
                <a:cubicBezTo>
                  <a:pt x="14987206" y="3403934"/>
                  <a:pt x="14990778" y="3405483"/>
                  <a:pt x="14993426" y="3408382"/>
                </a:cubicBezTo>
                <a:cubicBezTo>
                  <a:pt x="14998726" y="3414181"/>
                  <a:pt x="14998322" y="3423176"/>
                  <a:pt x="14992522" y="3428473"/>
                </a:cubicBezTo>
                <a:cubicBezTo>
                  <a:pt x="14986726" y="3433771"/>
                  <a:pt x="14977730" y="3433367"/>
                  <a:pt x="14972430" y="3427570"/>
                </a:cubicBezTo>
                <a:cubicBezTo>
                  <a:pt x="14967134" y="3421770"/>
                  <a:pt x="14967538" y="3412776"/>
                  <a:pt x="14973338" y="3407477"/>
                </a:cubicBezTo>
                <a:cubicBezTo>
                  <a:pt x="14976238" y="3404828"/>
                  <a:pt x="14979934" y="3403605"/>
                  <a:pt x="14983570" y="3403768"/>
                </a:cubicBezTo>
                <a:close/>
                <a:moveTo>
                  <a:pt x="14274840" y="3379951"/>
                </a:moveTo>
                <a:cubicBezTo>
                  <a:pt x="14278370" y="3376727"/>
                  <a:pt x="14283850" y="3376972"/>
                  <a:pt x="14287078" y="3380505"/>
                </a:cubicBezTo>
                <a:cubicBezTo>
                  <a:pt x="14290304" y="3384035"/>
                  <a:pt x="14290056" y="3389515"/>
                  <a:pt x="14286526" y="3392741"/>
                </a:cubicBezTo>
                <a:cubicBezTo>
                  <a:pt x="14282994" y="3395968"/>
                  <a:pt x="14277514" y="3395721"/>
                  <a:pt x="14274288" y="3392190"/>
                </a:cubicBezTo>
                <a:cubicBezTo>
                  <a:pt x="14271062" y="3388659"/>
                  <a:pt x="14271308" y="3383180"/>
                  <a:pt x="14274840" y="3379951"/>
                </a:cubicBezTo>
                <a:close/>
                <a:moveTo>
                  <a:pt x="13577260" y="3353433"/>
                </a:moveTo>
                <a:cubicBezTo>
                  <a:pt x="13577970" y="3352786"/>
                  <a:pt x="13579076" y="3352834"/>
                  <a:pt x="13579726" y="3353546"/>
                </a:cubicBezTo>
                <a:cubicBezTo>
                  <a:pt x="13580376" y="3354257"/>
                  <a:pt x="13580326" y="3355359"/>
                  <a:pt x="13579614" y="3356010"/>
                </a:cubicBezTo>
                <a:cubicBezTo>
                  <a:pt x="13578902" y="3356661"/>
                  <a:pt x="13577798" y="3356612"/>
                  <a:pt x="13577148" y="3355901"/>
                </a:cubicBezTo>
                <a:cubicBezTo>
                  <a:pt x="13576498" y="3355190"/>
                  <a:pt x="13576546" y="3354085"/>
                  <a:pt x="13577260" y="3353433"/>
                </a:cubicBezTo>
                <a:close/>
                <a:moveTo>
                  <a:pt x="16755502" y="3120750"/>
                </a:moveTo>
                <a:cubicBezTo>
                  <a:pt x="16761938" y="3121040"/>
                  <a:pt x="16768262" y="3123785"/>
                  <a:pt x="16772950" y="3128915"/>
                </a:cubicBezTo>
                <a:cubicBezTo>
                  <a:pt x="16782322" y="3139173"/>
                  <a:pt x="16781606" y="3155092"/>
                  <a:pt x="16771346" y="3164467"/>
                </a:cubicBezTo>
                <a:cubicBezTo>
                  <a:pt x="16761086" y="3173842"/>
                  <a:pt x="16745170" y="3173128"/>
                  <a:pt x="16735794" y="3162867"/>
                </a:cubicBezTo>
                <a:cubicBezTo>
                  <a:pt x="16726418" y="3152607"/>
                  <a:pt x="16727134" y="3136689"/>
                  <a:pt x="16737394" y="3127313"/>
                </a:cubicBezTo>
                <a:cubicBezTo>
                  <a:pt x="16742522" y="3122625"/>
                  <a:pt x="16749070" y="3120460"/>
                  <a:pt x="16755502" y="3120750"/>
                </a:cubicBezTo>
                <a:close/>
                <a:moveTo>
                  <a:pt x="16052990" y="3094707"/>
                </a:moveTo>
                <a:cubicBezTo>
                  <a:pt x="16058002" y="3094933"/>
                  <a:pt x="16062930" y="3097072"/>
                  <a:pt x="16066582" y="3101068"/>
                </a:cubicBezTo>
                <a:cubicBezTo>
                  <a:pt x="16073886" y="3109061"/>
                  <a:pt x="16073326" y="3121464"/>
                  <a:pt x="16065334" y="3128767"/>
                </a:cubicBezTo>
                <a:cubicBezTo>
                  <a:pt x="16057338" y="3136073"/>
                  <a:pt x="16044938" y="3135513"/>
                  <a:pt x="16037634" y="3127520"/>
                </a:cubicBezTo>
                <a:cubicBezTo>
                  <a:pt x="16030330" y="3119528"/>
                  <a:pt x="16030890" y="3107125"/>
                  <a:pt x="16038882" y="3099820"/>
                </a:cubicBezTo>
                <a:cubicBezTo>
                  <a:pt x="16042878" y="3096168"/>
                  <a:pt x="16047978" y="3094481"/>
                  <a:pt x="16052990" y="3094707"/>
                </a:cubicBezTo>
                <a:close/>
                <a:moveTo>
                  <a:pt x="15350502" y="3068460"/>
                </a:moveTo>
                <a:cubicBezTo>
                  <a:pt x="15354138" y="3068624"/>
                  <a:pt x="15357710" y="3070173"/>
                  <a:pt x="15360362" y="3073074"/>
                </a:cubicBezTo>
                <a:cubicBezTo>
                  <a:pt x="15365658" y="3078871"/>
                  <a:pt x="15365254" y="3087867"/>
                  <a:pt x="15359458" y="3093165"/>
                </a:cubicBezTo>
                <a:cubicBezTo>
                  <a:pt x="15353658" y="3098464"/>
                  <a:pt x="15344662" y="3098058"/>
                  <a:pt x="15339366" y="3092259"/>
                </a:cubicBezTo>
                <a:cubicBezTo>
                  <a:pt x="15334066" y="3086461"/>
                  <a:pt x="15334470" y="3077466"/>
                  <a:pt x="15340270" y="3072167"/>
                </a:cubicBezTo>
                <a:cubicBezTo>
                  <a:pt x="15343166" y="3069519"/>
                  <a:pt x="15346866" y="3068296"/>
                  <a:pt x="15350502" y="3068460"/>
                </a:cubicBezTo>
                <a:close/>
                <a:moveTo>
                  <a:pt x="14641654" y="3044516"/>
                </a:moveTo>
                <a:cubicBezTo>
                  <a:pt x="14645256" y="3041223"/>
                  <a:pt x="14650844" y="3041475"/>
                  <a:pt x="14654136" y="3045078"/>
                </a:cubicBezTo>
                <a:cubicBezTo>
                  <a:pt x="14657430" y="3048681"/>
                  <a:pt x="14657178" y="3054270"/>
                  <a:pt x="14653576" y="3057562"/>
                </a:cubicBezTo>
                <a:cubicBezTo>
                  <a:pt x="14649972" y="3060854"/>
                  <a:pt x="14644384" y="3060602"/>
                  <a:pt x="14641092" y="3056999"/>
                </a:cubicBezTo>
                <a:cubicBezTo>
                  <a:pt x="14637800" y="3053396"/>
                  <a:pt x="14638050" y="3047807"/>
                  <a:pt x="14641654" y="3044516"/>
                </a:cubicBezTo>
                <a:close/>
                <a:moveTo>
                  <a:pt x="13944192" y="3018123"/>
                </a:moveTo>
                <a:cubicBezTo>
                  <a:pt x="13944904" y="3017472"/>
                  <a:pt x="13946010" y="3017521"/>
                  <a:pt x="13946660" y="3018232"/>
                </a:cubicBezTo>
                <a:cubicBezTo>
                  <a:pt x="13947312" y="3018944"/>
                  <a:pt x="13947258" y="3020049"/>
                  <a:pt x="13946548" y="3020699"/>
                </a:cubicBezTo>
                <a:cubicBezTo>
                  <a:pt x="13945838" y="3021349"/>
                  <a:pt x="13944732" y="3021300"/>
                  <a:pt x="13944082" y="3020587"/>
                </a:cubicBezTo>
                <a:cubicBezTo>
                  <a:pt x="13943432" y="3019876"/>
                  <a:pt x="13943482" y="3018773"/>
                  <a:pt x="13944192" y="3018123"/>
                </a:cubicBezTo>
                <a:close/>
                <a:moveTo>
                  <a:pt x="17122458" y="2784984"/>
                </a:moveTo>
                <a:cubicBezTo>
                  <a:pt x="17129010" y="2785278"/>
                  <a:pt x="17135446" y="2788074"/>
                  <a:pt x="17140222" y="2793296"/>
                </a:cubicBezTo>
                <a:cubicBezTo>
                  <a:pt x="17149766" y="2803743"/>
                  <a:pt x="17149034" y="2819951"/>
                  <a:pt x="17138590" y="2829495"/>
                </a:cubicBezTo>
                <a:cubicBezTo>
                  <a:pt x="17128142" y="2839043"/>
                  <a:pt x="17111938" y="2838313"/>
                  <a:pt x="17102390" y="2827866"/>
                </a:cubicBezTo>
                <a:cubicBezTo>
                  <a:pt x="17092842" y="2817418"/>
                  <a:pt x="17093574" y="2801211"/>
                  <a:pt x="17104018" y="2791667"/>
                </a:cubicBezTo>
                <a:cubicBezTo>
                  <a:pt x="17109242" y="2786892"/>
                  <a:pt x="17115906" y="2784688"/>
                  <a:pt x="17122458" y="2784984"/>
                </a:cubicBezTo>
                <a:close/>
                <a:moveTo>
                  <a:pt x="16419950" y="2759373"/>
                </a:moveTo>
                <a:cubicBezTo>
                  <a:pt x="16424966" y="2759599"/>
                  <a:pt x="16429890" y="2761736"/>
                  <a:pt x="16433542" y="2765732"/>
                </a:cubicBezTo>
                <a:cubicBezTo>
                  <a:pt x="16440846" y="2773728"/>
                  <a:pt x="16440286" y="2786128"/>
                  <a:pt x="16432294" y="2793434"/>
                </a:cubicBezTo>
                <a:cubicBezTo>
                  <a:pt x="16424302" y="2800738"/>
                  <a:pt x="16411898" y="2800179"/>
                  <a:pt x="16404594" y="2792184"/>
                </a:cubicBezTo>
                <a:cubicBezTo>
                  <a:pt x="16397290" y="2784192"/>
                  <a:pt x="16397850" y="2771791"/>
                  <a:pt x="16405842" y="2764486"/>
                </a:cubicBezTo>
                <a:cubicBezTo>
                  <a:pt x="16409842" y="2760834"/>
                  <a:pt x="16414938" y="2759147"/>
                  <a:pt x="16419950" y="2759373"/>
                </a:cubicBezTo>
                <a:close/>
                <a:moveTo>
                  <a:pt x="15717438" y="2733150"/>
                </a:moveTo>
                <a:cubicBezTo>
                  <a:pt x="15721074" y="2733313"/>
                  <a:pt x="15724646" y="2734865"/>
                  <a:pt x="15727294" y="2737763"/>
                </a:cubicBezTo>
                <a:cubicBezTo>
                  <a:pt x="15732594" y="2743562"/>
                  <a:pt x="15732190" y="2752556"/>
                  <a:pt x="15726390" y="2757854"/>
                </a:cubicBezTo>
                <a:cubicBezTo>
                  <a:pt x="15720594" y="2763153"/>
                  <a:pt x="15711598" y="2762747"/>
                  <a:pt x="15706298" y="2756949"/>
                </a:cubicBezTo>
                <a:cubicBezTo>
                  <a:pt x="15701002" y="2751151"/>
                  <a:pt x="15701406" y="2742156"/>
                  <a:pt x="15707206" y="2736858"/>
                </a:cubicBezTo>
                <a:cubicBezTo>
                  <a:pt x="15710106" y="2734209"/>
                  <a:pt x="15713802" y="2732985"/>
                  <a:pt x="15717438" y="2733150"/>
                </a:cubicBezTo>
                <a:close/>
                <a:moveTo>
                  <a:pt x="15008706" y="2709335"/>
                </a:moveTo>
                <a:cubicBezTo>
                  <a:pt x="15012238" y="2706106"/>
                  <a:pt x="15017718" y="2706354"/>
                  <a:pt x="15020946" y="2709884"/>
                </a:cubicBezTo>
                <a:cubicBezTo>
                  <a:pt x="15024170" y="2713415"/>
                  <a:pt x="15023922" y="2718896"/>
                  <a:pt x="15020394" y="2722122"/>
                </a:cubicBezTo>
                <a:cubicBezTo>
                  <a:pt x="15016862" y="2725349"/>
                  <a:pt x="15011382" y="2725103"/>
                  <a:pt x="15008154" y="2721571"/>
                </a:cubicBezTo>
                <a:cubicBezTo>
                  <a:pt x="15004926" y="2718040"/>
                  <a:pt x="15005174" y="2712560"/>
                  <a:pt x="15008706" y="2709335"/>
                </a:cubicBezTo>
                <a:close/>
                <a:moveTo>
                  <a:pt x="14311128" y="2682812"/>
                </a:moveTo>
                <a:cubicBezTo>
                  <a:pt x="14311838" y="2682162"/>
                  <a:pt x="14312944" y="2682212"/>
                  <a:pt x="14313594" y="2682922"/>
                </a:cubicBezTo>
                <a:cubicBezTo>
                  <a:pt x="14314244" y="2683634"/>
                  <a:pt x="14314194" y="2684738"/>
                  <a:pt x="14313480" y="2685390"/>
                </a:cubicBezTo>
                <a:cubicBezTo>
                  <a:pt x="14312770" y="2686040"/>
                  <a:pt x="14311666" y="2685990"/>
                  <a:pt x="14311016" y="2685278"/>
                </a:cubicBezTo>
                <a:cubicBezTo>
                  <a:pt x="14310366" y="2684567"/>
                  <a:pt x="14310414" y="2683463"/>
                  <a:pt x="14311128" y="2682812"/>
                </a:cubicBezTo>
                <a:close/>
                <a:moveTo>
                  <a:pt x="16786890" y="2423892"/>
                </a:moveTo>
                <a:cubicBezTo>
                  <a:pt x="16791946" y="2424118"/>
                  <a:pt x="16796918" y="2426274"/>
                  <a:pt x="16800602" y="2430307"/>
                </a:cubicBezTo>
                <a:cubicBezTo>
                  <a:pt x="16807974" y="2438372"/>
                  <a:pt x="16807410" y="2450884"/>
                  <a:pt x="16799346" y="2458253"/>
                </a:cubicBezTo>
                <a:cubicBezTo>
                  <a:pt x="16791282" y="2465623"/>
                  <a:pt x="16778770" y="2465060"/>
                  <a:pt x="16771398" y="2456996"/>
                </a:cubicBezTo>
                <a:cubicBezTo>
                  <a:pt x="16764030" y="2448931"/>
                  <a:pt x="16764594" y="2436420"/>
                  <a:pt x="16772658" y="2429049"/>
                </a:cubicBezTo>
                <a:cubicBezTo>
                  <a:pt x="16776690" y="2425365"/>
                  <a:pt x="16781834" y="2423663"/>
                  <a:pt x="16786890" y="2423892"/>
                </a:cubicBezTo>
                <a:close/>
                <a:moveTo>
                  <a:pt x="16084398" y="2397816"/>
                </a:moveTo>
                <a:cubicBezTo>
                  <a:pt x="16088034" y="2397980"/>
                  <a:pt x="16091606" y="2399531"/>
                  <a:pt x="16094254" y="2402430"/>
                </a:cubicBezTo>
                <a:cubicBezTo>
                  <a:pt x="16099554" y="2408229"/>
                  <a:pt x="16099150" y="2417222"/>
                  <a:pt x="16093350" y="2422521"/>
                </a:cubicBezTo>
                <a:cubicBezTo>
                  <a:pt x="16087554" y="2427818"/>
                  <a:pt x="16078558" y="2427414"/>
                  <a:pt x="16073258" y="2421616"/>
                </a:cubicBezTo>
                <a:cubicBezTo>
                  <a:pt x="16067962" y="2415817"/>
                  <a:pt x="16068366" y="2406822"/>
                  <a:pt x="16074166" y="2401524"/>
                </a:cubicBezTo>
                <a:cubicBezTo>
                  <a:pt x="16077062" y="2398876"/>
                  <a:pt x="16080762" y="2397651"/>
                  <a:pt x="16084398" y="2397816"/>
                </a:cubicBezTo>
                <a:close/>
                <a:moveTo>
                  <a:pt x="15375642" y="2374024"/>
                </a:moveTo>
                <a:cubicBezTo>
                  <a:pt x="15379170" y="2370798"/>
                  <a:pt x="15384650" y="2371043"/>
                  <a:pt x="15387878" y="2374576"/>
                </a:cubicBezTo>
                <a:cubicBezTo>
                  <a:pt x="15391106" y="2378106"/>
                  <a:pt x="15390858" y="2383586"/>
                  <a:pt x="15387326" y="2386812"/>
                </a:cubicBezTo>
                <a:cubicBezTo>
                  <a:pt x="15383794" y="2390040"/>
                  <a:pt x="15378318" y="2389793"/>
                  <a:pt x="15375090" y="2386262"/>
                </a:cubicBezTo>
                <a:cubicBezTo>
                  <a:pt x="15371862" y="2382730"/>
                  <a:pt x="15372110" y="2377251"/>
                  <a:pt x="15375642" y="2374024"/>
                </a:cubicBezTo>
                <a:close/>
                <a:moveTo>
                  <a:pt x="14678062" y="2347501"/>
                </a:moveTo>
                <a:cubicBezTo>
                  <a:pt x="14678772" y="2346853"/>
                  <a:pt x="14679878" y="2346902"/>
                  <a:pt x="14680528" y="2347613"/>
                </a:cubicBezTo>
                <a:cubicBezTo>
                  <a:pt x="14681178" y="2348325"/>
                  <a:pt x="14681128" y="2349427"/>
                  <a:pt x="14680416" y="2350079"/>
                </a:cubicBezTo>
                <a:cubicBezTo>
                  <a:pt x="14679706" y="2350728"/>
                  <a:pt x="14678600" y="2350680"/>
                  <a:pt x="14677950" y="2349968"/>
                </a:cubicBezTo>
                <a:cubicBezTo>
                  <a:pt x="14677300" y="2349257"/>
                  <a:pt x="14677350" y="2348152"/>
                  <a:pt x="14678062" y="2347501"/>
                </a:cubicBezTo>
                <a:close/>
                <a:moveTo>
                  <a:pt x="17153818" y="2088755"/>
                </a:moveTo>
                <a:cubicBezTo>
                  <a:pt x="17158830" y="2088981"/>
                  <a:pt x="17163758" y="2091120"/>
                  <a:pt x="17167410" y="2095117"/>
                </a:cubicBezTo>
                <a:cubicBezTo>
                  <a:pt x="17174714" y="2103110"/>
                  <a:pt x="17174154" y="2115512"/>
                  <a:pt x="17166162" y="2122816"/>
                </a:cubicBezTo>
                <a:cubicBezTo>
                  <a:pt x="17158170" y="2130121"/>
                  <a:pt x="17145766" y="2129562"/>
                  <a:pt x="17138462" y="2121569"/>
                </a:cubicBezTo>
                <a:cubicBezTo>
                  <a:pt x="17131158" y="2113576"/>
                  <a:pt x="17131718" y="2101174"/>
                  <a:pt x="17139710" y="2093869"/>
                </a:cubicBezTo>
                <a:cubicBezTo>
                  <a:pt x="17143706" y="2090217"/>
                  <a:pt x="17148806" y="2088530"/>
                  <a:pt x="17153818" y="2088755"/>
                </a:cubicBezTo>
                <a:close/>
                <a:moveTo>
                  <a:pt x="16451330" y="2062507"/>
                </a:moveTo>
                <a:cubicBezTo>
                  <a:pt x="16454966" y="2062671"/>
                  <a:pt x="16458538" y="2064221"/>
                  <a:pt x="16461190" y="2067122"/>
                </a:cubicBezTo>
                <a:cubicBezTo>
                  <a:pt x="16466486" y="2072919"/>
                  <a:pt x="16466082" y="2081915"/>
                  <a:pt x="16460286" y="2087213"/>
                </a:cubicBezTo>
                <a:cubicBezTo>
                  <a:pt x="16454486" y="2092511"/>
                  <a:pt x="16445490" y="2092107"/>
                  <a:pt x="16440194" y="2086307"/>
                </a:cubicBezTo>
                <a:cubicBezTo>
                  <a:pt x="16434894" y="2080509"/>
                  <a:pt x="16435302" y="2071513"/>
                  <a:pt x="16441098" y="2066216"/>
                </a:cubicBezTo>
                <a:cubicBezTo>
                  <a:pt x="16443994" y="2063567"/>
                  <a:pt x="16447694" y="2062344"/>
                  <a:pt x="16451330" y="2062507"/>
                </a:cubicBezTo>
                <a:close/>
                <a:moveTo>
                  <a:pt x="15742602" y="2038690"/>
                </a:moveTo>
                <a:cubicBezTo>
                  <a:pt x="15746130" y="2035464"/>
                  <a:pt x="15751610" y="2035710"/>
                  <a:pt x="15754838" y="2039242"/>
                </a:cubicBezTo>
                <a:cubicBezTo>
                  <a:pt x="15758066" y="2042775"/>
                  <a:pt x="15757818" y="2048254"/>
                  <a:pt x="15754286" y="2051480"/>
                </a:cubicBezTo>
                <a:cubicBezTo>
                  <a:pt x="15750754" y="2054707"/>
                  <a:pt x="15745278" y="2054461"/>
                  <a:pt x="15742050" y="2050929"/>
                </a:cubicBezTo>
                <a:cubicBezTo>
                  <a:pt x="15738822" y="2047397"/>
                  <a:pt x="15739070" y="2041918"/>
                  <a:pt x="15742602" y="2038690"/>
                </a:cubicBezTo>
                <a:close/>
                <a:moveTo>
                  <a:pt x="15044994" y="2012194"/>
                </a:moveTo>
                <a:cubicBezTo>
                  <a:pt x="15045706" y="2011544"/>
                  <a:pt x="15046814" y="2011592"/>
                  <a:pt x="15047462" y="2012304"/>
                </a:cubicBezTo>
                <a:cubicBezTo>
                  <a:pt x="15048114" y="2013015"/>
                  <a:pt x="15048062" y="2014118"/>
                  <a:pt x="15047350" y="2014770"/>
                </a:cubicBezTo>
                <a:cubicBezTo>
                  <a:pt x="15046638" y="2015420"/>
                  <a:pt x="15045534" y="2015371"/>
                  <a:pt x="15044886" y="2014659"/>
                </a:cubicBezTo>
                <a:cubicBezTo>
                  <a:pt x="15044234" y="2013948"/>
                  <a:pt x="15044282" y="2012844"/>
                  <a:pt x="15044994" y="2012194"/>
                </a:cubicBezTo>
                <a:close/>
                <a:moveTo>
                  <a:pt x="16818266" y="1727198"/>
                </a:moveTo>
                <a:cubicBezTo>
                  <a:pt x="16821902" y="1727361"/>
                  <a:pt x="16825474" y="1728913"/>
                  <a:pt x="16828122" y="1731811"/>
                </a:cubicBezTo>
                <a:cubicBezTo>
                  <a:pt x="16833422" y="1737611"/>
                  <a:pt x="16833018" y="1746605"/>
                  <a:pt x="16827218" y="1751903"/>
                </a:cubicBezTo>
                <a:cubicBezTo>
                  <a:pt x="16821422" y="1757200"/>
                  <a:pt x="16812426" y="1756796"/>
                  <a:pt x="16807126" y="1750998"/>
                </a:cubicBezTo>
                <a:cubicBezTo>
                  <a:pt x="16801830" y="1745199"/>
                  <a:pt x="16802234" y="1736204"/>
                  <a:pt x="16808034" y="1730906"/>
                </a:cubicBezTo>
                <a:cubicBezTo>
                  <a:pt x="16810934" y="1728258"/>
                  <a:pt x="16814630" y="1727033"/>
                  <a:pt x="16818266" y="1727198"/>
                </a:cubicBezTo>
                <a:close/>
                <a:moveTo>
                  <a:pt x="16109534" y="1703381"/>
                </a:moveTo>
                <a:cubicBezTo>
                  <a:pt x="16113066" y="1700155"/>
                  <a:pt x="16118546" y="1700400"/>
                  <a:pt x="16121774" y="1703932"/>
                </a:cubicBezTo>
                <a:cubicBezTo>
                  <a:pt x="16125002" y="1707463"/>
                  <a:pt x="16124754" y="1712943"/>
                  <a:pt x="16121222" y="1716169"/>
                </a:cubicBezTo>
                <a:cubicBezTo>
                  <a:pt x="16117690" y="1719396"/>
                  <a:pt x="16112210" y="1719151"/>
                  <a:pt x="16108982" y="1715619"/>
                </a:cubicBezTo>
                <a:cubicBezTo>
                  <a:pt x="16105758" y="1712087"/>
                  <a:pt x="16106002" y="1706608"/>
                  <a:pt x="16109534" y="1703381"/>
                </a:cubicBezTo>
                <a:close/>
                <a:moveTo>
                  <a:pt x="15411958" y="1676859"/>
                </a:moveTo>
                <a:cubicBezTo>
                  <a:pt x="15412666" y="1676211"/>
                  <a:pt x="15413774" y="1676259"/>
                  <a:pt x="15414422" y="1676970"/>
                </a:cubicBezTo>
                <a:cubicBezTo>
                  <a:pt x="15415074" y="1677683"/>
                  <a:pt x="15415022" y="1678784"/>
                  <a:pt x="15414310" y="1679436"/>
                </a:cubicBezTo>
                <a:cubicBezTo>
                  <a:pt x="15413598" y="1680086"/>
                  <a:pt x="15412494" y="1680037"/>
                  <a:pt x="15411846" y="1679326"/>
                </a:cubicBezTo>
                <a:cubicBezTo>
                  <a:pt x="15411194" y="1678615"/>
                  <a:pt x="15411242" y="1677511"/>
                  <a:pt x="15411958" y="1676859"/>
                </a:cubicBezTo>
                <a:close/>
                <a:moveTo>
                  <a:pt x="17185198" y="1391888"/>
                </a:moveTo>
                <a:cubicBezTo>
                  <a:pt x="17188834" y="1392053"/>
                  <a:pt x="17192410" y="1393604"/>
                  <a:pt x="17195058" y="1396504"/>
                </a:cubicBezTo>
                <a:cubicBezTo>
                  <a:pt x="17200354" y="1402302"/>
                  <a:pt x="17199950" y="1411297"/>
                  <a:pt x="17194154" y="1416595"/>
                </a:cubicBezTo>
                <a:cubicBezTo>
                  <a:pt x="17188354" y="1421894"/>
                  <a:pt x="17179358" y="1421489"/>
                  <a:pt x="17174062" y="1415689"/>
                </a:cubicBezTo>
                <a:cubicBezTo>
                  <a:pt x="17168762" y="1409891"/>
                  <a:pt x="17169166" y="1400896"/>
                  <a:pt x="17174966" y="1395598"/>
                </a:cubicBezTo>
                <a:cubicBezTo>
                  <a:pt x="17177866" y="1392948"/>
                  <a:pt x="17181562" y="1391727"/>
                  <a:pt x="17185198" y="1391888"/>
                </a:cubicBezTo>
                <a:close/>
                <a:moveTo>
                  <a:pt x="16476470" y="1368072"/>
                </a:moveTo>
                <a:cubicBezTo>
                  <a:pt x="16479998" y="1364845"/>
                  <a:pt x="16485478" y="1365091"/>
                  <a:pt x="16488706" y="1368623"/>
                </a:cubicBezTo>
                <a:cubicBezTo>
                  <a:pt x="16491934" y="1372154"/>
                  <a:pt x="16491686" y="1377632"/>
                  <a:pt x="16488154" y="1380860"/>
                </a:cubicBezTo>
                <a:cubicBezTo>
                  <a:pt x="16484622" y="1384088"/>
                  <a:pt x="16479146" y="1383841"/>
                  <a:pt x="16475918" y="1380310"/>
                </a:cubicBezTo>
                <a:cubicBezTo>
                  <a:pt x="16472690" y="1376779"/>
                  <a:pt x="16472938" y="1371298"/>
                  <a:pt x="16476470" y="1368072"/>
                </a:cubicBezTo>
                <a:close/>
                <a:moveTo>
                  <a:pt x="15778890" y="1341548"/>
                </a:moveTo>
                <a:cubicBezTo>
                  <a:pt x="15779602" y="1340899"/>
                  <a:pt x="15780706" y="1340949"/>
                  <a:pt x="15781354" y="1341659"/>
                </a:cubicBezTo>
                <a:cubicBezTo>
                  <a:pt x="15782006" y="1342372"/>
                  <a:pt x="15781958" y="1343476"/>
                  <a:pt x="15781246" y="1344126"/>
                </a:cubicBezTo>
                <a:cubicBezTo>
                  <a:pt x="15780534" y="1344776"/>
                  <a:pt x="15779430" y="1344727"/>
                  <a:pt x="15778778" y="1344016"/>
                </a:cubicBezTo>
                <a:cubicBezTo>
                  <a:pt x="15778126" y="1343304"/>
                  <a:pt x="15778178" y="1342199"/>
                  <a:pt x="15778890" y="1341548"/>
                </a:cubicBezTo>
                <a:close/>
                <a:moveTo>
                  <a:pt x="16843402" y="1032762"/>
                </a:moveTo>
                <a:cubicBezTo>
                  <a:pt x="16846934" y="1029535"/>
                  <a:pt x="16852414" y="1029782"/>
                  <a:pt x="16855642" y="1033313"/>
                </a:cubicBezTo>
                <a:cubicBezTo>
                  <a:pt x="16858870" y="1036844"/>
                  <a:pt x="16858622" y="1042324"/>
                  <a:pt x="16855090" y="1045551"/>
                </a:cubicBezTo>
                <a:cubicBezTo>
                  <a:pt x="16851558" y="1048778"/>
                  <a:pt x="16846078" y="1048533"/>
                  <a:pt x="16842850" y="1045000"/>
                </a:cubicBezTo>
                <a:cubicBezTo>
                  <a:pt x="16839626" y="1041469"/>
                  <a:pt x="16839870" y="1035989"/>
                  <a:pt x="16843402" y="1032762"/>
                </a:cubicBezTo>
                <a:close/>
                <a:moveTo>
                  <a:pt x="16145826" y="1006241"/>
                </a:moveTo>
                <a:cubicBezTo>
                  <a:pt x="16146534" y="1005592"/>
                  <a:pt x="16147642" y="1005640"/>
                  <a:pt x="16148290" y="1006352"/>
                </a:cubicBezTo>
                <a:cubicBezTo>
                  <a:pt x="16148942" y="1007063"/>
                  <a:pt x="16148890" y="1008167"/>
                  <a:pt x="16148178" y="1008816"/>
                </a:cubicBezTo>
                <a:cubicBezTo>
                  <a:pt x="16147466" y="1009467"/>
                  <a:pt x="16146362" y="1009420"/>
                  <a:pt x="16145714" y="1008707"/>
                </a:cubicBezTo>
                <a:cubicBezTo>
                  <a:pt x="16145062" y="1007996"/>
                  <a:pt x="16145110" y="1006892"/>
                  <a:pt x="16145826" y="1006241"/>
                </a:cubicBezTo>
                <a:close/>
                <a:moveTo>
                  <a:pt x="17210338" y="697454"/>
                </a:moveTo>
                <a:cubicBezTo>
                  <a:pt x="17213866" y="694228"/>
                  <a:pt x="17219346" y="694474"/>
                  <a:pt x="17222574" y="698006"/>
                </a:cubicBezTo>
                <a:cubicBezTo>
                  <a:pt x="17225802" y="701538"/>
                  <a:pt x="17225554" y="707016"/>
                  <a:pt x="17222022" y="710243"/>
                </a:cubicBezTo>
                <a:cubicBezTo>
                  <a:pt x="17218490" y="713471"/>
                  <a:pt x="17213014" y="713225"/>
                  <a:pt x="17209786" y="709693"/>
                </a:cubicBezTo>
                <a:cubicBezTo>
                  <a:pt x="17206558" y="706161"/>
                  <a:pt x="17206806" y="700682"/>
                  <a:pt x="17210338" y="697454"/>
                </a:cubicBezTo>
                <a:close/>
                <a:moveTo>
                  <a:pt x="16512758" y="670931"/>
                </a:moveTo>
                <a:cubicBezTo>
                  <a:pt x="16513470" y="670281"/>
                  <a:pt x="16514574" y="670332"/>
                  <a:pt x="16515226" y="671041"/>
                </a:cubicBezTo>
                <a:cubicBezTo>
                  <a:pt x="16515874" y="671755"/>
                  <a:pt x="16515826" y="672858"/>
                  <a:pt x="16515114" y="673509"/>
                </a:cubicBezTo>
                <a:cubicBezTo>
                  <a:pt x="16514402" y="674158"/>
                  <a:pt x="16513298" y="674110"/>
                  <a:pt x="16512646" y="673398"/>
                </a:cubicBezTo>
                <a:cubicBezTo>
                  <a:pt x="16511998" y="672687"/>
                  <a:pt x="16512046" y="671581"/>
                  <a:pt x="16512758" y="670931"/>
                </a:cubicBezTo>
                <a:close/>
                <a:moveTo>
                  <a:pt x="16879690" y="335624"/>
                </a:moveTo>
                <a:cubicBezTo>
                  <a:pt x="16880402" y="334975"/>
                  <a:pt x="16881510" y="335023"/>
                  <a:pt x="16882158" y="335735"/>
                </a:cubicBezTo>
                <a:cubicBezTo>
                  <a:pt x="16882810" y="336447"/>
                  <a:pt x="16882758" y="337549"/>
                  <a:pt x="16882046" y="338201"/>
                </a:cubicBezTo>
                <a:cubicBezTo>
                  <a:pt x="16881334" y="338850"/>
                  <a:pt x="16880230" y="338802"/>
                  <a:pt x="16879582" y="338090"/>
                </a:cubicBezTo>
                <a:cubicBezTo>
                  <a:pt x="16878930" y="337379"/>
                  <a:pt x="16878978" y="336275"/>
                  <a:pt x="16879690" y="335624"/>
                </a:cubicBezTo>
                <a:close/>
                <a:moveTo>
                  <a:pt x="17246626" y="458"/>
                </a:moveTo>
                <a:cubicBezTo>
                  <a:pt x="17247338" y="-194"/>
                  <a:pt x="17248442" y="-143"/>
                  <a:pt x="17249094" y="566"/>
                </a:cubicBezTo>
                <a:cubicBezTo>
                  <a:pt x="17249742" y="1280"/>
                  <a:pt x="17249694" y="2381"/>
                  <a:pt x="17248982" y="3034"/>
                </a:cubicBezTo>
                <a:cubicBezTo>
                  <a:pt x="17248270" y="3683"/>
                  <a:pt x="17247166" y="3635"/>
                  <a:pt x="17246514" y="2923"/>
                </a:cubicBezTo>
                <a:cubicBezTo>
                  <a:pt x="17245866" y="2213"/>
                  <a:pt x="17245914" y="1108"/>
                  <a:pt x="17246626" y="458"/>
                </a:cubicBezTo>
                <a:close/>
              </a:path>
            </a:pathLst>
          </a:custGeom>
          <a:gradFill>
            <a:gsLst>
              <a:gs pos="0">
                <a:schemeClr val="accent4">
                  <a:alpha val="79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 descr="查看图片"/>
          <p:cNvPicPr>
            <a:picLocks noChangeAspect="1"/>
          </p:cNvPicPr>
          <p:nvPr/>
        </p:nvPicPr>
        <p:blipFill>
          <a:blip r:embed="rId26">
            <a:alphaModFix amt="5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">
                <a:schemeClr val="bg2">
                  <a:lumMod val="75000"/>
                  <a:alpha val="0"/>
                </a:schemeClr>
              </a:gs>
              <a:gs pos="100000">
                <a:schemeClr val="accent2">
                  <a:alpha val="76000"/>
                  <a:lumMod val="59000"/>
                  <a:lumOff val="41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artisticBlur radius="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372" r="31634"/>
          <a:stretch>
            <a:fillRect/>
          </a:stretch>
        </p:blipFill>
        <p:spPr>
          <a:xfrm>
            <a:off x="864" y="4426"/>
            <a:ext cx="5021377" cy="6849148"/>
          </a:xfrm>
          <a:custGeom>
            <a:avLst/>
            <a:gdLst>
              <a:gd name="connsiteX0" fmla="*/ 0 w 5021377"/>
              <a:gd name="connsiteY0" fmla="*/ 0 h 6849148"/>
              <a:gd name="connsiteX1" fmla="*/ 4957220 w 5021377"/>
              <a:gd name="connsiteY1" fmla="*/ 0 h 6849148"/>
              <a:gd name="connsiteX2" fmla="*/ 4956246 w 5021377"/>
              <a:gd name="connsiteY2" fmla="*/ 2464 h 6849148"/>
              <a:gd name="connsiteX3" fmla="*/ 4543939 w 5021377"/>
              <a:gd name="connsiteY3" fmla="*/ 1572496 h 6849148"/>
              <a:gd name="connsiteX4" fmla="*/ 5015671 w 5021377"/>
              <a:gd name="connsiteY4" fmla="*/ 4791419 h 6849148"/>
              <a:gd name="connsiteX5" fmla="*/ 4461523 w 5021377"/>
              <a:gd name="connsiteY5" fmla="*/ 6736004 h 6849148"/>
              <a:gd name="connsiteX6" fmla="*/ 4424267 w 5021377"/>
              <a:gd name="connsiteY6" fmla="*/ 6847553 h 6849148"/>
              <a:gd name="connsiteX7" fmla="*/ 4364964 w 5021377"/>
              <a:gd name="connsiteY7" fmla="*/ 6849148 h 6849148"/>
              <a:gd name="connsiteX8" fmla="*/ 3398574 w 5021377"/>
              <a:gd name="connsiteY8" fmla="*/ 6849148 h 6849148"/>
              <a:gd name="connsiteX9" fmla="*/ 0 w 5021377"/>
              <a:gd name="connsiteY9" fmla="*/ 6849148 h 684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1377" h="6849148">
                <a:moveTo>
                  <a:pt x="0" y="0"/>
                </a:moveTo>
                <a:lnTo>
                  <a:pt x="4957220" y="0"/>
                </a:lnTo>
                <a:lnTo>
                  <a:pt x="4956246" y="2464"/>
                </a:lnTo>
                <a:cubicBezTo>
                  <a:pt x="4757169" y="524442"/>
                  <a:pt x="4589858" y="1047123"/>
                  <a:pt x="4543939" y="1572496"/>
                </a:cubicBezTo>
                <a:cubicBezTo>
                  <a:pt x="4450639" y="2639915"/>
                  <a:pt x="5087800" y="3618043"/>
                  <a:pt x="5015671" y="4791419"/>
                </a:cubicBezTo>
                <a:cubicBezTo>
                  <a:pt x="4984608" y="5296750"/>
                  <a:pt x="4695814" y="6051868"/>
                  <a:pt x="4461523" y="6736004"/>
                </a:cubicBezTo>
                <a:lnTo>
                  <a:pt x="4424267" y="6847553"/>
                </a:lnTo>
                <a:lnTo>
                  <a:pt x="4364964" y="6849148"/>
                </a:lnTo>
                <a:lnTo>
                  <a:pt x="3398574" y="6849148"/>
                </a:lnTo>
                <a:lnTo>
                  <a:pt x="0" y="6849148"/>
                </a:lnTo>
                <a:close/>
              </a:path>
            </a:pathLst>
          </a:custGeom>
        </p:spPr>
      </p:pic>
      <p:sp>
        <p:nvSpPr>
          <p:cNvPr id="6" name="任意多边形: 形状 5"/>
          <p:cNvSpPr/>
          <p:nvPr/>
        </p:nvSpPr>
        <p:spPr>
          <a:xfrm flipH="1">
            <a:off x="864" y="0"/>
            <a:ext cx="5021377" cy="6858000"/>
          </a:xfrm>
          <a:custGeom>
            <a:avLst/>
            <a:gdLst>
              <a:gd name="connsiteX0" fmla="*/ 60656 w 5021377"/>
              <a:gd name="connsiteY0" fmla="*/ 0 h 6858000"/>
              <a:gd name="connsiteX1" fmla="*/ 748587 w 5021377"/>
              <a:gd name="connsiteY1" fmla="*/ 0 h 6858000"/>
              <a:gd name="connsiteX2" fmla="*/ 779150 w 5021377"/>
              <a:gd name="connsiteY2" fmla="*/ 822 h 6858000"/>
              <a:gd name="connsiteX3" fmla="*/ 779150 w 5021377"/>
              <a:gd name="connsiteY3" fmla="*/ 0 h 6858000"/>
              <a:gd name="connsiteX4" fmla="*/ 5021377 w 5021377"/>
              <a:gd name="connsiteY4" fmla="*/ 0 h 6858000"/>
              <a:gd name="connsiteX5" fmla="*/ 5021377 w 5021377"/>
              <a:gd name="connsiteY5" fmla="*/ 6858000 h 6858000"/>
              <a:gd name="connsiteX6" fmla="*/ 1622803 w 5021377"/>
              <a:gd name="connsiteY6" fmla="*/ 6858000 h 6858000"/>
              <a:gd name="connsiteX7" fmla="*/ 656413 w 5021377"/>
              <a:gd name="connsiteY7" fmla="*/ 6858000 h 6858000"/>
              <a:gd name="connsiteX8" fmla="*/ 597110 w 5021377"/>
              <a:gd name="connsiteY8" fmla="*/ 6856405 h 6858000"/>
              <a:gd name="connsiteX9" fmla="*/ 559854 w 5021377"/>
              <a:gd name="connsiteY9" fmla="*/ 6744856 h 6858000"/>
              <a:gd name="connsiteX10" fmla="*/ 5706 w 5021377"/>
              <a:gd name="connsiteY10" fmla="*/ 4800271 h 6858000"/>
              <a:gd name="connsiteX11" fmla="*/ 477438 w 5021377"/>
              <a:gd name="connsiteY11" fmla="*/ 1581348 h 6858000"/>
              <a:gd name="connsiteX12" fmla="*/ 65131 w 5021377"/>
              <a:gd name="connsiteY12" fmla="*/ 11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021377" h="6858000">
                <a:moveTo>
                  <a:pt x="60656" y="0"/>
                </a:moveTo>
                <a:lnTo>
                  <a:pt x="748587" y="0"/>
                </a:lnTo>
                <a:lnTo>
                  <a:pt x="779150" y="822"/>
                </a:lnTo>
                <a:lnTo>
                  <a:pt x="779150" y="0"/>
                </a:lnTo>
                <a:lnTo>
                  <a:pt x="5021377" y="0"/>
                </a:lnTo>
                <a:lnTo>
                  <a:pt x="5021377" y="6858000"/>
                </a:lnTo>
                <a:lnTo>
                  <a:pt x="1622803" y="6858000"/>
                </a:lnTo>
                <a:lnTo>
                  <a:pt x="656413" y="6858000"/>
                </a:lnTo>
                <a:lnTo>
                  <a:pt x="597110" y="6856405"/>
                </a:lnTo>
                <a:lnTo>
                  <a:pt x="559854" y="6744856"/>
                </a:lnTo>
                <a:cubicBezTo>
                  <a:pt x="325563" y="6060720"/>
                  <a:pt x="36769" y="5305602"/>
                  <a:pt x="5706" y="4800271"/>
                </a:cubicBezTo>
                <a:cubicBezTo>
                  <a:pt x="-66423" y="3626895"/>
                  <a:pt x="570738" y="2648767"/>
                  <a:pt x="477438" y="1581348"/>
                </a:cubicBezTo>
                <a:cubicBezTo>
                  <a:pt x="431519" y="1055975"/>
                  <a:pt x="264208" y="533294"/>
                  <a:pt x="65131" y="11316"/>
                </a:cubicBezTo>
                <a:close/>
              </a:path>
            </a:pathLst>
          </a:custGeom>
          <a:gradFill>
            <a:gsLst>
              <a:gs pos="32768">
                <a:srgbClr val="007178">
                  <a:alpha val="70000"/>
                </a:srgbClr>
              </a:gs>
              <a:gs pos="56000">
                <a:schemeClr val="accent3">
                  <a:alpha val="67000"/>
                </a:schemeClr>
              </a:gs>
              <a:gs pos="0">
                <a:schemeClr val="tx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 flipH="1">
            <a:off x="2869257" y="0"/>
            <a:ext cx="2502654" cy="6858000"/>
          </a:xfrm>
          <a:custGeom>
            <a:avLst/>
            <a:gdLst>
              <a:gd name="connsiteX0" fmla="*/ 415576 w 2502654"/>
              <a:gd name="connsiteY0" fmla="*/ 0 h 6858000"/>
              <a:gd name="connsiteX1" fmla="*/ 0 w 2502654"/>
              <a:gd name="connsiteY1" fmla="*/ 0 h 6858000"/>
              <a:gd name="connsiteX2" fmla="*/ 206779 w 2502654"/>
              <a:gd name="connsiteY2" fmla="*/ 377225 h 6858000"/>
              <a:gd name="connsiteX3" fmla="*/ 643488 w 2502654"/>
              <a:gd name="connsiteY3" fmla="*/ 1572918 h 6858000"/>
              <a:gd name="connsiteX4" fmla="*/ 223698 w 2502654"/>
              <a:gd name="connsiteY4" fmla="*/ 4977803 h 6858000"/>
              <a:gd name="connsiteX5" fmla="*/ 783467 w 2502654"/>
              <a:gd name="connsiteY5" fmla="*/ 6781689 h 6858000"/>
              <a:gd name="connsiteX6" fmla="*/ 815112 w 2502654"/>
              <a:gd name="connsiteY6" fmla="*/ 6857999 h 6858000"/>
              <a:gd name="connsiteX7" fmla="*/ 2502654 w 2502654"/>
              <a:gd name="connsiteY7" fmla="*/ 6858000 h 6858000"/>
              <a:gd name="connsiteX8" fmla="*/ 2502111 w 2502654"/>
              <a:gd name="connsiteY8" fmla="*/ 6853574 h 6858000"/>
              <a:gd name="connsiteX9" fmla="*/ 1975973 w 2502654"/>
              <a:gd name="connsiteY9" fmla="*/ 6853574 h 6858000"/>
              <a:gd name="connsiteX10" fmla="*/ 1009583 w 2502654"/>
              <a:gd name="connsiteY10" fmla="*/ 6853574 h 6858000"/>
              <a:gd name="connsiteX11" fmla="*/ 950280 w 2502654"/>
              <a:gd name="connsiteY11" fmla="*/ 6851979 h 6858000"/>
              <a:gd name="connsiteX12" fmla="*/ 913024 w 2502654"/>
              <a:gd name="connsiteY12" fmla="*/ 6740430 h 6858000"/>
              <a:gd name="connsiteX13" fmla="*/ 358876 w 2502654"/>
              <a:gd name="connsiteY13" fmla="*/ 4795845 h 6858000"/>
              <a:gd name="connsiteX14" fmla="*/ 830608 w 2502654"/>
              <a:gd name="connsiteY14" fmla="*/ 1576922 h 6858000"/>
              <a:gd name="connsiteX15" fmla="*/ 418301 w 2502654"/>
              <a:gd name="connsiteY15" fmla="*/ 6890 h 6858000"/>
              <a:gd name="connsiteX16" fmla="*/ 415576 w 2502654"/>
              <a:gd name="connsiteY1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02654" h="6858000">
                <a:moveTo>
                  <a:pt x="415576" y="0"/>
                </a:moveTo>
                <a:lnTo>
                  <a:pt x="0" y="0"/>
                </a:lnTo>
                <a:lnTo>
                  <a:pt x="206779" y="377225"/>
                </a:lnTo>
                <a:cubicBezTo>
                  <a:pt x="409688" y="769860"/>
                  <a:pt x="572032" y="1166689"/>
                  <a:pt x="643488" y="1572918"/>
                </a:cubicBezTo>
                <a:cubicBezTo>
                  <a:pt x="837060" y="2673389"/>
                  <a:pt x="51463" y="3764610"/>
                  <a:pt x="223698" y="4977803"/>
                </a:cubicBezTo>
                <a:cubicBezTo>
                  <a:pt x="296359" y="5489619"/>
                  <a:pt x="525542" y="6146049"/>
                  <a:pt x="783467" y="6781689"/>
                </a:cubicBezTo>
                <a:lnTo>
                  <a:pt x="815112" y="6857999"/>
                </a:lnTo>
                <a:lnTo>
                  <a:pt x="2502654" y="6858000"/>
                </a:lnTo>
                <a:lnTo>
                  <a:pt x="2502111" y="6853574"/>
                </a:lnTo>
                <a:lnTo>
                  <a:pt x="1975973" y="6853574"/>
                </a:lnTo>
                <a:lnTo>
                  <a:pt x="1009583" y="6853574"/>
                </a:lnTo>
                <a:lnTo>
                  <a:pt x="950280" y="6851979"/>
                </a:lnTo>
                <a:lnTo>
                  <a:pt x="913024" y="6740430"/>
                </a:lnTo>
                <a:cubicBezTo>
                  <a:pt x="678733" y="6056294"/>
                  <a:pt x="389939" y="5301176"/>
                  <a:pt x="358876" y="4795845"/>
                </a:cubicBezTo>
                <a:cubicBezTo>
                  <a:pt x="286747" y="3622469"/>
                  <a:pt x="923908" y="2644341"/>
                  <a:pt x="830608" y="1576922"/>
                </a:cubicBezTo>
                <a:cubicBezTo>
                  <a:pt x="784689" y="1051549"/>
                  <a:pt x="617378" y="528868"/>
                  <a:pt x="418301" y="6890"/>
                </a:cubicBezTo>
                <a:lnTo>
                  <a:pt x="415576" y="0"/>
                </a:lnTo>
                <a:close/>
              </a:path>
            </a:pathLst>
          </a:custGeom>
          <a:gradFill>
            <a:gsLst>
              <a:gs pos="100000">
                <a:schemeClr val="accent6">
                  <a:lumMod val="40000"/>
                  <a:lumOff val="60000"/>
                </a:schemeClr>
              </a:gs>
              <a:gs pos="39000">
                <a:srgbClr val="FFC000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42642" y="1142493"/>
            <a:ext cx="3482781" cy="1743762"/>
            <a:chOff x="867209" y="635142"/>
            <a:chExt cx="3482781" cy="1743762"/>
          </a:xfrm>
        </p:grpSpPr>
        <p:sp>
          <p:nvSpPr>
            <p:cNvPr id="12" name="文本框 11"/>
            <p:cNvSpPr txBox="1"/>
            <p:nvPr/>
          </p:nvSpPr>
          <p:spPr>
            <a:xfrm>
              <a:off x="1550743" y="635142"/>
              <a:ext cx="27791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0" b="1" i="0" u="none" strike="noStrike" kern="1200" cap="none" spc="60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宋体 CN Heavy"/>
                  <a:cs typeface="+mn-cs"/>
                  <a:sym typeface="思源宋体 CN Medium" panose="02020500000000000000" pitchFamily="18" charset="-122"/>
                </a:rPr>
                <a:t>目录</a:t>
              </a:r>
              <a:endParaRPr kumimoji="0" lang="zh-CN" altLang="en-US" sz="8000" b="1" i="0" u="none" strike="noStrike" kern="1200" cap="none" spc="6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宋体 CN Heavy"/>
                <a:cs typeface="+mn-cs"/>
                <a:sym typeface="思源宋体 CN Medium" panose="02020500000000000000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67209" y="1855684"/>
              <a:ext cx="3482781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300" normalizeH="0" baseline="0" noProof="0" dirty="0">
                  <a:ln w="12700">
                    <a:solidFill>
                      <a:schemeClr val="bg1">
                        <a:alpha val="60000"/>
                      </a:scheme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  <a:sym typeface="思源宋体 CN Medium" panose="02020500000000000000" pitchFamily="18" charset="-122"/>
                </a:rPr>
                <a:t>CONTENTS</a:t>
              </a:r>
              <a:endParaRPr kumimoji="0" lang="zh-CN" altLang="en-US" sz="2800" b="0" i="0" u="none" strike="noStrike" kern="1200" cap="none" spc="300" normalizeH="0" baseline="0" noProof="0" dirty="0">
                <a:ln w="12700">
                  <a:solidFill>
                    <a:schemeClr val="bg1">
                      <a:alpha val="6000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思源宋体 CN Medium" panose="02020500000000000000" pitchFamily="18" charset="-122"/>
              </a:endParaRPr>
            </a:p>
          </p:txBody>
        </p:sp>
      </p:grpSp>
      <p:sp>
        <p:nvSpPr>
          <p:cNvPr id="13" name="任意多边形: 形状 9"/>
          <p:cNvSpPr/>
          <p:nvPr/>
        </p:nvSpPr>
        <p:spPr>
          <a:xfrm flipH="1">
            <a:off x="10782670" y="469901"/>
            <a:ext cx="982492" cy="360216"/>
          </a:xfrm>
          <a:custGeom>
            <a:avLst/>
            <a:gdLst>
              <a:gd name="connsiteX0" fmla="*/ 1109943 w 1145943"/>
              <a:gd name="connsiteY0" fmla="*/ 348142 h 420142"/>
              <a:gd name="connsiteX1" fmla="*/ 1145943 w 1145943"/>
              <a:gd name="connsiteY1" fmla="*/ 384142 h 420142"/>
              <a:gd name="connsiteX2" fmla="*/ 1109943 w 1145943"/>
              <a:gd name="connsiteY2" fmla="*/ 420142 h 420142"/>
              <a:gd name="connsiteX3" fmla="*/ 1073943 w 1145943"/>
              <a:gd name="connsiteY3" fmla="*/ 384142 h 420142"/>
              <a:gd name="connsiteX4" fmla="*/ 1109943 w 1145943"/>
              <a:gd name="connsiteY4" fmla="*/ 348142 h 420142"/>
              <a:gd name="connsiteX5" fmla="*/ 895156 w 1145943"/>
              <a:gd name="connsiteY5" fmla="*/ 348142 h 420142"/>
              <a:gd name="connsiteX6" fmla="*/ 931156 w 1145943"/>
              <a:gd name="connsiteY6" fmla="*/ 384142 h 420142"/>
              <a:gd name="connsiteX7" fmla="*/ 895156 w 1145943"/>
              <a:gd name="connsiteY7" fmla="*/ 420142 h 420142"/>
              <a:gd name="connsiteX8" fmla="*/ 859156 w 1145943"/>
              <a:gd name="connsiteY8" fmla="*/ 384142 h 420142"/>
              <a:gd name="connsiteX9" fmla="*/ 895156 w 1145943"/>
              <a:gd name="connsiteY9" fmla="*/ 348142 h 420142"/>
              <a:gd name="connsiteX10" fmla="*/ 680367 w 1145943"/>
              <a:gd name="connsiteY10" fmla="*/ 348142 h 420142"/>
              <a:gd name="connsiteX11" fmla="*/ 716367 w 1145943"/>
              <a:gd name="connsiteY11" fmla="*/ 384142 h 420142"/>
              <a:gd name="connsiteX12" fmla="*/ 680367 w 1145943"/>
              <a:gd name="connsiteY12" fmla="*/ 420142 h 420142"/>
              <a:gd name="connsiteX13" fmla="*/ 644367 w 1145943"/>
              <a:gd name="connsiteY13" fmla="*/ 384142 h 420142"/>
              <a:gd name="connsiteX14" fmla="*/ 680367 w 1145943"/>
              <a:gd name="connsiteY14" fmla="*/ 348142 h 420142"/>
              <a:gd name="connsiteX15" fmla="*/ 465578 w 1145943"/>
              <a:gd name="connsiteY15" fmla="*/ 348142 h 420142"/>
              <a:gd name="connsiteX16" fmla="*/ 501578 w 1145943"/>
              <a:gd name="connsiteY16" fmla="*/ 384142 h 420142"/>
              <a:gd name="connsiteX17" fmla="*/ 465578 w 1145943"/>
              <a:gd name="connsiteY17" fmla="*/ 420142 h 420142"/>
              <a:gd name="connsiteX18" fmla="*/ 429578 w 1145943"/>
              <a:gd name="connsiteY18" fmla="*/ 384142 h 420142"/>
              <a:gd name="connsiteX19" fmla="*/ 465578 w 1145943"/>
              <a:gd name="connsiteY19" fmla="*/ 348142 h 420142"/>
              <a:gd name="connsiteX20" fmla="*/ 250789 w 1145943"/>
              <a:gd name="connsiteY20" fmla="*/ 348142 h 420142"/>
              <a:gd name="connsiteX21" fmla="*/ 286789 w 1145943"/>
              <a:gd name="connsiteY21" fmla="*/ 384142 h 420142"/>
              <a:gd name="connsiteX22" fmla="*/ 250789 w 1145943"/>
              <a:gd name="connsiteY22" fmla="*/ 420142 h 420142"/>
              <a:gd name="connsiteX23" fmla="*/ 214789 w 1145943"/>
              <a:gd name="connsiteY23" fmla="*/ 384142 h 420142"/>
              <a:gd name="connsiteX24" fmla="*/ 250789 w 1145943"/>
              <a:gd name="connsiteY24" fmla="*/ 348142 h 420142"/>
              <a:gd name="connsiteX25" fmla="*/ 36000 w 1145943"/>
              <a:gd name="connsiteY25" fmla="*/ 348142 h 420142"/>
              <a:gd name="connsiteX26" fmla="*/ 72000 w 1145943"/>
              <a:gd name="connsiteY26" fmla="*/ 384142 h 420142"/>
              <a:gd name="connsiteX27" fmla="*/ 36000 w 1145943"/>
              <a:gd name="connsiteY27" fmla="*/ 420142 h 420142"/>
              <a:gd name="connsiteX28" fmla="*/ 0 w 1145943"/>
              <a:gd name="connsiteY28" fmla="*/ 384142 h 420142"/>
              <a:gd name="connsiteX29" fmla="*/ 36000 w 1145943"/>
              <a:gd name="connsiteY29" fmla="*/ 348142 h 420142"/>
              <a:gd name="connsiteX30" fmla="*/ 1109943 w 1145943"/>
              <a:gd name="connsiteY30" fmla="*/ 174071 h 420142"/>
              <a:gd name="connsiteX31" fmla="*/ 1145943 w 1145943"/>
              <a:gd name="connsiteY31" fmla="*/ 210071 h 420142"/>
              <a:gd name="connsiteX32" fmla="*/ 1109943 w 1145943"/>
              <a:gd name="connsiteY32" fmla="*/ 246071 h 420142"/>
              <a:gd name="connsiteX33" fmla="*/ 1073943 w 1145943"/>
              <a:gd name="connsiteY33" fmla="*/ 210071 h 420142"/>
              <a:gd name="connsiteX34" fmla="*/ 1109943 w 1145943"/>
              <a:gd name="connsiteY34" fmla="*/ 174071 h 420142"/>
              <a:gd name="connsiteX35" fmla="*/ 895156 w 1145943"/>
              <a:gd name="connsiteY35" fmla="*/ 174071 h 420142"/>
              <a:gd name="connsiteX36" fmla="*/ 931156 w 1145943"/>
              <a:gd name="connsiteY36" fmla="*/ 210071 h 420142"/>
              <a:gd name="connsiteX37" fmla="*/ 895156 w 1145943"/>
              <a:gd name="connsiteY37" fmla="*/ 246071 h 420142"/>
              <a:gd name="connsiteX38" fmla="*/ 859156 w 1145943"/>
              <a:gd name="connsiteY38" fmla="*/ 210071 h 420142"/>
              <a:gd name="connsiteX39" fmla="*/ 895156 w 1145943"/>
              <a:gd name="connsiteY39" fmla="*/ 174071 h 420142"/>
              <a:gd name="connsiteX40" fmla="*/ 680367 w 1145943"/>
              <a:gd name="connsiteY40" fmla="*/ 174071 h 420142"/>
              <a:gd name="connsiteX41" fmla="*/ 716367 w 1145943"/>
              <a:gd name="connsiteY41" fmla="*/ 210071 h 420142"/>
              <a:gd name="connsiteX42" fmla="*/ 680367 w 1145943"/>
              <a:gd name="connsiteY42" fmla="*/ 246071 h 420142"/>
              <a:gd name="connsiteX43" fmla="*/ 644367 w 1145943"/>
              <a:gd name="connsiteY43" fmla="*/ 210071 h 420142"/>
              <a:gd name="connsiteX44" fmla="*/ 680367 w 1145943"/>
              <a:gd name="connsiteY44" fmla="*/ 174071 h 420142"/>
              <a:gd name="connsiteX45" fmla="*/ 465578 w 1145943"/>
              <a:gd name="connsiteY45" fmla="*/ 174071 h 420142"/>
              <a:gd name="connsiteX46" fmla="*/ 501578 w 1145943"/>
              <a:gd name="connsiteY46" fmla="*/ 210071 h 420142"/>
              <a:gd name="connsiteX47" fmla="*/ 465578 w 1145943"/>
              <a:gd name="connsiteY47" fmla="*/ 246071 h 420142"/>
              <a:gd name="connsiteX48" fmla="*/ 429578 w 1145943"/>
              <a:gd name="connsiteY48" fmla="*/ 210071 h 420142"/>
              <a:gd name="connsiteX49" fmla="*/ 465578 w 1145943"/>
              <a:gd name="connsiteY49" fmla="*/ 174071 h 420142"/>
              <a:gd name="connsiteX50" fmla="*/ 250789 w 1145943"/>
              <a:gd name="connsiteY50" fmla="*/ 174071 h 420142"/>
              <a:gd name="connsiteX51" fmla="*/ 286789 w 1145943"/>
              <a:gd name="connsiteY51" fmla="*/ 210071 h 420142"/>
              <a:gd name="connsiteX52" fmla="*/ 250789 w 1145943"/>
              <a:gd name="connsiteY52" fmla="*/ 246071 h 420142"/>
              <a:gd name="connsiteX53" fmla="*/ 214789 w 1145943"/>
              <a:gd name="connsiteY53" fmla="*/ 210071 h 420142"/>
              <a:gd name="connsiteX54" fmla="*/ 250789 w 1145943"/>
              <a:gd name="connsiteY54" fmla="*/ 174071 h 420142"/>
              <a:gd name="connsiteX55" fmla="*/ 36000 w 1145943"/>
              <a:gd name="connsiteY55" fmla="*/ 174071 h 420142"/>
              <a:gd name="connsiteX56" fmla="*/ 72000 w 1145943"/>
              <a:gd name="connsiteY56" fmla="*/ 210071 h 420142"/>
              <a:gd name="connsiteX57" fmla="*/ 36000 w 1145943"/>
              <a:gd name="connsiteY57" fmla="*/ 246071 h 420142"/>
              <a:gd name="connsiteX58" fmla="*/ 0 w 1145943"/>
              <a:gd name="connsiteY58" fmla="*/ 210071 h 420142"/>
              <a:gd name="connsiteX59" fmla="*/ 36000 w 1145943"/>
              <a:gd name="connsiteY59" fmla="*/ 174071 h 420142"/>
              <a:gd name="connsiteX60" fmla="*/ 1109943 w 1145943"/>
              <a:gd name="connsiteY60" fmla="*/ 0 h 420142"/>
              <a:gd name="connsiteX61" fmla="*/ 1145943 w 1145943"/>
              <a:gd name="connsiteY61" fmla="*/ 36000 h 420142"/>
              <a:gd name="connsiteX62" fmla="*/ 1109943 w 1145943"/>
              <a:gd name="connsiteY62" fmla="*/ 72000 h 420142"/>
              <a:gd name="connsiteX63" fmla="*/ 1073943 w 1145943"/>
              <a:gd name="connsiteY63" fmla="*/ 36000 h 420142"/>
              <a:gd name="connsiteX64" fmla="*/ 1109943 w 1145943"/>
              <a:gd name="connsiteY64" fmla="*/ 0 h 420142"/>
              <a:gd name="connsiteX65" fmla="*/ 895156 w 1145943"/>
              <a:gd name="connsiteY65" fmla="*/ 0 h 420142"/>
              <a:gd name="connsiteX66" fmla="*/ 931156 w 1145943"/>
              <a:gd name="connsiteY66" fmla="*/ 36000 h 420142"/>
              <a:gd name="connsiteX67" fmla="*/ 895156 w 1145943"/>
              <a:gd name="connsiteY67" fmla="*/ 72000 h 420142"/>
              <a:gd name="connsiteX68" fmla="*/ 859156 w 1145943"/>
              <a:gd name="connsiteY68" fmla="*/ 36000 h 420142"/>
              <a:gd name="connsiteX69" fmla="*/ 895156 w 1145943"/>
              <a:gd name="connsiteY69" fmla="*/ 0 h 420142"/>
              <a:gd name="connsiteX70" fmla="*/ 680367 w 1145943"/>
              <a:gd name="connsiteY70" fmla="*/ 0 h 420142"/>
              <a:gd name="connsiteX71" fmla="*/ 716367 w 1145943"/>
              <a:gd name="connsiteY71" fmla="*/ 36000 h 420142"/>
              <a:gd name="connsiteX72" fmla="*/ 680367 w 1145943"/>
              <a:gd name="connsiteY72" fmla="*/ 72000 h 420142"/>
              <a:gd name="connsiteX73" fmla="*/ 644367 w 1145943"/>
              <a:gd name="connsiteY73" fmla="*/ 36000 h 420142"/>
              <a:gd name="connsiteX74" fmla="*/ 680367 w 1145943"/>
              <a:gd name="connsiteY74" fmla="*/ 0 h 420142"/>
              <a:gd name="connsiteX75" fmla="*/ 465578 w 1145943"/>
              <a:gd name="connsiteY75" fmla="*/ 0 h 420142"/>
              <a:gd name="connsiteX76" fmla="*/ 501578 w 1145943"/>
              <a:gd name="connsiteY76" fmla="*/ 36000 h 420142"/>
              <a:gd name="connsiteX77" fmla="*/ 465578 w 1145943"/>
              <a:gd name="connsiteY77" fmla="*/ 72000 h 420142"/>
              <a:gd name="connsiteX78" fmla="*/ 429578 w 1145943"/>
              <a:gd name="connsiteY78" fmla="*/ 36000 h 420142"/>
              <a:gd name="connsiteX79" fmla="*/ 465578 w 1145943"/>
              <a:gd name="connsiteY79" fmla="*/ 0 h 420142"/>
              <a:gd name="connsiteX80" fmla="*/ 250789 w 1145943"/>
              <a:gd name="connsiteY80" fmla="*/ 0 h 420142"/>
              <a:gd name="connsiteX81" fmla="*/ 286789 w 1145943"/>
              <a:gd name="connsiteY81" fmla="*/ 36000 h 420142"/>
              <a:gd name="connsiteX82" fmla="*/ 250789 w 1145943"/>
              <a:gd name="connsiteY82" fmla="*/ 72000 h 420142"/>
              <a:gd name="connsiteX83" fmla="*/ 214789 w 1145943"/>
              <a:gd name="connsiteY83" fmla="*/ 36000 h 420142"/>
              <a:gd name="connsiteX84" fmla="*/ 250789 w 1145943"/>
              <a:gd name="connsiteY84" fmla="*/ 0 h 420142"/>
              <a:gd name="connsiteX85" fmla="*/ 36000 w 1145943"/>
              <a:gd name="connsiteY85" fmla="*/ 0 h 420142"/>
              <a:gd name="connsiteX86" fmla="*/ 72000 w 1145943"/>
              <a:gd name="connsiteY86" fmla="*/ 36000 h 420142"/>
              <a:gd name="connsiteX87" fmla="*/ 36000 w 1145943"/>
              <a:gd name="connsiteY87" fmla="*/ 72000 h 420142"/>
              <a:gd name="connsiteX88" fmla="*/ 0 w 1145943"/>
              <a:gd name="connsiteY88" fmla="*/ 36000 h 420142"/>
              <a:gd name="connsiteX89" fmla="*/ 36000 w 1145943"/>
              <a:gd name="connsiteY89" fmla="*/ 0 h 420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145943" h="420142">
                <a:moveTo>
                  <a:pt x="1109943" y="348142"/>
                </a:moveTo>
                <a:cubicBezTo>
                  <a:pt x="1129825" y="348142"/>
                  <a:pt x="1145943" y="364260"/>
                  <a:pt x="1145943" y="384142"/>
                </a:cubicBezTo>
                <a:cubicBezTo>
                  <a:pt x="1145943" y="404024"/>
                  <a:pt x="1129825" y="420142"/>
                  <a:pt x="1109943" y="420142"/>
                </a:cubicBezTo>
                <a:cubicBezTo>
                  <a:pt x="1090061" y="420142"/>
                  <a:pt x="1073943" y="404024"/>
                  <a:pt x="1073943" y="384142"/>
                </a:cubicBezTo>
                <a:cubicBezTo>
                  <a:pt x="1073943" y="364260"/>
                  <a:pt x="1090061" y="348142"/>
                  <a:pt x="1109943" y="348142"/>
                </a:cubicBezTo>
                <a:close/>
                <a:moveTo>
                  <a:pt x="895156" y="348142"/>
                </a:moveTo>
                <a:cubicBezTo>
                  <a:pt x="915038" y="348142"/>
                  <a:pt x="931156" y="364260"/>
                  <a:pt x="931156" y="384142"/>
                </a:cubicBezTo>
                <a:cubicBezTo>
                  <a:pt x="931156" y="404024"/>
                  <a:pt x="915038" y="420142"/>
                  <a:pt x="895156" y="420142"/>
                </a:cubicBezTo>
                <a:cubicBezTo>
                  <a:pt x="875274" y="420142"/>
                  <a:pt x="859156" y="404024"/>
                  <a:pt x="859156" y="384142"/>
                </a:cubicBezTo>
                <a:cubicBezTo>
                  <a:pt x="859156" y="364260"/>
                  <a:pt x="875274" y="348142"/>
                  <a:pt x="895156" y="348142"/>
                </a:cubicBezTo>
                <a:close/>
                <a:moveTo>
                  <a:pt x="680367" y="348142"/>
                </a:moveTo>
                <a:cubicBezTo>
                  <a:pt x="700249" y="348142"/>
                  <a:pt x="716367" y="364260"/>
                  <a:pt x="716367" y="384142"/>
                </a:cubicBezTo>
                <a:cubicBezTo>
                  <a:pt x="716367" y="404024"/>
                  <a:pt x="700249" y="420142"/>
                  <a:pt x="680367" y="420142"/>
                </a:cubicBezTo>
                <a:cubicBezTo>
                  <a:pt x="660485" y="420142"/>
                  <a:pt x="644367" y="404024"/>
                  <a:pt x="644367" y="384142"/>
                </a:cubicBezTo>
                <a:cubicBezTo>
                  <a:pt x="644367" y="364260"/>
                  <a:pt x="660485" y="348142"/>
                  <a:pt x="680367" y="348142"/>
                </a:cubicBezTo>
                <a:close/>
                <a:moveTo>
                  <a:pt x="465578" y="348142"/>
                </a:moveTo>
                <a:cubicBezTo>
                  <a:pt x="485460" y="348142"/>
                  <a:pt x="501578" y="364260"/>
                  <a:pt x="501578" y="384142"/>
                </a:cubicBezTo>
                <a:cubicBezTo>
                  <a:pt x="501578" y="404024"/>
                  <a:pt x="485460" y="420142"/>
                  <a:pt x="465578" y="420142"/>
                </a:cubicBezTo>
                <a:cubicBezTo>
                  <a:pt x="445696" y="420142"/>
                  <a:pt x="429578" y="404024"/>
                  <a:pt x="429578" y="384142"/>
                </a:cubicBezTo>
                <a:cubicBezTo>
                  <a:pt x="429578" y="364260"/>
                  <a:pt x="445696" y="348142"/>
                  <a:pt x="465578" y="348142"/>
                </a:cubicBezTo>
                <a:close/>
                <a:moveTo>
                  <a:pt x="250789" y="348142"/>
                </a:moveTo>
                <a:cubicBezTo>
                  <a:pt x="270671" y="348142"/>
                  <a:pt x="286789" y="364260"/>
                  <a:pt x="286789" y="384142"/>
                </a:cubicBezTo>
                <a:cubicBezTo>
                  <a:pt x="286789" y="404024"/>
                  <a:pt x="270671" y="420142"/>
                  <a:pt x="250789" y="420142"/>
                </a:cubicBezTo>
                <a:cubicBezTo>
                  <a:pt x="230907" y="420142"/>
                  <a:pt x="214789" y="404024"/>
                  <a:pt x="214789" y="384142"/>
                </a:cubicBezTo>
                <a:cubicBezTo>
                  <a:pt x="214789" y="364260"/>
                  <a:pt x="230907" y="348142"/>
                  <a:pt x="250789" y="348142"/>
                </a:cubicBezTo>
                <a:close/>
                <a:moveTo>
                  <a:pt x="36000" y="348142"/>
                </a:moveTo>
                <a:cubicBezTo>
                  <a:pt x="55882" y="348142"/>
                  <a:pt x="72000" y="364260"/>
                  <a:pt x="72000" y="384142"/>
                </a:cubicBezTo>
                <a:cubicBezTo>
                  <a:pt x="72000" y="404024"/>
                  <a:pt x="55882" y="420142"/>
                  <a:pt x="36000" y="420142"/>
                </a:cubicBezTo>
                <a:cubicBezTo>
                  <a:pt x="16118" y="420142"/>
                  <a:pt x="0" y="404024"/>
                  <a:pt x="0" y="384142"/>
                </a:cubicBezTo>
                <a:cubicBezTo>
                  <a:pt x="0" y="364260"/>
                  <a:pt x="16118" y="348142"/>
                  <a:pt x="36000" y="348142"/>
                </a:cubicBezTo>
                <a:close/>
                <a:moveTo>
                  <a:pt x="1109943" y="174071"/>
                </a:moveTo>
                <a:cubicBezTo>
                  <a:pt x="1129825" y="174071"/>
                  <a:pt x="1145943" y="190189"/>
                  <a:pt x="1145943" y="210071"/>
                </a:cubicBezTo>
                <a:cubicBezTo>
                  <a:pt x="1145943" y="229953"/>
                  <a:pt x="1129825" y="246071"/>
                  <a:pt x="1109943" y="246071"/>
                </a:cubicBezTo>
                <a:cubicBezTo>
                  <a:pt x="1090061" y="246071"/>
                  <a:pt x="1073943" y="229953"/>
                  <a:pt x="1073943" y="210071"/>
                </a:cubicBezTo>
                <a:cubicBezTo>
                  <a:pt x="1073943" y="190189"/>
                  <a:pt x="1090061" y="174071"/>
                  <a:pt x="1109943" y="174071"/>
                </a:cubicBezTo>
                <a:close/>
                <a:moveTo>
                  <a:pt x="895156" y="174071"/>
                </a:moveTo>
                <a:cubicBezTo>
                  <a:pt x="915038" y="174071"/>
                  <a:pt x="931156" y="190189"/>
                  <a:pt x="931156" y="210071"/>
                </a:cubicBezTo>
                <a:cubicBezTo>
                  <a:pt x="931156" y="229953"/>
                  <a:pt x="915038" y="246071"/>
                  <a:pt x="895156" y="246071"/>
                </a:cubicBezTo>
                <a:cubicBezTo>
                  <a:pt x="875274" y="246071"/>
                  <a:pt x="859156" y="229953"/>
                  <a:pt x="859156" y="210071"/>
                </a:cubicBezTo>
                <a:cubicBezTo>
                  <a:pt x="859156" y="190189"/>
                  <a:pt x="875274" y="174071"/>
                  <a:pt x="895156" y="174071"/>
                </a:cubicBezTo>
                <a:close/>
                <a:moveTo>
                  <a:pt x="680367" y="174071"/>
                </a:moveTo>
                <a:cubicBezTo>
                  <a:pt x="700249" y="174071"/>
                  <a:pt x="716367" y="190189"/>
                  <a:pt x="716367" y="210071"/>
                </a:cubicBezTo>
                <a:cubicBezTo>
                  <a:pt x="716367" y="229953"/>
                  <a:pt x="700249" y="246071"/>
                  <a:pt x="680367" y="246071"/>
                </a:cubicBezTo>
                <a:cubicBezTo>
                  <a:pt x="660485" y="246071"/>
                  <a:pt x="644367" y="229953"/>
                  <a:pt x="644367" y="210071"/>
                </a:cubicBezTo>
                <a:cubicBezTo>
                  <a:pt x="644367" y="190189"/>
                  <a:pt x="660485" y="174071"/>
                  <a:pt x="680367" y="174071"/>
                </a:cubicBezTo>
                <a:close/>
                <a:moveTo>
                  <a:pt x="465578" y="174071"/>
                </a:moveTo>
                <a:cubicBezTo>
                  <a:pt x="485460" y="174071"/>
                  <a:pt x="501578" y="190189"/>
                  <a:pt x="501578" y="210071"/>
                </a:cubicBezTo>
                <a:cubicBezTo>
                  <a:pt x="501578" y="229953"/>
                  <a:pt x="485460" y="246071"/>
                  <a:pt x="465578" y="246071"/>
                </a:cubicBezTo>
                <a:cubicBezTo>
                  <a:pt x="445696" y="246071"/>
                  <a:pt x="429578" y="229953"/>
                  <a:pt x="429578" y="210071"/>
                </a:cubicBezTo>
                <a:cubicBezTo>
                  <a:pt x="429578" y="190189"/>
                  <a:pt x="445696" y="174071"/>
                  <a:pt x="465578" y="174071"/>
                </a:cubicBezTo>
                <a:close/>
                <a:moveTo>
                  <a:pt x="250789" y="174071"/>
                </a:moveTo>
                <a:cubicBezTo>
                  <a:pt x="270671" y="174071"/>
                  <a:pt x="286789" y="190189"/>
                  <a:pt x="286789" y="210071"/>
                </a:cubicBezTo>
                <a:cubicBezTo>
                  <a:pt x="286789" y="229953"/>
                  <a:pt x="270671" y="246071"/>
                  <a:pt x="250789" y="246071"/>
                </a:cubicBezTo>
                <a:cubicBezTo>
                  <a:pt x="230907" y="246071"/>
                  <a:pt x="214789" y="229953"/>
                  <a:pt x="214789" y="210071"/>
                </a:cubicBezTo>
                <a:cubicBezTo>
                  <a:pt x="214789" y="190189"/>
                  <a:pt x="230907" y="174071"/>
                  <a:pt x="250789" y="174071"/>
                </a:cubicBezTo>
                <a:close/>
                <a:moveTo>
                  <a:pt x="36000" y="174071"/>
                </a:moveTo>
                <a:cubicBezTo>
                  <a:pt x="55882" y="174071"/>
                  <a:pt x="72000" y="190189"/>
                  <a:pt x="72000" y="210071"/>
                </a:cubicBezTo>
                <a:cubicBezTo>
                  <a:pt x="72000" y="229953"/>
                  <a:pt x="55882" y="246071"/>
                  <a:pt x="36000" y="246071"/>
                </a:cubicBezTo>
                <a:cubicBezTo>
                  <a:pt x="16118" y="246071"/>
                  <a:pt x="0" y="229953"/>
                  <a:pt x="0" y="210071"/>
                </a:cubicBezTo>
                <a:cubicBezTo>
                  <a:pt x="0" y="190189"/>
                  <a:pt x="16118" y="174071"/>
                  <a:pt x="36000" y="174071"/>
                </a:cubicBezTo>
                <a:close/>
                <a:moveTo>
                  <a:pt x="1109943" y="0"/>
                </a:moveTo>
                <a:cubicBezTo>
                  <a:pt x="1129825" y="0"/>
                  <a:pt x="1145943" y="16118"/>
                  <a:pt x="1145943" y="36000"/>
                </a:cubicBezTo>
                <a:cubicBezTo>
                  <a:pt x="1145943" y="55882"/>
                  <a:pt x="1129825" y="72000"/>
                  <a:pt x="1109943" y="72000"/>
                </a:cubicBezTo>
                <a:cubicBezTo>
                  <a:pt x="1090061" y="72000"/>
                  <a:pt x="1073943" y="55882"/>
                  <a:pt x="1073943" y="36000"/>
                </a:cubicBezTo>
                <a:cubicBezTo>
                  <a:pt x="1073943" y="16118"/>
                  <a:pt x="1090061" y="0"/>
                  <a:pt x="1109943" y="0"/>
                </a:cubicBezTo>
                <a:close/>
                <a:moveTo>
                  <a:pt x="895156" y="0"/>
                </a:moveTo>
                <a:cubicBezTo>
                  <a:pt x="915038" y="0"/>
                  <a:pt x="931156" y="16118"/>
                  <a:pt x="931156" y="36000"/>
                </a:cubicBezTo>
                <a:cubicBezTo>
                  <a:pt x="931156" y="55882"/>
                  <a:pt x="915038" y="72000"/>
                  <a:pt x="895156" y="72000"/>
                </a:cubicBezTo>
                <a:cubicBezTo>
                  <a:pt x="875274" y="72000"/>
                  <a:pt x="859156" y="55882"/>
                  <a:pt x="859156" y="36000"/>
                </a:cubicBezTo>
                <a:cubicBezTo>
                  <a:pt x="859156" y="16118"/>
                  <a:pt x="875274" y="0"/>
                  <a:pt x="895156" y="0"/>
                </a:cubicBezTo>
                <a:close/>
                <a:moveTo>
                  <a:pt x="680367" y="0"/>
                </a:moveTo>
                <a:cubicBezTo>
                  <a:pt x="700249" y="0"/>
                  <a:pt x="716367" y="16118"/>
                  <a:pt x="716367" y="36000"/>
                </a:cubicBezTo>
                <a:cubicBezTo>
                  <a:pt x="716367" y="55882"/>
                  <a:pt x="700249" y="72000"/>
                  <a:pt x="680367" y="72000"/>
                </a:cubicBezTo>
                <a:cubicBezTo>
                  <a:pt x="660485" y="72000"/>
                  <a:pt x="644367" y="55882"/>
                  <a:pt x="644367" y="36000"/>
                </a:cubicBezTo>
                <a:cubicBezTo>
                  <a:pt x="644367" y="16118"/>
                  <a:pt x="660485" y="0"/>
                  <a:pt x="680367" y="0"/>
                </a:cubicBezTo>
                <a:close/>
                <a:moveTo>
                  <a:pt x="465578" y="0"/>
                </a:moveTo>
                <a:cubicBezTo>
                  <a:pt x="485460" y="0"/>
                  <a:pt x="501578" y="16118"/>
                  <a:pt x="501578" y="36000"/>
                </a:cubicBezTo>
                <a:cubicBezTo>
                  <a:pt x="501578" y="55882"/>
                  <a:pt x="485460" y="72000"/>
                  <a:pt x="465578" y="72000"/>
                </a:cubicBezTo>
                <a:cubicBezTo>
                  <a:pt x="445696" y="72000"/>
                  <a:pt x="429578" y="55882"/>
                  <a:pt x="429578" y="36000"/>
                </a:cubicBezTo>
                <a:cubicBezTo>
                  <a:pt x="429578" y="16118"/>
                  <a:pt x="445696" y="0"/>
                  <a:pt x="465578" y="0"/>
                </a:cubicBezTo>
                <a:close/>
                <a:moveTo>
                  <a:pt x="250789" y="0"/>
                </a:moveTo>
                <a:cubicBezTo>
                  <a:pt x="270671" y="0"/>
                  <a:pt x="286789" y="16118"/>
                  <a:pt x="286789" y="36000"/>
                </a:cubicBezTo>
                <a:cubicBezTo>
                  <a:pt x="286789" y="55882"/>
                  <a:pt x="270671" y="72000"/>
                  <a:pt x="250789" y="72000"/>
                </a:cubicBezTo>
                <a:cubicBezTo>
                  <a:pt x="230907" y="72000"/>
                  <a:pt x="214789" y="55882"/>
                  <a:pt x="214789" y="36000"/>
                </a:cubicBezTo>
                <a:cubicBezTo>
                  <a:pt x="214789" y="16118"/>
                  <a:pt x="230907" y="0"/>
                  <a:pt x="250789" y="0"/>
                </a:cubicBezTo>
                <a:close/>
                <a:moveTo>
                  <a:pt x="36000" y="0"/>
                </a:moveTo>
                <a:cubicBezTo>
                  <a:pt x="55882" y="0"/>
                  <a:pt x="72000" y="16118"/>
                  <a:pt x="72000" y="36000"/>
                </a:cubicBezTo>
                <a:cubicBezTo>
                  <a:pt x="72000" y="55882"/>
                  <a:pt x="55882" y="72000"/>
                  <a:pt x="36000" y="72000"/>
                </a:cubicBezTo>
                <a:cubicBezTo>
                  <a:pt x="16118" y="72000"/>
                  <a:pt x="0" y="55882"/>
                  <a:pt x="0" y="36000"/>
                </a:cubicBezTo>
                <a:cubicBezTo>
                  <a:pt x="0" y="16118"/>
                  <a:pt x="16118" y="0"/>
                  <a:pt x="36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ADDE0"/>
              </a:gs>
              <a:gs pos="100000">
                <a:srgbClr val="2C778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" name="任意多边形: 形状 22"/>
          <p:cNvSpPr/>
          <p:nvPr/>
        </p:nvSpPr>
        <p:spPr>
          <a:xfrm>
            <a:off x="8616660" y="5824252"/>
            <a:ext cx="3634161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8616660" y="5912535"/>
            <a:ext cx="3634161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32" name="组合 31"/>
          <p:cNvGrpSpPr/>
          <p:nvPr>
            <p:custDataLst>
              <p:tags r:id="rId1"/>
            </p:custDataLst>
          </p:nvPr>
        </p:nvGrpSpPr>
        <p:grpSpPr>
          <a:xfrm>
            <a:off x="5829307" y="1142493"/>
            <a:ext cx="4973008" cy="701832"/>
            <a:chOff x="4316361" y="1433503"/>
            <a:chExt cx="4736198" cy="668411"/>
          </a:xfrm>
        </p:grpSpPr>
        <p:sp>
          <p:nvSpPr>
            <p:cNvPr id="29" name="任意多边形: 形状 28"/>
            <p:cNvSpPr/>
            <p:nvPr>
              <p:custDataLst>
                <p:tags r:id="rId20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八边形 20"/>
            <p:cNvSpPr/>
            <p:nvPr>
              <p:custDataLst>
                <p:tags r:id="rId21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壹</a:t>
              </a:r>
            </a:p>
          </p:txBody>
        </p:sp>
        <p:sp>
          <p:nvSpPr>
            <p:cNvPr id="27" name="文本框 26"/>
            <p:cNvSpPr txBox="1"/>
            <p:nvPr>
              <p:custDataLst>
                <p:tags r:id="rId22"/>
              </p:custDataLst>
            </p:nvPr>
          </p:nvSpPr>
          <p:spPr>
            <a:xfrm>
              <a:off x="5517893" y="1539786"/>
              <a:ext cx="2855483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基本数据类型</a:t>
              </a:r>
            </a:p>
          </p:txBody>
        </p:sp>
        <p:sp>
          <p:nvSpPr>
            <p:cNvPr id="30" name="梯形 29"/>
            <p:cNvSpPr/>
            <p:nvPr>
              <p:custDataLst>
                <p:tags r:id="rId23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梯形 30"/>
            <p:cNvSpPr/>
            <p:nvPr>
              <p:custDataLst>
                <p:tags r:id="rId24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>
            <p:custDataLst>
              <p:tags r:id="rId2"/>
            </p:custDataLst>
          </p:nvPr>
        </p:nvGrpSpPr>
        <p:grpSpPr>
          <a:xfrm>
            <a:off x="5829307" y="2193769"/>
            <a:ext cx="4973008" cy="701832"/>
            <a:chOff x="4316361" y="1433503"/>
            <a:chExt cx="4736198" cy="668411"/>
          </a:xfrm>
        </p:grpSpPr>
        <p:sp>
          <p:nvSpPr>
            <p:cNvPr id="34" name="任意多边形: 形状 33"/>
            <p:cNvSpPr/>
            <p:nvPr>
              <p:custDataLst>
                <p:tags r:id="rId15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八边形 34"/>
            <p:cNvSpPr/>
            <p:nvPr>
              <p:custDataLst>
                <p:tags r:id="rId16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 dirty="0">
                  <a:latin typeface="+mn-ea"/>
                  <a:sym typeface="+mn-ea"/>
                </a:rPr>
                <a:t>贰</a:t>
              </a:r>
            </a:p>
          </p:txBody>
        </p:sp>
        <p:sp>
          <p:nvSpPr>
            <p:cNvPr id="36" name="文本框 35"/>
            <p:cNvSpPr txBox="1"/>
            <p:nvPr>
              <p:custDataLst>
                <p:tags r:id="rId17"/>
              </p:custDataLst>
            </p:nvPr>
          </p:nvSpPr>
          <p:spPr>
            <a:xfrm>
              <a:off x="5293319" y="1539786"/>
              <a:ext cx="3304629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运算符与表达式</a:t>
              </a:r>
            </a:p>
          </p:txBody>
        </p:sp>
        <p:sp>
          <p:nvSpPr>
            <p:cNvPr id="37" name="梯形 36"/>
            <p:cNvSpPr/>
            <p:nvPr>
              <p:custDataLst>
                <p:tags r:id="rId18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梯形 37"/>
            <p:cNvSpPr/>
            <p:nvPr>
              <p:custDataLst>
                <p:tags r:id="rId19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>
            <p:custDataLst>
              <p:tags r:id="rId3"/>
            </p:custDataLst>
          </p:nvPr>
        </p:nvGrpSpPr>
        <p:grpSpPr>
          <a:xfrm>
            <a:off x="5829307" y="3245045"/>
            <a:ext cx="4973008" cy="701832"/>
            <a:chOff x="4316361" y="1433503"/>
            <a:chExt cx="4736198" cy="668411"/>
          </a:xfrm>
        </p:grpSpPr>
        <p:sp>
          <p:nvSpPr>
            <p:cNvPr id="40" name="任意多边形: 形状 39"/>
            <p:cNvSpPr/>
            <p:nvPr>
              <p:custDataLst>
                <p:tags r:id="rId10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" name="八边形 40"/>
            <p:cNvSpPr/>
            <p:nvPr>
              <p:custDataLst>
                <p:tags r:id="rId11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叁</a:t>
              </a:r>
            </a:p>
          </p:txBody>
        </p:sp>
        <p:sp>
          <p:nvSpPr>
            <p:cNvPr id="42" name="文本框 41"/>
            <p:cNvSpPr txBox="1"/>
            <p:nvPr>
              <p:custDataLst>
                <p:tags r:id="rId12"/>
              </p:custDataLst>
            </p:nvPr>
          </p:nvSpPr>
          <p:spPr>
            <a:xfrm>
              <a:off x="5809640" y="1539786"/>
              <a:ext cx="2271989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</a:t>
              </a:r>
              <a:r>
                <a:rPr lang="en-US" altLang="zh-CN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C</a:t>
              </a:r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语言语句</a:t>
              </a:r>
            </a:p>
          </p:txBody>
        </p:sp>
        <p:sp>
          <p:nvSpPr>
            <p:cNvPr id="43" name="梯形 42"/>
            <p:cNvSpPr/>
            <p:nvPr>
              <p:custDataLst>
                <p:tags r:id="rId13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梯形 43"/>
            <p:cNvSpPr/>
            <p:nvPr>
              <p:custDataLst>
                <p:tags r:id="rId14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/>
          <p:cNvGrpSpPr/>
          <p:nvPr>
            <p:custDataLst>
              <p:tags r:id="rId4"/>
            </p:custDataLst>
          </p:nvPr>
        </p:nvGrpSpPr>
        <p:grpSpPr>
          <a:xfrm>
            <a:off x="5829307" y="4296321"/>
            <a:ext cx="4973008" cy="701832"/>
            <a:chOff x="4316361" y="1433503"/>
            <a:chExt cx="4736198" cy="668411"/>
          </a:xfrm>
        </p:grpSpPr>
        <p:sp>
          <p:nvSpPr>
            <p:cNvPr id="46" name="任意多边形: 形状 45"/>
            <p:cNvSpPr/>
            <p:nvPr>
              <p:custDataLst>
                <p:tags r:id="rId5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7" name="八边形 46"/>
            <p:cNvSpPr/>
            <p:nvPr>
              <p:custDataLst>
                <p:tags r:id="rId6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肆</a:t>
              </a:r>
            </a:p>
          </p:txBody>
        </p:sp>
        <p:sp>
          <p:nvSpPr>
            <p:cNvPr id="48" name="文本框 47"/>
            <p:cNvSpPr txBox="1"/>
            <p:nvPr>
              <p:custDataLst>
                <p:tags r:id="rId7"/>
              </p:custDataLst>
            </p:nvPr>
          </p:nvSpPr>
          <p:spPr>
            <a:xfrm>
              <a:off x="5742467" y="1539786"/>
              <a:ext cx="2406337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输入与输出</a:t>
              </a:r>
            </a:p>
          </p:txBody>
        </p:sp>
        <p:sp>
          <p:nvSpPr>
            <p:cNvPr id="49" name="梯形 48"/>
            <p:cNvSpPr/>
            <p:nvPr>
              <p:custDataLst>
                <p:tags r:id="rId8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梯形 49"/>
            <p:cNvSpPr/>
            <p:nvPr>
              <p:custDataLst>
                <p:tags r:id="rId9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 descr="有钟表的建筑&#10;&#10;中度可信度描述已自动生成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9" b="7940"/>
          <a:stretch>
            <a:fillRect/>
          </a:stretch>
        </p:blipFill>
        <p:spPr>
          <a:xfrm>
            <a:off x="0" y="3603203"/>
            <a:ext cx="6180131" cy="3254797"/>
          </a:xfrm>
          <a:custGeom>
            <a:avLst/>
            <a:gdLst>
              <a:gd name="connsiteX0" fmla="*/ 0 w 6180131"/>
              <a:gd name="connsiteY0" fmla="*/ 0 h 3254797"/>
              <a:gd name="connsiteX1" fmla="*/ 6180131 w 6180131"/>
              <a:gd name="connsiteY1" fmla="*/ 0 h 3254797"/>
              <a:gd name="connsiteX2" fmla="*/ 6180131 w 6180131"/>
              <a:gd name="connsiteY2" fmla="*/ 3254797 h 3254797"/>
              <a:gd name="connsiteX3" fmla="*/ 0 w 6180131"/>
              <a:gd name="connsiteY3" fmla="*/ 3254797 h 325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0131" h="3254797">
                <a:moveTo>
                  <a:pt x="0" y="0"/>
                </a:moveTo>
                <a:lnTo>
                  <a:pt x="6180131" y="0"/>
                </a:lnTo>
                <a:lnTo>
                  <a:pt x="6180131" y="3254797"/>
                </a:lnTo>
                <a:lnTo>
                  <a:pt x="0" y="325479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6F17C-7DE5-12E3-EE45-4A558184C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3C62126-1D1D-70DD-6865-787619EA5F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4B5457-36B2-9E04-E31A-131C20F409E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（一）输入输出的概念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0154C5C-7DC4-4B7E-4AC6-88B172919F5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肆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AE42C3D5-E5CA-0C1C-1ACC-058AF6565272}"/>
              </a:ext>
            </a:extLst>
          </p:cNvPr>
          <p:cNvSpPr txBox="1">
            <a:spLocks noChangeArrowheads="1"/>
          </p:cNvSpPr>
          <p:nvPr/>
        </p:nvSpPr>
        <p:spPr>
          <a:xfrm>
            <a:off x="828964" y="1090756"/>
            <a:ext cx="8887691" cy="32872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/>
              <a:t>输入输出是程序中最基本的操作之一</a:t>
            </a:r>
            <a:r>
              <a:rPr lang="zh-CN" altLang="en-US" dirty="0"/>
              <a:t>，</a:t>
            </a:r>
            <a:r>
              <a:rPr lang="zh-CN" altLang="zh-CN" dirty="0"/>
              <a:t>几乎每一个</a:t>
            </a:r>
            <a:r>
              <a:rPr lang="en-US" altLang="zh-CN" dirty="0"/>
              <a:t>C</a:t>
            </a:r>
            <a:r>
              <a:rPr lang="zh-CN" altLang="zh-CN" dirty="0"/>
              <a:t>程序都包含输入输出</a:t>
            </a:r>
            <a:endParaRPr lang="en-US" altLang="zh-CN" dirty="0"/>
          </a:p>
          <a:p>
            <a:r>
              <a:rPr lang="en-US" altLang="zh-CN" dirty="0"/>
              <a:t>C</a:t>
            </a:r>
            <a:r>
              <a:rPr lang="zh-CN" altLang="en-US" dirty="0"/>
              <a:t>语言的输入输出函数：</a:t>
            </a:r>
            <a:r>
              <a:rPr lang="en-US" altLang="zh-CN" dirty="0"/>
              <a:t>printf</a:t>
            </a:r>
            <a:r>
              <a:rPr lang="zh-CN" altLang="en-US" dirty="0"/>
              <a:t>，</a:t>
            </a:r>
            <a:r>
              <a:rPr lang="en-US" altLang="zh-CN" dirty="0"/>
              <a:t>scanf</a:t>
            </a:r>
            <a:r>
              <a:rPr lang="zh-CN" altLang="en-US" dirty="0"/>
              <a:t>，</a:t>
            </a:r>
            <a:r>
              <a:rPr lang="en-US" altLang="zh-CN" dirty="0" err="1"/>
              <a:t>putchar</a:t>
            </a:r>
            <a:r>
              <a:rPr lang="zh-CN" altLang="en-US" dirty="0"/>
              <a:t>，</a:t>
            </a:r>
            <a:r>
              <a:rPr lang="en-US" altLang="zh-CN" dirty="0" err="1"/>
              <a:t>getchar</a:t>
            </a:r>
            <a:r>
              <a:rPr lang="en-US" altLang="zh-CN" dirty="0"/>
              <a:t>, puts</a:t>
            </a:r>
            <a:r>
              <a:rPr lang="zh-CN" altLang="en-US" dirty="0"/>
              <a:t>，</a:t>
            </a:r>
            <a:r>
              <a:rPr lang="en-US" altLang="zh-CN" dirty="0"/>
              <a:t>gets</a:t>
            </a:r>
          </a:p>
          <a:p>
            <a:r>
              <a:rPr lang="zh-CN" altLang="zh-CN" dirty="0"/>
              <a:t>在使用</a:t>
            </a:r>
            <a:r>
              <a:rPr lang="zh-CN" altLang="en-US" dirty="0"/>
              <a:t>输入输出</a:t>
            </a:r>
            <a:r>
              <a:rPr lang="zh-CN" altLang="zh-CN" dirty="0"/>
              <a:t>函数时，要在程序文件的开头用预编译指令</a:t>
            </a:r>
            <a:r>
              <a:rPr lang="zh-CN" altLang="en-US" dirty="0"/>
              <a:t>：</a:t>
            </a:r>
            <a:r>
              <a:rPr lang="en-US" altLang="zh-CN" dirty="0"/>
              <a:t>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424680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25796-8902-B96B-5224-832C68515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1012C7C-0608-97A2-E228-737D18C7F44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254810-3ADC-3C88-3F8E-94AF7C7C41C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（二）输出函数：</a:t>
            </a:r>
            <a:r>
              <a:rPr lang="en-US" altLang="zh-CN" dirty="0"/>
              <a:t>printf</a:t>
            </a:r>
            <a:r>
              <a:rPr lang="zh-CN" altLang="en-US" dirty="0"/>
              <a:t>函数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196472B-CBE1-5AE5-9AB7-07869523793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肆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0DB3D677-EAD3-A7C9-0C43-E5221E02AC9F}"/>
              </a:ext>
            </a:extLst>
          </p:cNvPr>
          <p:cNvSpPr txBox="1">
            <a:spLocks noChangeArrowheads="1"/>
          </p:cNvSpPr>
          <p:nvPr/>
        </p:nvSpPr>
        <p:spPr>
          <a:xfrm>
            <a:off x="1065357" y="1511300"/>
            <a:ext cx="7929563" cy="3000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dirty="0"/>
              <a:t>1. printf</a:t>
            </a:r>
            <a:r>
              <a:rPr lang="zh-CN" altLang="zh-CN" dirty="0"/>
              <a:t>函数的一般格式</a:t>
            </a:r>
            <a:endParaRPr lang="en-US" altLang="zh-CN" dirty="0"/>
          </a:p>
          <a:p>
            <a:pPr algn="ctr">
              <a:buFont typeface="Wingdings" pitchFamily="2" charset="2"/>
              <a:buNone/>
            </a:pPr>
            <a:r>
              <a:rPr lang="en-US" altLang="zh-CN" dirty="0"/>
              <a:t>printf</a:t>
            </a:r>
            <a:r>
              <a:rPr lang="zh-CN" altLang="zh-CN" dirty="0"/>
              <a:t>（格式控制，输出表列）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zh-CN" altLang="zh-CN" dirty="0"/>
              <a:t>例如：</a:t>
            </a:r>
          </a:p>
          <a:p>
            <a:pPr algn="ctr">
              <a:buFont typeface="Wingdings" pitchFamily="2" charset="2"/>
              <a:buNone/>
            </a:pPr>
            <a:r>
              <a:rPr lang="en-US" altLang="zh-CN" dirty="0"/>
              <a:t>printf(</a:t>
            </a:r>
            <a:r>
              <a:rPr lang="en-US" altLang="zh-CN" dirty="0">
                <a:solidFill>
                  <a:srgbClr val="0000CC"/>
                </a:solidFill>
              </a:rPr>
              <a:t>”i=%</a:t>
            </a:r>
            <a:r>
              <a:rPr lang="en-US" altLang="zh-CN" dirty="0" err="1">
                <a:solidFill>
                  <a:srgbClr val="0000CC"/>
                </a:solidFill>
              </a:rPr>
              <a:t>d,c</a:t>
            </a:r>
            <a:r>
              <a:rPr lang="en-US" altLang="zh-CN" dirty="0">
                <a:solidFill>
                  <a:srgbClr val="0000CC"/>
                </a:solidFill>
              </a:rPr>
              <a:t>=%c\n”</a:t>
            </a:r>
            <a:r>
              <a:rPr lang="en-US" altLang="zh-CN" dirty="0"/>
              <a:t>,</a:t>
            </a:r>
            <a:r>
              <a:rPr lang="en-US" altLang="zh-CN" dirty="0" err="1">
                <a:solidFill>
                  <a:srgbClr val="00B050"/>
                </a:solidFill>
              </a:rPr>
              <a:t>i,c</a:t>
            </a:r>
            <a:r>
              <a:rPr lang="en-US" altLang="zh-CN" dirty="0"/>
              <a:t>);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515B24-372F-A4F1-5C52-CFCE25BD6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1483" y="3055648"/>
            <a:ext cx="580736" cy="410296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>
              <a:latin typeface="Arial" panose="020B0604020202020204" pitchFamily="34" charset="0"/>
            </a:endParaRPr>
          </a:p>
        </p:txBody>
      </p:sp>
      <p:sp>
        <p:nvSpPr>
          <p:cNvPr id="8" name="圆角矩形标注 10">
            <a:extLst>
              <a:ext uri="{FF2B5EF4-FFF2-40B4-BE49-F238E27FC236}">
                <a16:creationId xmlns:a16="http://schemas.microsoft.com/office/drawing/2014/main" id="{934D515E-A568-AD70-2F4F-FDC4FF35C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1482" y="3800475"/>
            <a:ext cx="2000250" cy="642938"/>
          </a:xfrm>
          <a:prstGeom prst="wedgeRoundRectCallout">
            <a:avLst>
              <a:gd name="adj1" fmla="val -25153"/>
              <a:gd name="adj2" fmla="val -80903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</a:rPr>
              <a:t>格式声明</a:t>
            </a:r>
            <a:endParaRPr lang="zh-CN" altLang="en-US" sz="2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BB29FDC-A5F7-6D5B-9675-EE0D58581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1607" y="3055648"/>
            <a:ext cx="580736" cy="410296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366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0D75C-EC9C-676C-22D0-A600BE6F3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2069A4E-8123-2ABF-BD66-17FD3E0B025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5CB51E-EDF7-29E2-07EB-1739695A306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（二）输出函数：</a:t>
            </a:r>
            <a:r>
              <a:rPr lang="en-US" altLang="zh-CN" dirty="0"/>
              <a:t>printf</a:t>
            </a:r>
            <a:r>
              <a:rPr lang="zh-CN" altLang="en-US" dirty="0"/>
              <a:t>函数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8D1156-C36B-E7B3-3FC1-7FDF9596194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肆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46B42D11-83AB-4B45-5C13-87E97B17DF6C}"/>
              </a:ext>
            </a:extLst>
          </p:cNvPr>
          <p:cNvSpPr txBox="1">
            <a:spLocks noChangeArrowheads="1"/>
          </p:cNvSpPr>
          <p:nvPr/>
        </p:nvSpPr>
        <p:spPr>
          <a:xfrm>
            <a:off x="714375" y="1332363"/>
            <a:ext cx="7929563" cy="3000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dirty="0"/>
              <a:t>1.printf</a:t>
            </a:r>
            <a:r>
              <a:rPr lang="zh-CN" altLang="zh-CN" dirty="0"/>
              <a:t>函数的一般格式</a:t>
            </a:r>
            <a:endParaRPr lang="en-US" altLang="zh-CN" dirty="0"/>
          </a:p>
          <a:p>
            <a:pPr algn="ctr">
              <a:buFont typeface="Wingdings" pitchFamily="2" charset="2"/>
              <a:buNone/>
            </a:pPr>
            <a:r>
              <a:rPr lang="en-US" altLang="zh-CN" dirty="0"/>
              <a:t>printf</a:t>
            </a:r>
            <a:r>
              <a:rPr lang="zh-CN" altLang="zh-CN" dirty="0"/>
              <a:t>（格式控制，输出表列）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zh-CN" altLang="zh-CN" dirty="0"/>
              <a:t>例如：</a:t>
            </a:r>
          </a:p>
          <a:p>
            <a:pPr algn="ctr">
              <a:buFont typeface="Wingdings" pitchFamily="2" charset="2"/>
              <a:buNone/>
            </a:pPr>
            <a:r>
              <a:rPr lang="en-US" altLang="zh-CN" dirty="0"/>
              <a:t>printf(</a:t>
            </a:r>
            <a:r>
              <a:rPr lang="en-US" altLang="zh-CN" dirty="0">
                <a:solidFill>
                  <a:srgbClr val="0000CC"/>
                </a:solidFill>
              </a:rPr>
              <a:t>”i=%</a:t>
            </a:r>
            <a:r>
              <a:rPr lang="en-US" altLang="zh-CN" dirty="0" err="1">
                <a:solidFill>
                  <a:srgbClr val="0000CC"/>
                </a:solidFill>
              </a:rPr>
              <a:t>d,c</a:t>
            </a:r>
            <a:r>
              <a:rPr lang="en-US" altLang="zh-CN" dirty="0">
                <a:solidFill>
                  <a:srgbClr val="0000CC"/>
                </a:solidFill>
              </a:rPr>
              <a:t>=%c\n”</a:t>
            </a:r>
            <a:r>
              <a:rPr lang="en-US" altLang="zh-CN" dirty="0"/>
              <a:t>,</a:t>
            </a:r>
            <a:r>
              <a:rPr lang="en-US" altLang="zh-CN" dirty="0" err="1">
                <a:solidFill>
                  <a:srgbClr val="00B050"/>
                </a:solidFill>
              </a:rPr>
              <a:t>i,c</a:t>
            </a:r>
            <a:r>
              <a:rPr lang="en-US" altLang="zh-CN" dirty="0"/>
              <a:t>);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C824AF-16DB-43CC-6220-EE226D791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2145" y="2903988"/>
            <a:ext cx="480328" cy="445366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>
              <a:latin typeface="Arial" panose="020B0604020202020204" pitchFamily="34" charset="0"/>
            </a:endParaRPr>
          </a:p>
        </p:txBody>
      </p:sp>
      <p:sp>
        <p:nvSpPr>
          <p:cNvPr id="11" name="圆角矩形标注 10">
            <a:extLst>
              <a:ext uri="{FF2B5EF4-FFF2-40B4-BE49-F238E27FC236}">
                <a16:creationId xmlns:a16="http://schemas.microsoft.com/office/drawing/2014/main" id="{A3D2B73C-E1FF-12E1-BF7F-187DE0AC6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7249" y="3519577"/>
            <a:ext cx="2000250" cy="642938"/>
          </a:xfrm>
          <a:prstGeom prst="wedgeRoundRectCallout">
            <a:avLst>
              <a:gd name="adj1" fmla="val -25153"/>
              <a:gd name="adj2" fmla="val -80903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Arial" panose="020B0604020202020204" pitchFamily="34" charset="0"/>
              </a:rPr>
              <a:t>普通字符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65AB1B-13ED-8B82-A9EC-9C58969BE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5124" y="2903988"/>
            <a:ext cx="480328" cy="445366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>
              <a:latin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47EB2D1-244A-0EDD-066D-AD6849290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1817" y="2903988"/>
            <a:ext cx="406449" cy="445366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171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D0C1F-931D-4704-40AB-CD6561066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AFD783D-22E6-DCB7-E175-C1B2161AF91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E65545-AB2A-12AA-8780-50026FF563E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（二）输出函数：</a:t>
            </a:r>
            <a:r>
              <a:rPr lang="en-US" altLang="zh-CN" dirty="0"/>
              <a:t>printf</a:t>
            </a:r>
            <a:r>
              <a:rPr lang="zh-CN" altLang="en-US" dirty="0"/>
              <a:t>函数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452D0F5-92ED-DEC7-6A10-4E3C08783AF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肆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7F167C7F-2099-AEF7-BCC3-2F5FBF203933}"/>
              </a:ext>
            </a:extLst>
          </p:cNvPr>
          <p:cNvSpPr txBox="1">
            <a:spLocks noChangeArrowheads="1"/>
          </p:cNvSpPr>
          <p:nvPr/>
        </p:nvSpPr>
        <p:spPr>
          <a:xfrm>
            <a:off x="714375" y="1919216"/>
            <a:ext cx="7929563" cy="3000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dirty="0"/>
              <a:t>1.printf</a:t>
            </a:r>
            <a:r>
              <a:rPr lang="zh-CN" altLang="zh-CN" dirty="0"/>
              <a:t>函数的一般格式</a:t>
            </a:r>
            <a:endParaRPr lang="en-US" altLang="zh-CN" dirty="0"/>
          </a:p>
          <a:p>
            <a:pPr algn="ctr">
              <a:buFont typeface="Wingdings" pitchFamily="2" charset="2"/>
              <a:buNone/>
            </a:pPr>
            <a:r>
              <a:rPr lang="en-US" altLang="zh-CN" dirty="0"/>
              <a:t>printf</a:t>
            </a:r>
            <a:r>
              <a:rPr lang="zh-CN" altLang="zh-CN" dirty="0"/>
              <a:t>（格式控制，输出表列）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zh-CN" altLang="zh-CN" dirty="0"/>
              <a:t>例如：</a:t>
            </a:r>
          </a:p>
          <a:p>
            <a:pPr algn="ctr">
              <a:buFont typeface="Wingdings" pitchFamily="2" charset="2"/>
              <a:buNone/>
            </a:pPr>
            <a:r>
              <a:rPr lang="en-US" altLang="zh-CN" dirty="0"/>
              <a:t>printf(</a:t>
            </a:r>
            <a:r>
              <a:rPr lang="en-US" altLang="zh-CN" dirty="0">
                <a:solidFill>
                  <a:srgbClr val="0000CC"/>
                </a:solidFill>
              </a:rPr>
              <a:t>”i=%</a:t>
            </a:r>
            <a:r>
              <a:rPr lang="en-US" altLang="zh-CN" dirty="0" err="1">
                <a:solidFill>
                  <a:srgbClr val="0000CC"/>
                </a:solidFill>
              </a:rPr>
              <a:t>d,c</a:t>
            </a:r>
            <a:r>
              <a:rPr lang="en-US" altLang="zh-CN" dirty="0">
                <a:solidFill>
                  <a:srgbClr val="0000CC"/>
                </a:solidFill>
              </a:rPr>
              <a:t>=%c\n”</a:t>
            </a:r>
            <a:r>
              <a:rPr lang="en-US" altLang="zh-CN" dirty="0"/>
              <a:t>,</a:t>
            </a:r>
            <a:r>
              <a:rPr lang="en-US" altLang="zh-CN" dirty="0" err="1">
                <a:solidFill>
                  <a:srgbClr val="00B050"/>
                </a:solidFill>
              </a:rPr>
              <a:t>i,c</a:t>
            </a:r>
            <a:r>
              <a:rPr lang="en-US" altLang="zh-CN" dirty="0"/>
              <a:t>);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4D621A-09F4-0E2A-B2FD-96AA2421A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038" y="3495228"/>
            <a:ext cx="441180" cy="422506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>
              <a:latin typeface="Arial" panose="020B0604020202020204" pitchFamily="34" charset="0"/>
            </a:endParaRPr>
          </a:p>
        </p:txBody>
      </p:sp>
      <p:sp>
        <p:nvSpPr>
          <p:cNvPr id="8" name="圆角矩形标注 10">
            <a:extLst>
              <a:ext uri="{FF2B5EF4-FFF2-40B4-BE49-F238E27FC236}">
                <a16:creationId xmlns:a16="http://schemas.microsoft.com/office/drawing/2014/main" id="{C2722E03-F810-8C66-3A6C-406BF6F18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5046" y="4276653"/>
            <a:ext cx="5294313" cy="642938"/>
          </a:xfrm>
          <a:prstGeom prst="wedgeRoundRectCallout">
            <a:avLst>
              <a:gd name="adj1" fmla="val 19417"/>
              <a:gd name="adj2" fmla="val -86792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</a:rPr>
              <a:t>可以是常量、变量或表达式</a:t>
            </a:r>
            <a:endParaRPr lang="zh-CN" altLang="en-US" sz="2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296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25A39-837F-94A7-94C1-D7BE618E4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5BAA72F-C9DC-6AF6-3044-EEC851B7137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213B6A-5E31-B6B7-F4CD-86D3B595210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（二）输出函数：</a:t>
            </a:r>
            <a:r>
              <a:rPr lang="en-US" altLang="zh-CN" dirty="0"/>
              <a:t>printf</a:t>
            </a:r>
            <a:r>
              <a:rPr lang="zh-CN" altLang="en-US" dirty="0"/>
              <a:t>函数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2DB9FAE-9CFF-F871-3DE4-E60AA69E14B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肆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23EB55F-C57F-C2D0-1CB5-F371100B4D4F}"/>
              </a:ext>
            </a:extLst>
          </p:cNvPr>
          <p:cNvSpPr txBox="1">
            <a:spLocks noChangeArrowheads="1"/>
          </p:cNvSpPr>
          <p:nvPr/>
        </p:nvSpPr>
        <p:spPr>
          <a:xfrm>
            <a:off x="795626" y="1058719"/>
            <a:ext cx="8358187" cy="4000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dirty="0"/>
              <a:t>2. </a:t>
            </a:r>
            <a:r>
              <a:rPr lang="zh-CN" altLang="en-US" dirty="0"/>
              <a:t>常用</a:t>
            </a:r>
            <a:r>
              <a:rPr lang="zh-CN" altLang="zh-CN" dirty="0"/>
              <a:t>格式</a:t>
            </a:r>
            <a:r>
              <a:rPr lang="zh-CN" altLang="en-US" dirty="0"/>
              <a:t>声明符</a:t>
            </a:r>
            <a:endParaRPr lang="en-US" altLang="zh-CN" dirty="0"/>
          </a:p>
          <a:p>
            <a:pPr lvl="1"/>
            <a:r>
              <a:rPr lang="en-US" altLang="zh-CN" dirty="0">
                <a:latin typeface="+mj-lt"/>
              </a:rPr>
              <a:t> d</a:t>
            </a:r>
            <a:r>
              <a:rPr lang="zh-CN" altLang="zh-CN" dirty="0">
                <a:latin typeface="+mj-lt"/>
              </a:rPr>
              <a:t>格式符</a:t>
            </a:r>
            <a:r>
              <a:rPr lang="zh-CN" altLang="en-US" dirty="0">
                <a:latin typeface="+mj-lt"/>
              </a:rPr>
              <a:t>：</a:t>
            </a:r>
            <a:r>
              <a:rPr lang="zh-CN" altLang="zh-CN" dirty="0">
                <a:latin typeface="+mj-lt"/>
              </a:rPr>
              <a:t>输出一个有符号的十进制整数</a:t>
            </a:r>
            <a:endParaRPr lang="en-US" altLang="zh-CN" dirty="0">
              <a:latin typeface="+mj-lt"/>
            </a:endParaRPr>
          </a:p>
          <a:p>
            <a:pPr lvl="1"/>
            <a:r>
              <a:rPr lang="en-US" altLang="zh-CN" dirty="0">
                <a:latin typeface="+mj-lt"/>
              </a:rPr>
              <a:t> c</a:t>
            </a:r>
            <a:r>
              <a:rPr lang="zh-CN" altLang="zh-CN" dirty="0">
                <a:latin typeface="+mj-lt"/>
              </a:rPr>
              <a:t>格式符</a:t>
            </a:r>
            <a:r>
              <a:rPr lang="zh-CN" altLang="en-US" dirty="0">
                <a:latin typeface="+mj-lt"/>
              </a:rPr>
              <a:t>：</a:t>
            </a:r>
            <a:r>
              <a:rPr lang="zh-CN" altLang="zh-CN" dirty="0">
                <a:latin typeface="+mj-lt"/>
              </a:rPr>
              <a:t>输出一个</a:t>
            </a:r>
            <a:r>
              <a:rPr lang="zh-CN" altLang="en-US" dirty="0">
                <a:latin typeface="+mj-lt"/>
              </a:rPr>
              <a:t>字符</a:t>
            </a:r>
            <a:endParaRPr lang="en-US" altLang="zh-CN" dirty="0">
              <a:latin typeface="+mj-lt"/>
            </a:endParaRPr>
          </a:p>
          <a:p>
            <a:pPr lvl="1"/>
            <a:r>
              <a:rPr lang="en-US" altLang="zh-CN" dirty="0">
                <a:latin typeface="+mj-lt"/>
              </a:rPr>
              <a:t> f</a:t>
            </a:r>
            <a:r>
              <a:rPr lang="zh-CN" altLang="zh-CN" dirty="0">
                <a:latin typeface="+mj-lt"/>
              </a:rPr>
              <a:t>格式符</a:t>
            </a:r>
            <a:r>
              <a:rPr lang="zh-CN" altLang="en-US" dirty="0">
                <a:latin typeface="+mj-lt"/>
              </a:rPr>
              <a:t>：以小数形式</a:t>
            </a:r>
            <a:r>
              <a:rPr lang="zh-CN" altLang="zh-CN" dirty="0">
                <a:latin typeface="+mj-lt"/>
              </a:rPr>
              <a:t>输出一个</a:t>
            </a:r>
            <a:r>
              <a:rPr lang="zh-CN" altLang="en-US" dirty="0">
                <a:latin typeface="+mj-lt"/>
              </a:rPr>
              <a:t>实数</a:t>
            </a:r>
            <a:endParaRPr lang="en-US" altLang="zh-CN" dirty="0">
              <a:latin typeface="+mj-lt"/>
            </a:endParaRPr>
          </a:p>
          <a:p>
            <a:pPr lvl="1"/>
            <a:r>
              <a:rPr lang="en-US" altLang="zh-CN" dirty="0">
                <a:latin typeface="+mj-lt"/>
              </a:rPr>
              <a:t> e</a:t>
            </a:r>
            <a:r>
              <a:rPr lang="zh-CN" altLang="zh-CN" dirty="0">
                <a:latin typeface="+mj-lt"/>
              </a:rPr>
              <a:t>格式符</a:t>
            </a:r>
            <a:r>
              <a:rPr lang="zh-CN" altLang="en-US" dirty="0">
                <a:latin typeface="+mj-lt"/>
              </a:rPr>
              <a:t>：以指数形式</a:t>
            </a:r>
            <a:r>
              <a:rPr lang="zh-CN" altLang="zh-CN" dirty="0">
                <a:latin typeface="+mj-lt"/>
              </a:rPr>
              <a:t>输出一个</a:t>
            </a:r>
            <a:r>
              <a:rPr lang="zh-CN" altLang="en-US" dirty="0">
                <a:latin typeface="+mj-lt"/>
              </a:rPr>
              <a:t>实数</a:t>
            </a:r>
            <a:endParaRPr lang="en-US" altLang="zh-CN" dirty="0">
              <a:latin typeface="+mj-lt"/>
            </a:endParaRPr>
          </a:p>
          <a:p>
            <a:pPr lvl="1"/>
            <a:r>
              <a:rPr lang="en-US" altLang="zh-CN" dirty="0">
                <a:latin typeface="+mj-lt"/>
              </a:rPr>
              <a:t> s</a:t>
            </a:r>
            <a:r>
              <a:rPr lang="zh-CN" altLang="zh-CN" dirty="0">
                <a:latin typeface="+mj-lt"/>
              </a:rPr>
              <a:t>格式符</a:t>
            </a:r>
            <a:r>
              <a:rPr lang="zh-CN" altLang="en-US" dirty="0">
                <a:latin typeface="+mj-lt"/>
              </a:rPr>
              <a:t>：</a:t>
            </a:r>
            <a:r>
              <a:rPr lang="zh-CN" altLang="zh-CN" dirty="0">
                <a:latin typeface="+mj-lt"/>
              </a:rPr>
              <a:t>输出一个</a:t>
            </a:r>
            <a:r>
              <a:rPr lang="zh-CN" altLang="en-US" dirty="0">
                <a:latin typeface="+mj-lt"/>
              </a:rPr>
              <a:t>字符串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1379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5ADCB-914D-E88D-AF3D-724FA5880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378BBE0-E83B-0BE0-E30B-B30FD568DF6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BA6922-C037-BD45-7DF0-D2469E412A8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（二）输出函数：</a:t>
            </a:r>
            <a:r>
              <a:rPr lang="en-US" altLang="zh-CN" dirty="0"/>
              <a:t>printf</a:t>
            </a:r>
            <a:r>
              <a:rPr lang="zh-CN" altLang="en-US" dirty="0"/>
              <a:t>函数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16F566-6B3A-FB2D-6475-99AC7960FF8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肆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6C4AD43-81FF-5201-AD2B-242C6181D420}"/>
              </a:ext>
            </a:extLst>
          </p:cNvPr>
          <p:cNvSpPr txBox="1">
            <a:spLocks noChangeArrowheads="1"/>
          </p:cNvSpPr>
          <p:nvPr/>
        </p:nvSpPr>
        <p:spPr>
          <a:xfrm>
            <a:off x="703263" y="1298864"/>
            <a:ext cx="8358187" cy="4000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dirty="0"/>
              <a:t>2. </a:t>
            </a:r>
            <a:r>
              <a:rPr lang="zh-CN" altLang="en-US" dirty="0"/>
              <a:t>常用</a:t>
            </a:r>
            <a:r>
              <a:rPr lang="zh-CN" altLang="zh-CN" dirty="0"/>
              <a:t>格式字符</a:t>
            </a:r>
            <a:endParaRPr lang="en-US" altLang="zh-CN" dirty="0"/>
          </a:p>
          <a:p>
            <a:pPr lvl="1"/>
            <a:r>
              <a:rPr lang="en-US" altLang="zh-CN" sz="2800" dirty="0"/>
              <a:t>d</a:t>
            </a:r>
            <a:r>
              <a:rPr lang="zh-CN" altLang="en-US" sz="2800" dirty="0"/>
              <a:t>格式符。</a:t>
            </a:r>
            <a:r>
              <a:rPr lang="zh-CN" altLang="zh-CN" sz="2800" dirty="0"/>
              <a:t>用来输出一个有符号的十进制整数</a:t>
            </a:r>
            <a:endParaRPr lang="en-US" altLang="zh-CN" sz="2800" dirty="0"/>
          </a:p>
          <a:p>
            <a:pPr lvl="2"/>
            <a:r>
              <a:rPr lang="zh-CN" altLang="zh-CN" sz="2400" dirty="0"/>
              <a:t>可以在格式声明中指定输出数据的</a:t>
            </a:r>
            <a:r>
              <a:rPr lang="zh-CN" altLang="en-US" sz="2400" dirty="0"/>
              <a:t>宽度</a:t>
            </a:r>
            <a:endParaRPr lang="en-US" altLang="zh-CN" sz="2400" dirty="0"/>
          </a:p>
          <a:p>
            <a:pPr lvl="2">
              <a:buFont typeface="Wingdings" pitchFamily="2" charset="2"/>
              <a:buNone/>
            </a:pPr>
            <a:r>
              <a:rPr lang="en-US" altLang="zh-CN" sz="2400" dirty="0"/>
              <a:t>    printf(”%5d%5d\n”,12,-345);</a:t>
            </a:r>
          </a:p>
          <a:p>
            <a:pPr lvl="2"/>
            <a:r>
              <a:rPr lang="zh-CN" altLang="en-US" sz="2400" dirty="0"/>
              <a:t>宽度</a:t>
            </a:r>
            <a:endParaRPr lang="en-US" altLang="zh-CN" sz="2400" dirty="0"/>
          </a:p>
          <a:p>
            <a:pPr lvl="2"/>
            <a:r>
              <a:rPr lang="en-US" altLang="zh-CN" sz="2400" dirty="0"/>
              <a:t>%d</a:t>
            </a:r>
            <a:r>
              <a:rPr lang="zh-CN" altLang="zh-CN" sz="2400" dirty="0"/>
              <a:t>输出</a:t>
            </a:r>
            <a:r>
              <a:rPr lang="en-US" altLang="zh-CN" sz="2400" dirty="0"/>
              <a:t>int</a:t>
            </a:r>
            <a:r>
              <a:rPr lang="zh-CN" altLang="zh-CN" sz="2400" dirty="0"/>
              <a:t>型数据</a:t>
            </a:r>
            <a:endParaRPr lang="en-US" altLang="zh-CN" sz="2400" dirty="0"/>
          </a:p>
          <a:p>
            <a:pPr lvl="2"/>
            <a:r>
              <a:rPr lang="en-US" altLang="zh-CN" sz="2400" dirty="0"/>
              <a:t>%</a:t>
            </a:r>
            <a:r>
              <a:rPr lang="en-US" altLang="zh-CN" sz="2400" dirty="0" err="1"/>
              <a:t>ld</a:t>
            </a:r>
            <a:r>
              <a:rPr lang="zh-CN" altLang="zh-CN" sz="2400" dirty="0"/>
              <a:t>输出</a:t>
            </a:r>
            <a:r>
              <a:rPr lang="en-US" altLang="zh-CN" sz="2400" dirty="0"/>
              <a:t>long</a:t>
            </a:r>
            <a:r>
              <a:rPr lang="zh-CN" altLang="zh-CN" sz="2400" dirty="0"/>
              <a:t>型数据</a:t>
            </a:r>
            <a:endParaRPr lang="en-US" altLang="zh-CN" sz="2400" dirty="0"/>
          </a:p>
          <a:p>
            <a:pPr lvl="2"/>
            <a:r>
              <a:rPr lang="en-US" altLang="zh-CN" sz="2400" dirty="0"/>
              <a:t>%</a:t>
            </a:r>
            <a:r>
              <a:rPr lang="en-US" altLang="zh-CN" sz="2400" dirty="0" err="1"/>
              <a:t>lld</a:t>
            </a:r>
            <a:r>
              <a:rPr lang="zh-CN" altLang="en-US" sz="2400" dirty="0"/>
              <a:t>输出</a:t>
            </a:r>
            <a:r>
              <a:rPr lang="en-US" altLang="zh-CN" sz="2400" dirty="0"/>
              <a:t>long </a:t>
            </a:r>
            <a:r>
              <a:rPr lang="en-US" altLang="zh-CN" sz="2400" dirty="0" err="1"/>
              <a:t>long</a:t>
            </a:r>
            <a:r>
              <a:rPr lang="zh-CN" altLang="en-US" sz="2400" dirty="0"/>
              <a:t>型数据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99497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F5E5A-2D19-B9E1-6C40-34082D27C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778F5F2-98C2-3786-953E-3B1D9BB641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88C5F3-B30E-B1EA-62F5-CFE45D35CD9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（二）输出函数：</a:t>
            </a:r>
            <a:r>
              <a:rPr lang="en-US" altLang="zh-CN" dirty="0"/>
              <a:t>printf</a:t>
            </a:r>
            <a:r>
              <a:rPr lang="zh-CN" altLang="en-US" dirty="0"/>
              <a:t>函数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57701A-8E37-5C73-BEAE-69E6ABEE669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肆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491C5BBF-502F-0508-6DF0-9FB90373278C}"/>
              </a:ext>
            </a:extLst>
          </p:cNvPr>
          <p:cNvSpPr txBox="1">
            <a:spLocks noChangeArrowheads="1"/>
          </p:cNvSpPr>
          <p:nvPr/>
        </p:nvSpPr>
        <p:spPr>
          <a:xfrm>
            <a:off x="622407" y="1465118"/>
            <a:ext cx="8358187" cy="2210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dirty="0"/>
              <a:t>2. </a:t>
            </a:r>
            <a:r>
              <a:rPr lang="zh-CN" altLang="en-US" dirty="0"/>
              <a:t>常用</a:t>
            </a:r>
            <a:r>
              <a:rPr lang="zh-CN" altLang="zh-CN" dirty="0"/>
              <a:t>格式字符</a:t>
            </a:r>
            <a:endParaRPr lang="en-US" altLang="zh-CN" dirty="0"/>
          </a:p>
          <a:p>
            <a:pPr lvl="1"/>
            <a:r>
              <a:rPr lang="zh-CN" altLang="zh-CN" dirty="0"/>
              <a:t>ｃ格式符。用来输出一个字符</a:t>
            </a:r>
            <a:endParaRPr lang="en-US" altLang="zh-CN" dirty="0"/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        char </a:t>
            </a:r>
            <a:r>
              <a:rPr lang="en-US" altLang="zh-CN" dirty="0" err="1"/>
              <a:t>ch</a:t>
            </a:r>
            <a:r>
              <a:rPr lang="en-US" altLang="zh-CN" dirty="0"/>
              <a:t>=’a’;</a:t>
            </a:r>
            <a:endParaRPr lang="zh-CN" altLang="zh-CN" dirty="0"/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        printf(”%c”,</a:t>
            </a:r>
            <a:r>
              <a:rPr lang="en-US" altLang="zh-CN" dirty="0" err="1"/>
              <a:t>ch</a:t>
            </a:r>
            <a:r>
              <a:rPr lang="en-US" altLang="zh-CN" dirty="0"/>
              <a:t>);   </a:t>
            </a:r>
            <a:r>
              <a:rPr lang="zh-CN" altLang="en-US" dirty="0"/>
              <a:t>或</a:t>
            </a:r>
            <a:endParaRPr lang="en-US" altLang="zh-CN" dirty="0"/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        printf(”%5c”,ch);</a:t>
            </a:r>
          </a:p>
        </p:txBody>
      </p:sp>
    </p:spTree>
    <p:extLst>
      <p:ext uri="{BB962C8B-B14F-4D97-AF65-F5344CB8AC3E}">
        <p14:creationId xmlns:p14="http://schemas.microsoft.com/office/powerpoint/2010/main" val="322997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E65C7-6D5F-E77E-6CEF-BF8AC5258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659A5D6-6695-4739-9CC9-AF62905F1F6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AF5A13-E4A1-606B-3198-E1E023FEF36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（三）输出函数：</a:t>
            </a:r>
            <a:r>
              <a:rPr lang="en-US" altLang="zh-CN" dirty="0"/>
              <a:t>printf</a:t>
            </a:r>
            <a:r>
              <a:rPr lang="zh-CN" altLang="en-US" dirty="0"/>
              <a:t>函数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5199101-110E-F345-9ED1-1397B076ADA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肆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175F94C1-8C35-75E7-7BAB-6FB14FA7AFE8}"/>
              </a:ext>
            </a:extLst>
          </p:cNvPr>
          <p:cNvSpPr txBox="1">
            <a:spLocks noChangeArrowheads="1"/>
          </p:cNvSpPr>
          <p:nvPr/>
        </p:nvSpPr>
        <p:spPr>
          <a:xfrm>
            <a:off x="636055" y="822000"/>
            <a:ext cx="10336745" cy="58877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dirty="0"/>
              <a:t>2. </a:t>
            </a:r>
            <a:r>
              <a:rPr lang="zh-CN" altLang="en-US" dirty="0"/>
              <a:t>常用</a:t>
            </a:r>
            <a:r>
              <a:rPr lang="zh-CN" altLang="zh-CN" dirty="0"/>
              <a:t>格式字符</a:t>
            </a:r>
            <a:endParaRPr lang="en-US" altLang="zh-CN" dirty="0"/>
          </a:p>
          <a:p>
            <a:pPr lvl="1"/>
            <a:r>
              <a:rPr lang="en-US" altLang="zh-CN" dirty="0"/>
              <a:t>f</a:t>
            </a:r>
            <a:r>
              <a:rPr lang="zh-CN" altLang="zh-CN" dirty="0"/>
              <a:t>格式符。用来输出实数，以小数形式输出</a:t>
            </a:r>
            <a:endParaRPr lang="en-US" altLang="zh-CN" dirty="0"/>
          </a:p>
          <a:p>
            <a:pPr lvl="2">
              <a:buFont typeface="Wingdings" pitchFamily="2" charset="2"/>
              <a:buNone/>
            </a:pPr>
            <a:r>
              <a:rPr lang="zh-CN" altLang="zh-CN" sz="2400" dirty="0"/>
              <a:t>①</a:t>
            </a:r>
            <a:r>
              <a:rPr lang="zh-CN" altLang="en-US" sz="2400" dirty="0"/>
              <a:t>不</a:t>
            </a:r>
            <a:r>
              <a:rPr lang="zh-CN" altLang="zh-CN" sz="2400" dirty="0"/>
              <a:t>指定数据宽度和小数位数，用</a:t>
            </a:r>
            <a:r>
              <a:rPr lang="en-US" altLang="zh-CN" sz="2400" dirty="0"/>
              <a:t>%f</a:t>
            </a:r>
            <a:r>
              <a:rPr lang="zh-CN" altLang="en-US" sz="2400" dirty="0"/>
              <a:t>，保留六位小数</a:t>
            </a:r>
            <a:endParaRPr lang="en-US" altLang="zh-CN" sz="2400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prstClr val="black"/>
                </a:solidFill>
              </a:rPr>
              <a:t>               示</a:t>
            </a:r>
            <a:r>
              <a:rPr lang="zh-CN" altLang="zh-CN" sz="2400" dirty="0">
                <a:solidFill>
                  <a:prstClr val="black"/>
                </a:solidFill>
              </a:rPr>
              <a:t>例</a:t>
            </a:r>
            <a:r>
              <a:rPr lang="en-US" altLang="zh-CN" sz="2400" dirty="0">
                <a:solidFill>
                  <a:prstClr val="black"/>
                </a:solidFill>
              </a:rPr>
              <a:t>1</a:t>
            </a:r>
            <a:r>
              <a:rPr lang="zh-CN" altLang="en-US" sz="2400" dirty="0">
                <a:solidFill>
                  <a:prstClr val="black"/>
                </a:solidFill>
              </a:rPr>
              <a:t>：</a:t>
            </a:r>
            <a:r>
              <a:rPr lang="zh-CN" altLang="zh-CN" sz="2400" dirty="0">
                <a:solidFill>
                  <a:prstClr val="black"/>
                </a:solidFill>
              </a:rPr>
              <a:t>用</a:t>
            </a:r>
            <a:r>
              <a:rPr lang="en-US" altLang="zh-CN" sz="2400" dirty="0">
                <a:solidFill>
                  <a:prstClr val="black"/>
                </a:solidFill>
              </a:rPr>
              <a:t>%f</a:t>
            </a:r>
            <a:r>
              <a:rPr lang="zh-CN" altLang="zh-CN" sz="2400" dirty="0">
                <a:solidFill>
                  <a:prstClr val="black"/>
                </a:solidFill>
              </a:rPr>
              <a:t>输出实数，只能得到６位小数。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prstClr val="black"/>
                </a:solidFill>
              </a:rPr>
              <a:t>                             double a=1.0;</a:t>
            </a:r>
            <a:endParaRPr lang="zh-CN" altLang="zh-CN" sz="2400" dirty="0">
              <a:solidFill>
                <a:prstClr val="black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prstClr val="black"/>
                </a:solidFill>
              </a:rPr>
              <a:t>                             printf(”%f\</a:t>
            </a:r>
            <a:r>
              <a:rPr lang="en-US" altLang="zh-CN" sz="2400" dirty="0" err="1">
                <a:solidFill>
                  <a:prstClr val="black"/>
                </a:solidFill>
              </a:rPr>
              <a:t>n”,a</a:t>
            </a:r>
            <a:r>
              <a:rPr lang="en-US" altLang="zh-CN" sz="2400" dirty="0">
                <a:solidFill>
                  <a:prstClr val="black"/>
                </a:solidFill>
              </a:rPr>
              <a:t>/3);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prstClr val="black"/>
                </a:solidFill>
              </a:rPr>
              <a:t>                             </a:t>
            </a:r>
            <a:r>
              <a:rPr lang="zh-CN" altLang="en-US" sz="2400" dirty="0">
                <a:solidFill>
                  <a:prstClr val="black"/>
                </a:solidFill>
              </a:rPr>
              <a:t>输出：</a:t>
            </a:r>
            <a:r>
              <a:rPr lang="en-US" altLang="zh-CN" sz="2400" dirty="0">
                <a:solidFill>
                  <a:prstClr val="black"/>
                </a:solidFill>
              </a:rPr>
              <a:t>0.333333</a:t>
            </a:r>
          </a:p>
          <a:p>
            <a:pPr lvl="2">
              <a:buNone/>
            </a:pPr>
            <a:r>
              <a:rPr lang="zh-CN" altLang="zh-CN" sz="2400" dirty="0"/>
              <a:t>② 指定数据宽度和小数位数。用</a:t>
            </a:r>
            <a:r>
              <a:rPr lang="en-US" altLang="zh-CN" sz="2400" dirty="0"/>
              <a:t>%m.nf</a:t>
            </a:r>
          </a:p>
          <a:p>
            <a:pPr>
              <a:buFont typeface="Wingdings" pitchFamily="2" charset="2"/>
              <a:buNone/>
            </a:pPr>
            <a:r>
              <a:rPr lang="zh-CN" altLang="en-US" sz="2400" dirty="0"/>
              <a:t>               示例</a:t>
            </a:r>
            <a:r>
              <a:rPr lang="en-US" altLang="zh-CN" sz="2400" dirty="0"/>
              <a:t>2</a:t>
            </a:r>
            <a:r>
              <a:rPr lang="zh-CN" altLang="en-US" sz="2400" dirty="0"/>
              <a:t>：采用制定宽度和小数位形式输出。</a:t>
            </a:r>
            <a:r>
              <a:rPr lang="en-US" altLang="zh-CN" sz="2400" dirty="0"/>
              <a:t>            </a:t>
            </a:r>
          </a:p>
          <a:p>
            <a:pPr>
              <a:buFont typeface="Wingdings" pitchFamily="2" charset="2"/>
              <a:buNone/>
            </a:pPr>
            <a:r>
              <a:rPr lang="en-US" altLang="zh-CN" sz="2400" dirty="0"/>
              <a:t>                             printf("%20.15f\n",1.0/3);</a:t>
            </a:r>
          </a:p>
          <a:p>
            <a:pPr>
              <a:buFont typeface="Wingdings" pitchFamily="2" charset="2"/>
              <a:buNone/>
            </a:pPr>
            <a:r>
              <a:rPr lang="en-US" altLang="zh-CN" sz="2400" dirty="0"/>
              <a:t>                             </a:t>
            </a:r>
            <a:r>
              <a:rPr lang="zh-CN" altLang="en-US" sz="2400" dirty="0"/>
              <a:t>输出：   </a:t>
            </a:r>
            <a:r>
              <a:rPr lang="en-US" altLang="zh-CN" sz="2400" dirty="0"/>
              <a:t>0.333333333333333</a:t>
            </a:r>
            <a:r>
              <a:rPr lang="zh-CN" altLang="en-US" sz="2400" dirty="0"/>
              <a:t>（左侧补充</a:t>
            </a:r>
            <a:r>
              <a:rPr lang="en-US" altLang="zh-CN" sz="2400" dirty="0"/>
              <a:t>3</a:t>
            </a:r>
            <a:r>
              <a:rPr lang="zh-CN" altLang="en-US" sz="2400" dirty="0"/>
              <a:t>个空格）</a:t>
            </a:r>
            <a:endParaRPr lang="en-US" altLang="zh-CN" sz="3200" dirty="0"/>
          </a:p>
          <a:p>
            <a:pPr lvl="2">
              <a:buNone/>
            </a:pPr>
            <a:r>
              <a:rPr lang="zh-CN" altLang="zh-CN" sz="2400" dirty="0"/>
              <a:t>③ 输出的数据向左对齐，用</a:t>
            </a:r>
            <a:r>
              <a:rPr lang="en-US" altLang="zh-CN" sz="2400" dirty="0"/>
              <a:t>%-m.nf</a:t>
            </a:r>
          </a:p>
          <a:p>
            <a:pPr>
              <a:buFont typeface="Wingdings" pitchFamily="2" charset="2"/>
              <a:buNone/>
            </a:pPr>
            <a:r>
              <a:rPr lang="en-US" altLang="zh-CN" sz="2400" dirty="0"/>
              <a:t>                             printf("%-20.15f\n",1.0/3);</a:t>
            </a:r>
          </a:p>
          <a:p>
            <a:pPr>
              <a:buFont typeface="Wingdings" pitchFamily="2" charset="2"/>
              <a:buNone/>
            </a:pPr>
            <a:r>
              <a:rPr lang="en-US" altLang="zh-CN" sz="2400" dirty="0"/>
              <a:t>                             </a:t>
            </a:r>
            <a:r>
              <a:rPr lang="zh-CN" altLang="en-US" sz="2400" dirty="0"/>
              <a:t>输出：</a:t>
            </a:r>
            <a:r>
              <a:rPr lang="en-US" altLang="zh-CN" sz="2400" dirty="0"/>
              <a:t>0.333333333333333     (</a:t>
            </a:r>
            <a:r>
              <a:rPr lang="zh-CN" altLang="en-US" sz="2400" dirty="0"/>
              <a:t>右侧补充</a:t>
            </a:r>
            <a:r>
              <a:rPr lang="en-US" altLang="zh-CN" sz="2400" dirty="0"/>
              <a:t>3</a:t>
            </a:r>
            <a:r>
              <a:rPr lang="zh-CN" altLang="en-US" sz="2400" dirty="0"/>
              <a:t>个空格</a:t>
            </a:r>
            <a:r>
              <a:rPr lang="zh-CN" altLang="en-US" sz="2200" dirty="0"/>
              <a:t>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85461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3C58-DBAC-034C-21F9-663D5E3FF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5459FFB-3710-32A7-239C-FF2E66FDA60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ABA37D-57AB-F82E-D481-A71293497E3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（三）输出函数：</a:t>
            </a:r>
            <a:r>
              <a:rPr lang="en-US" altLang="zh-CN" dirty="0"/>
              <a:t>printf</a:t>
            </a:r>
            <a:r>
              <a:rPr lang="zh-CN" altLang="en-US" dirty="0"/>
              <a:t>函数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7045A88-1B61-8AA1-0BD5-0A0FF5FCEA6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肆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00CB6BBE-A350-DBE9-004C-0FF296DA2EF3}"/>
              </a:ext>
            </a:extLst>
          </p:cNvPr>
          <p:cNvSpPr txBox="1">
            <a:spLocks noChangeArrowheads="1"/>
          </p:cNvSpPr>
          <p:nvPr/>
        </p:nvSpPr>
        <p:spPr>
          <a:xfrm>
            <a:off x="733979" y="1002119"/>
            <a:ext cx="8358187" cy="43576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dirty="0"/>
              <a:t>2. </a:t>
            </a:r>
            <a:r>
              <a:rPr lang="zh-CN" altLang="en-US" dirty="0"/>
              <a:t>常用</a:t>
            </a:r>
            <a:r>
              <a:rPr lang="zh-CN" altLang="zh-CN" dirty="0"/>
              <a:t>格式字符</a:t>
            </a:r>
            <a:endParaRPr lang="en-US" altLang="zh-CN" dirty="0"/>
          </a:p>
          <a:p>
            <a:pPr lvl="1"/>
            <a:r>
              <a:rPr lang="en-US" altLang="zh-CN" dirty="0"/>
              <a:t>e</a:t>
            </a:r>
            <a:r>
              <a:rPr lang="zh-CN" altLang="zh-CN" dirty="0"/>
              <a:t>格式符。指定以指数形式输出实数</a:t>
            </a:r>
            <a:endParaRPr lang="en-US" altLang="zh-CN" dirty="0"/>
          </a:p>
          <a:p>
            <a:pPr lvl="2"/>
            <a:r>
              <a:rPr lang="en-US" altLang="zh-CN" dirty="0"/>
              <a:t>%e</a:t>
            </a:r>
            <a:r>
              <a:rPr lang="zh-CN" altLang="zh-CN" dirty="0"/>
              <a:t>，</a:t>
            </a:r>
            <a:r>
              <a:rPr lang="en-US" altLang="zh-CN" dirty="0"/>
              <a:t>VC++</a:t>
            </a:r>
            <a:r>
              <a:rPr lang="zh-CN" altLang="zh-CN" dirty="0"/>
              <a:t>给出小数位数为６位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sz="2000" dirty="0"/>
              <a:t>            </a:t>
            </a:r>
            <a:r>
              <a:rPr lang="zh-CN" altLang="zh-CN" sz="2000" dirty="0"/>
              <a:t>指数部分占</a:t>
            </a:r>
            <a:r>
              <a:rPr lang="en-US" altLang="zh-CN" sz="2000" dirty="0"/>
              <a:t>5</a:t>
            </a:r>
            <a:r>
              <a:rPr lang="zh-CN" altLang="zh-CN" sz="2000" dirty="0"/>
              <a:t>列</a:t>
            </a:r>
            <a:endParaRPr lang="en-US" altLang="zh-CN" sz="2000" dirty="0"/>
          </a:p>
          <a:p>
            <a:pPr marL="914400" lvl="2" indent="0">
              <a:buNone/>
            </a:pPr>
            <a:r>
              <a:rPr lang="en-US" altLang="zh-CN" dirty="0"/>
              <a:t>       </a:t>
            </a:r>
            <a:r>
              <a:rPr lang="en-US" altLang="zh-CN" sz="2000" dirty="0"/>
              <a:t>     </a:t>
            </a:r>
            <a:r>
              <a:rPr lang="zh-CN" altLang="zh-CN" sz="2000" dirty="0"/>
              <a:t>小数点前必须有而且只有</a:t>
            </a:r>
            <a:r>
              <a:rPr lang="en-US" altLang="zh-CN" sz="2000" dirty="0"/>
              <a:t>1</a:t>
            </a:r>
            <a:r>
              <a:rPr lang="zh-CN" altLang="zh-CN" sz="2000" dirty="0"/>
              <a:t>位非零数字</a:t>
            </a:r>
            <a:endParaRPr lang="en-US" altLang="zh-CN" sz="2000" dirty="0"/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         printf(”%e”,123.456);</a:t>
            </a:r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         </a:t>
            </a:r>
            <a:r>
              <a:rPr lang="zh-CN" altLang="en-US" dirty="0"/>
              <a:t>输出：</a:t>
            </a:r>
            <a:r>
              <a:rPr lang="en-US" altLang="zh-CN" dirty="0"/>
              <a:t>1.</a:t>
            </a:r>
            <a:r>
              <a:rPr lang="en-US" altLang="zh-CN" u="sng" dirty="0"/>
              <a:t>234560</a:t>
            </a:r>
            <a:r>
              <a:rPr lang="en-US" altLang="zh-CN" dirty="0"/>
              <a:t> </a:t>
            </a:r>
            <a:r>
              <a:rPr lang="en-US" altLang="zh-CN" u="sng" dirty="0"/>
              <a:t>e+002</a:t>
            </a:r>
          </a:p>
          <a:p>
            <a:pPr lvl="2"/>
            <a:r>
              <a:rPr lang="en-US" altLang="zh-CN" dirty="0"/>
              <a:t>%m.ne</a:t>
            </a:r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         printf(”%13.2e”,123.456);</a:t>
            </a:r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         </a:t>
            </a:r>
            <a:r>
              <a:rPr lang="zh-CN" altLang="en-US" dirty="0"/>
              <a:t>输出：    </a:t>
            </a:r>
            <a:r>
              <a:rPr lang="en-US" altLang="zh-CN" dirty="0"/>
              <a:t>1.23e+002    (</a:t>
            </a:r>
            <a:r>
              <a:rPr lang="zh-CN" altLang="en-US" dirty="0"/>
              <a:t>左侧补充</a:t>
            </a:r>
            <a:r>
              <a:rPr lang="en-US" altLang="zh-CN" dirty="0"/>
              <a:t>4</a:t>
            </a:r>
            <a:r>
              <a:rPr lang="zh-CN" altLang="zh-CN" dirty="0"/>
              <a:t>个空格</a:t>
            </a:r>
            <a:r>
              <a:rPr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69786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CDE95-8921-30FD-DFF7-8E8B7A5B8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3E3F909-150B-05E7-D581-1010DA9FD59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DF52A8-B4DE-5CEB-A0DE-3D49A7D5EA7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（三）输出函数：</a:t>
            </a:r>
            <a:r>
              <a:rPr lang="en-US" altLang="zh-CN" dirty="0"/>
              <a:t>printf</a:t>
            </a:r>
            <a:r>
              <a:rPr lang="zh-CN" altLang="en-US" dirty="0"/>
              <a:t>函数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4AC767-D58C-2663-2EE3-3794AD04EBC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肆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BD42460-9650-EAD9-D788-2F3A36383F20}"/>
              </a:ext>
            </a:extLst>
          </p:cNvPr>
          <p:cNvSpPr txBox="1">
            <a:spLocks noChangeArrowheads="1"/>
          </p:cNvSpPr>
          <p:nvPr/>
        </p:nvSpPr>
        <p:spPr>
          <a:xfrm>
            <a:off x="872202" y="1236035"/>
            <a:ext cx="8358187" cy="25003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dirty="0"/>
              <a:t>2. </a:t>
            </a:r>
            <a:r>
              <a:rPr lang="zh-CN" altLang="en-US" dirty="0"/>
              <a:t>常用</a:t>
            </a:r>
            <a:r>
              <a:rPr lang="zh-CN" altLang="zh-CN" dirty="0"/>
              <a:t>格式字符</a:t>
            </a:r>
            <a:endParaRPr lang="en-US" altLang="zh-CN" dirty="0"/>
          </a:p>
          <a:p>
            <a:pPr lvl="1"/>
            <a:r>
              <a:rPr lang="zh-CN" altLang="zh-CN" dirty="0"/>
              <a:t>ｓ格式符。用来输出一个字符串</a:t>
            </a:r>
            <a:endParaRPr lang="en-US" altLang="zh-CN" dirty="0"/>
          </a:p>
          <a:p>
            <a:pPr lvl="1"/>
            <a:r>
              <a:rPr lang="zh-CN" altLang="en-US" dirty="0"/>
              <a:t> 输出列表可以是常量和地址</a:t>
            </a:r>
            <a:endParaRPr lang="en-US" altLang="zh-CN" dirty="0"/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    printf</a:t>
            </a:r>
            <a:r>
              <a:rPr lang="zh-CN" altLang="zh-CN" dirty="0"/>
              <a:t>（</a:t>
            </a:r>
            <a:r>
              <a:rPr lang="en-US" altLang="zh-CN" dirty="0"/>
              <a:t>”%</a:t>
            </a:r>
            <a:r>
              <a:rPr lang="en-US" altLang="zh-CN" dirty="0" err="1"/>
              <a:t>s”,”CHINA</a:t>
            </a:r>
            <a:r>
              <a:rPr lang="en-US" altLang="zh-CN" dirty="0"/>
              <a:t>”</a:t>
            </a:r>
            <a:r>
              <a:rPr lang="zh-CN" altLang="zh-CN" dirty="0"/>
              <a:t>）</a:t>
            </a:r>
            <a:r>
              <a:rPr lang="en-US" altLang="zh-CN" dirty="0"/>
              <a:t>; </a:t>
            </a:r>
          </a:p>
          <a:p>
            <a:pPr lvl="1">
              <a:buFont typeface="Wingdings" pitchFamily="2" charset="2"/>
              <a:buNone/>
            </a:pPr>
            <a:endParaRPr lang="en-US" altLang="zh-CN" dirty="0"/>
          </a:p>
          <a:p>
            <a:pPr lvl="1">
              <a:buFont typeface="Wingdings" pitchFamily="2" charset="2"/>
              <a:buNone/>
            </a:pPr>
            <a:r>
              <a:rPr lang="zh-CN" altLang="en-US" dirty="0"/>
              <a:t>输出字符串：</a:t>
            </a:r>
            <a:r>
              <a:rPr lang="en-US" altLang="zh-CN" dirty="0"/>
              <a:t>CHINA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4063103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6676D-431D-8DFC-D6D4-AFCCC0CE6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FECF365-247C-E125-C37F-5D3F79B14D8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12D862-4FD1-EC9B-93C4-9CCEB299893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（三）输入函数：</a:t>
            </a:r>
            <a:r>
              <a:rPr lang="en-US" altLang="zh-CN" dirty="0"/>
              <a:t>scanf</a:t>
            </a:r>
            <a:r>
              <a:rPr lang="zh-CN" altLang="en-US" dirty="0"/>
              <a:t>函数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B83A13-42F9-9706-24F3-C64B340381C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肆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A745FCAF-92FA-BA8D-6F29-3FD9EAA35E3E}"/>
              </a:ext>
            </a:extLst>
          </p:cNvPr>
          <p:cNvSpPr txBox="1">
            <a:spLocks noChangeArrowheads="1"/>
          </p:cNvSpPr>
          <p:nvPr/>
        </p:nvSpPr>
        <p:spPr>
          <a:xfrm>
            <a:off x="746274" y="1140342"/>
            <a:ext cx="8001000" cy="43576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dirty="0"/>
              <a:t>1. scanf </a:t>
            </a:r>
            <a:r>
              <a:rPr lang="zh-CN" altLang="zh-CN" dirty="0"/>
              <a:t>函数的一般</a:t>
            </a:r>
            <a:r>
              <a:rPr lang="zh-CN" altLang="en-US" dirty="0"/>
              <a:t>形式</a:t>
            </a:r>
            <a:endParaRPr lang="zh-CN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        scanf</a:t>
            </a:r>
            <a:r>
              <a:rPr lang="zh-CN" altLang="zh-CN" dirty="0"/>
              <a:t>（格式控制，地址表列）</a:t>
            </a:r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5BEC14-1491-B0E0-C2F8-DDBAE0DA6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148" y="1640405"/>
            <a:ext cx="1505672" cy="5715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" name="圆角矩形标注 10">
            <a:extLst>
              <a:ext uri="{FF2B5EF4-FFF2-40B4-BE49-F238E27FC236}">
                <a16:creationId xmlns:a16="http://schemas.microsoft.com/office/drawing/2014/main" id="{E6220FD5-EC2B-88A0-B363-ED2E096E2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926" y="2464129"/>
            <a:ext cx="3143250" cy="642938"/>
          </a:xfrm>
          <a:prstGeom prst="wedgeRoundRectCallout">
            <a:avLst>
              <a:gd name="adj1" fmla="val 14569"/>
              <a:gd name="adj2" fmla="val -86745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zh-CN" sz="2800" b="1" dirty="0">
                <a:solidFill>
                  <a:srgbClr val="FF0000"/>
                </a:solidFill>
              </a:rPr>
              <a:t>含义同</a:t>
            </a:r>
            <a:r>
              <a:rPr lang="en-US" altLang="zh-CN" sz="2800" b="1" dirty="0">
                <a:solidFill>
                  <a:srgbClr val="FF0000"/>
                </a:solidFill>
              </a:rPr>
              <a:t>printf</a:t>
            </a:r>
            <a:r>
              <a:rPr lang="zh-CN" altLang="zh-CN" sz="2800" b="1" dirty="0">
                <a:solidFill>
                  <a:srgbClr val="FF0000"/>
                </a:solidFill>
              </a:rPr>
              <a:t>函数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6ADD6FF-8F55-8EA3-2F0E-012B3BCAB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5758" y="1640405"/>
            <a:ext cx="1505672" cy="5715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" name="圆角矩形标注 10">
            <a:extLst>
              <a:ext uri="{FF2B5EF4-FFF2-40B4-BE49-F238E27FC236}">
                <a16:creationId xmlns:a16="http://schemas.microsoft.com/office/drawing/2014/main" id="{41166616-39F4-3C5F-3946-5615A0317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84" y="3283467"/>
            <a:ext cx="4319588" cy="1143000"/>
          </a:xfrm>
          <a:prstGeom prst="wedgeRoundRectCallout">
            <a:avLst>
              <a:gd name="adj1" fmla="val 1379"/>
              <a:gd name="adj2" fmla="val -139034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变量地址，指针变量或者数组地址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1352BF04-3965-7248-45BB-80F5A9443B84}"/>
              </a:ext>
            </a:extLst>
          </p:cNvPr>
          <p:cNvSpPr txBox="1">
            <a:spLocks noChangeArrowheads="1"/>
          </p:cNvSpPr>
          <p:nvPr/>
        </p:nvSpPr>
        <p:spPr>
          <a:xfrm>
            <a:off x="958924" y="4712217"/>
            <a:ext cx="9737429" cy="145466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dirty="0"/>
              <a:t>scanf</a:t>
            </a:r>
            <a:r>
              <a:rPr lang="zh-CN" altLang="zh-CN" dirty="0"/>
              <a:t>函数中的格式声明</a:t>
            </a:r>
            <a:r>
              <a:rPr lang="zh-CN" altLang="en-US" dirty="0"/>
              <a:t>与</a:t>
            </a:r>
            <a:r>
              <a:rPr lang="en-US" altLang="zh-CN" dirty="0"/>
              <a:t>printf</a:t>
            </a:r>
            <a:r>
              <a:rPr lang="zh-CN" altLang="zh-CN" dirty="0"/>
              <a:t>函数中的格式声明</a:t>
            </a:r>
            <a:r>
              <a:rPr lang="zh-CN" altLang="en-US" dirty="0"/>
              <a:t>相同，</a:t>
            </a:r>
            <a:r>
              <a:rPr lang="zh-CN" altLang="zh-CN" dirty="0"/>
              <a:t>以％开始</a:t>
            </a:r>
            <a:r>
              <a:rPr lang="zh-CN" altLang="en-US" dirty="0"/>
              <a:t>，</a:t>
            </a:r>
            <a:r>
              <a:rPr lang="zh-CN" altLang="zh-CN" dirty="0"/>
              <a:t>以一个格式字符结束，中间可以插入附加的字符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49870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B2865-F05A-08DE-4399-736007B0B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A249F1C-6540-F3CB-46C0-6C18DFAAB0E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15A1FF-CEA4-925B-CB6D-F6E571508AF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（三）输入函数：</a:t>
            </a:r>
            <a:r>
              <a:rPr lang="en-US" altLang="zh-CN" dirty="0"/>
              <a:t>scanf</a:t>
            </a:r>
            <a:r>
              <a:rPr lang="zh-CN" altLang="en-US" dirty="0"/>
              <a:t>函数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938B2B2-9C69-D3B6-997C-4C67EDCDB81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肆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E58C3986-BFF2-3374-428A-9B7E2047D9F7}"/>
              </a:ext>
            </a:extLst>
          </p:cNvPr>
          <p:cNvSpPr txBox="1">
            <a:spLocks noChangeArrowheads="1"/>
          </p:cNvSpPr>
          <p:nvPr/>
        </p:nvSpPr>
        <p:spPr>
          <a:xfrm>
            <a:off x="927026" y="821364"/>
            <a:ext cx="8072438" cy="62386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sz="2400" dirty="0"/>
              <a:t>3.</a:t>
            </a:r>
            <a:r>
              <a:rPr lang="zh-CN" altLang="zh-CN" sz="2400" dirty="0"/>
              <a:t>使用</a:t>
            </a:r>
            <a:r>
              <a:rPr lang="en-US" altLang="zh-CN" sz="2400" dirty="0"/>
              <a:t>scanf</a:t>
            </a:r>
            <a:r>
              <a:rPr lang="zh-CN" altLang="zh-CN" sz="2400" dirty="0"/>
              <a:t>函数时应注意的问题</a:t>
            </a:r>
          </a:p>
          <a:p>
            <a:pPr>
              <a:buFont typeface="Wingdings" pitchFamily="2" charset="2"/>
              <a:buNone/>
            </a:pPr>
            <a:r>
              <a:rPr lang="en-US" altLang="zh-CN" sz="2400" dirty="0"/>
              <a:t>scanf(”%</a:t>
            </a:r>
            <a:r>
              <a:rPr lang="en-US" altLang="zh-CN" sz="2400" dirty="0" err="1"/>
              <a:t>f%f%f</a:t>
            </a:r>
            <a:r>
              <a:rPr lang="en-US" altLang="zh-CN" sz="2400" dirty="0"/>
              <a:t>”,</a:t>
            </a:r>
            <a:r>
              <a:rPr lang="en-US" altLang="zh-CN" sz="2400" dirty="0" err="1"/>
              <a:t>a,b,c</a:t>
            </a:r>
            <a:r>
              <a:rPr lang="en-US" altLang="zh-CN" sz="2400" dirty="0"/>
              <a:t>);   </a:t>
            </a:r>
            <a:r>
              <a:rPr lang="zh-CN" altLang="en-US" sz="2400" dirty="0">
                <a:solidFill>
                  <a:srgbClr val="FF0000"/>
                </a:solidFill>
              </a:rPr>
              <a:t>错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US" altLang="zh-CN" sz="2400" dirty="0"/>
              <a:t>scanf(”%</a:t>
            </a:r>
            <a:r>
              <a:rPr lang="en-US" altLang="zh-CN" sz="2400" dirty="0" err="1"/>
              <a:t>f%f%f</a:t>
            </a:r>
            <a:r>
              <a:rPr lang="en-US" altLang="zh-CN" sz="2400" dirty="0"/>
              <a:t>”,</a:t>
            </a:r>
            <a:r>
              <a:rPr lang="en-US" altLang="zh-CN" sz="2400" dirty="0">
                <a:solidFill>
                  <a:srgbClr val="00B050"/>
                </a:solidFill>
              </a:rPr>
              <a:t>&amp;</a:t>
            </a:r>
            <a:r>
              <a:rPr lang="en-US" altLang="zh-CN" sz="2400" dirty="0" err="1"/>
              <a:t>a,</a:t>
            </a:r>
            <a:r>
              <a:rPr lang="en-US" altLang="zh-CN" sz="2400" dirty="0" err="1">
                <a:solidFill>
                  <a:srgbClr val="00B050"/>
                </a:solidFill>
              </a:rPr>
              <a:t>&amp;</a:t>
            </a:r>
            <a:r>
              <a:rPr lang="en-US" altLang="zh-CN" sz="2400" dirty="0" err="1"/>
              <a:t>b,</a:t>
            </a:r>
            <a:r>
              <a:rPr lang="en-US" altLang="zh-CN" sz="2400" dirty="0" err="1">
                <a:solidFill>
                  <a:srgbClr val="00B050"/>
                </a:solidFill>
              </a:rPr>
              <a:t>&amp;</a:t>
            </a:r>
            <a:r>
              <a:rPr lang="en-US" altLang="zh-CN" sz="2400" dirty="0" err="1"/>
              <a:t>c</a:t>
            </a:r>
            <a:r>
              <a:rPr lang="en-US" altLang="zh-CN" sz="2400" dirty="0"/>
              <a:t>);   </a:t>
            </a:r>
            <a:r>
              <a:rPr lang="zh-CN" altLang="en-US" sz="2400" dirty="0">
                <a:solidFill>
                  <a:srgbClr val="FF0000"/>
                </a:solidFill>
              </a:rPr>
              <a:t>对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None/>
            </a:pPr>
            <a:endParaRPr lang="en-US" altLang="zh-CN" sz="2400" dirty="0"/>
          </a:p>
          <a:p>
            <a:pPr>
              <a:buFont typeface="Wingdings" pitchFamily="2" charset="2"/>
              <a:buNone/>
            </a:pPr>
            <a:r>
              <a:rPr lang="zh-CN" altLang="en-US" sz="2400" dirty="0"/>
              <a:t>对于</a:t>
            </a:r>
            <a:r>
              <a:rPr lang="en-US" altLang="zh-CN" sz="2400" dirty="0"/>
              <a:t>scanf("a=%</a:t>
            </a:r>
            <a:r>
              <a:rPr lang="en-US" altLang="zh-CN" sz="2400" dirty="0" err="1"/>
              <a:t>f,b</a:t>
            </a:r>
            <a:r>
              <a:rPr lang="en-US" altLang="zh-CN" sz="2400" dirty="0"/>
              <a:t>=%</a:t>
            </a:r>
            <a:r>
              <a:rPr lang="en-US" altLang="zh-CN" sz="2400" dirty="0" err="1"/>
              <a:t>f,c</a:t>
            </a:r>
            <a:r>
              <a:rPr lang="en-US" altLang="zh-CN" sz="2400" dirty="0"/>
              <a:t>=%</a:t>
            </a:r>
            <a:r>
              <a:rPr lang="en-US" altLang="zh-CN" sz="2400" dirty="0" err="1"/>
              <a:t>f",&amp;a,&amp;b,&amp;c</a:t>
            </a:r>
            <a:r>
              <a:rPr lang="en-US" altLang="zh-CN" sz="2400" dirty="0"/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sz="2400" dirty="0"/>
              <a:t>       </a:t>
            </a:r>
            <a:r>
              <a:rPr lang="en-US" altLang="zh-CN" sz="2400" u="sng" dirty="0"/>
              <a:t>1 3 2</a:t>
            </a:r>
            <a:r>
              <a:rPr lang="zh-CN" altLang="zh-CN" sz="2400" u="sng" dirty="0"/>
              <a:t>↙</a:t>
            </a:r>
            <a:r>
              <a:rPr lang="en-US" altLang="zh-CN" sz="2400" dirty="0"/>
              <a:t>                     </a:t>
            </a:r>
            <a:r>
              <a:rPr lang="zh-CN" altLang="en-US" sz="2400" dirty="0">
                <a:solidFill>
                  <a:srgbClr val="FF0000"/>
                </a:solidFill>
              </a:rPr>
              <a:t>错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US" altLang="zh-CN" sz="2400" dirty="0">
                <a:solidFill>
                  <a:srgbClr val="00B050"/>
                </a:solidFill>
              </a:rPr>
              <a:t>       </a:t>
            </a:r>
            <a:r>
              <a:rPr lang="en-US" altLang="zh-CN" sz="2400" u="sng" dirty="0">
                <a:solidFill>
                  <a:srgbClr val="00B050"/>
                </a:solidFill>
              </a:rPr>
              <a:t>a=</a:t>
            </a:r>
            <a:r>
              <a:rPr lang="en-US" altLang="zh-CN" sz="2400" u="sng" dirty="0"/>
              <a:t>1</a:t>
            </a:r>
            <a:r>
              <a:rPr lang="en-US" altLang="zh-CN" sz="2400" u="sng" dirty="0">
                <a:solidFill>
                  <a:srgbClr val="00B050"/>
                </a:solidFill>
              </a:rPr>
              <a:t>,b=</a:t>
            </a:r>
            <a:r>
              <a:rPr lang="en-US" altLang="zh-CN" sz="2400" u="sng" dirty="0"/>
              <a:t>3</a:t>
            </a:r>
            <a:r>
              <a:rPr lang="en-US" altLang="zh-CN" sz="2400" u="sng" dirty="0">
                <a:solidFill>
                  <a:srgbClr val="00B050"/>
                </a:solidFill>
              </a:rPr>
              <a:t>,c=</a:t>
            </a:r>
            <a:r>
              <a:rPr lang="en-US" altLang="zh-CN" sz="2400" u="sng" dirty="0"/>
              <a:t>2</a:t>
            </a:r>
            <a:r>
              <a:rPr lang="zh-CN" altLang="zh-CN" sz="2400" u="sng" dirty="0"/>
              <a:t>↙</a:t>
            </a:r>
            <a:r>
              <a:rPr lang="en-US" altLang="zh-CN" sz="2400" dirty="0"/>
              <a:t>        </a:t>
            </a:r>
            <a:r>
              <a:rPr lang="zh-CN" altLang="en-US" sz="2400" dirty="0">
                <a:solidFill>
                  <a:srgbClr val="FF0000"/>
                </a:solidFill>
              </a:rPr>
              <a:t>对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US" altLang="zh-CN" sz="2400" dirty="0"/>
              <a:t>       </a:t>
            </a:r>
            <a:r>
              <a:rPr lang="en-US" altLang="zh-CN" sz="2400" u="sng" dirty="0"/>
              <a:t>a=1 b=3 c=2</a:t>
            </a:r>
            <a:r>
              <a:rPr lang="zh-CN" altLang="zh-CN" sz="2400" u="sng" dirty="0"/>
              <a:t>↙</a:t>
            </a:r>
            <a:r>
              <a:rPr lang="en-US" altLang="zh-CN" sz="2400" dirty="0"/>
              <a:t>        </a:t>
            </a:r>
            <a:r>
              <a:rPr lang="zh-CN" altLang="en-US" sz="2400" dirty="0">
                <a:solidFill>
                  <a:srgbClr val="FF0000"/>
                </a:solidFill>
              </a:rPr>
              <a:t>错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None/>
            </a:pPr>
            <a:endParaRPr lang="en-US" altLang="zh-CN" sz="2400" dirty="0"/>
          </a:p>
          <a:p>
            <a:pPr>
              <a:buFont typeface="Wingdings" pitchFamily="2" charset="2"/>
              <a:buNone/>
            </a:pPr>
            <a:r>
              <a:rPr lang="zh-CN" altLang="en-US" sz="2400" dirty="0"/>
              <a:t>对于</a:t>
            </a:r>
            <a:r>
              <a:rPr lang="en-US" altLang="zh-CN" sz="2400" dirty="0"/>
              <a:t>scanf(”%c%c%c”,&amp;c1,&amp;c2,&amp;c3);</a:t>
            </a:r>
          </a:p>
          <a:p>
            <a:pPr>
              <a:buFont typeface="Wingdings" pitchFamily="2" charset="2"/>
              <a:buNone/>
            </a:pPr>
            <a:r>
              <a:rPr lang="en-US" altLang="zh-CN" sz="2400" dirty="0"/>
              <a:t>         </a:t>
            </a:r>
            <a:r>
              <a:rPr lang="en-US" altLang="zh-CN" sz="2400" u="sng" dirty="0" err="1"/>
              <a:t>abc</a:t>
            </a:r>
            <a:r>
              <a:rPr lang="zh-CN" altLang="zh-CN" sz="2400" u="sng" dirty="0"/>
              <a:t>↙</a:t>
            </a:r>
            <a:r>
              <a:rPr lang="en-US" altLang="zh-CN" sz="2400" dirty="0"/>
              <a:t>        </a:t>
            </a:r>
            <a:r>
              <a:rPr lang="zh-CN" altLang="en-US" sz="2400" dirty="0">
                <a:solidFill>
                  <a:srgbClr val="FF0000"/>
                </a:solidFill>
              </a:rPr>
              <a:t>对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       </a:t>
            </a:r>
            <a:r>
              <a:rPr lang="en-US" altLang="zh-CN" sz="2400" u="sng" dirty="0"/>
              <a:t>a b c</a:t>
            </a:r>
            <a:r>
              <a:rPr lang="zh-CN" altLang="zh-CN" sz="2400" u="sng" dirty="0"/>
              <a:t>↙</a:t>
            </a:r>
            <a:r>
              <a:rPr lang="en-US" altLang="zh-CN" sz="2400" dirty="0"/>
              <a:t>      </a:t>
            </a:r>
            <a:r>
              <a:rPr lang="zh-CN" altLang="en-US" sz="2400" dirty="0">
                <a:solidFill>
                  <a:srgbClr val="FF0000"/>
                </a:solidFill>
              </a:rPr>
              <a:t>错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9030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B073B-7098-0658-92B1-44D89623A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28A9C25-218D-01F5-EDB8-63294FE9D3B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5DF33E-F210-5470-B1C4-FA20F1841BB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（四）字符型数据的输入输出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6B761D6-11A7-4426-1359-73F1268F91C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肆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AB11363C-50B3-CC98-886E-2F74AE43DF16}"/>
              </a:ext>
            </a:extLst>
          </p:cNvPr>
          <p:cNvSpPr txBox="1">
            <a:spLocks noChangeArrowheads="1"/>
          </p:cNvSpPr>
          <p:nvPr/>
        </p:nvSpPr>
        <p:spPr>
          <a:xfrm>
            <a:off x="1033351" y="1236035"/>
            <a:ext cx="8072438" cy="49291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dirty="0"/>
              <a:t>1.</a:t>
            </a:r>
            <a:r>
              <a:rPr lang="zh-CN" altLang="zh-CN" dirty="0"/>
              <a:t>用</a:t>
            </a:r>
            <a:r>
              <a:rPr lang="en-US" altLang="zh-CN" dirty="0" err="1"/>
              <a:t>putchar</a:t>
            </a:r>
            <a:r>
              <a:rPr lang="zh-CN" altLang="zh-CN" dirty="0"/>
              <a:t>函数输出一个字符</a:t>
            </a:r>
            <a:endParaRPr lang="en-US" altLang="zh-CN" dirty="0"/>
          </a:p>
          <a:p>
            <a:r>
              <a:rPr lang="zh-CN" altLang="zh-CN" sz="2400" dirty="0"/>
              <a:t>从计算机向显示器输出一个字符 </a:t>
            </a:r>
            <a:endParaRPr lang="en-US" altLang="zh-CN" sz="2400" dirty="0"/>
          </a:p>
          <a:p>
            <a:r>
              <a:rPr lang="en-US" altLang="zh-CN" sz="2400" dirty="0" err="1"/>
              <a:t>putchar</a:t>
            </a:r>
            <a:r>
              <a:rPr lang="zh-CN" altLang="zh-CN" sz="2400" dirty="0"/>
              <a:t>函数的一般形式为</a:t>
            </a:r>
            <a:r>
              <a:rPr lang="zh-CN" altLang="en-US" sz="2400" dirty="0"/>
              <a:t>：</a:t>
            </a:r>
            <a:endParaRPr lang="zh-CN" altLang="zh-CN" sz="2400" dirty="0"/>
          </a:p>
          <a:p>
            <a:pPr>
              <a:buFont typeface="Wingdings" pitchFamily="2" charset="2"/>
              <a:buNone/>
            </a:pPr>
            <a:r>
              <a:rPr lang="en-US" altLang="zh-CN" sz="2400" dirty="0"/>
              <a:t>           </a:t>
            </a:r>
            <a:r>
              <a:rPr lang="en-US" altLang="zh-CN" sz="2400" dirty="0" err="1"/>
              <a:t>putchar</a:t>
            </a:r>
            <a:r>
              <a:rPr lang="en-US" altLang="zh-CN" sz="2400" dirty="0"/>
              <a:t>(c)</a:t>
            </a:r>
          </a:p>
          <a:p>
            <a:pPr>
              <a:buFont typeface="Wingdings" pitchFamily="2" charset="2"/>
              <a:buNone/>
            </a:pP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2. </a:t>
            </a:r>
            <a:r>
              <a:rPr lang="zh-CN" altLang="zh-CN" dirty="0"/>
              <a:t>用</a:t>
            </a:r>
            <a:r>
              <a:rPr lang="en-US" altLang="zh-CN" dirty="0" err="1"/>
              <a:t>getchar</a:t>
            </a:r>
            <a:r>
              <a:rPr lang="zh-CN" altLang="zh-CN" dirty="0"/>
              <a:t>函数输入一个字符</a:t>
            </a:r>
            <a:endParaRPr lang="en-US" altLang="zh-CN" dirty="0"/>
          </a:p>
          <a:p>
            <a:r>
              <a:rPr lang="zh-CN" altLang="zh-CN" sz="2400" dirty="0"/>
              <a:t>向计算机输入一个字符</a:t>
            </a:r>
            <a:endParaRPr lang="en-US" altLang="zh-CN" sz="2400" dirty="0"/>
          </a:p>
          <a:p>
            <a:r>
              <a:rPr lang="en-US" altLang="zh-CN" sz="2400" dirty="0" err="1"/>
              <a:t>getchar</a:t>
            </a:r>
            <a:r>
              <a:rPr lang="zh-CN" altLang="zh-CN" sz="2400" dirty="0"/>
              <a:t>函数的一般形式为</a:t>
            </a:r>
            <a:r>
              <a:rPr lang="zh-CN" altLang="en-US" sz="2400" dirty="0"/>
              <a:t>：</a:t>
            </a:r>
            <a:endParaRPr lang="zh-CN" altLang="zh-CN" sz="2400" dirty="0"/>
          </a:p>
          <a:p>
            <a:pPr>
              <a:buFont typeface="Wingdings" pitchFamily="2" charset="2"/>
              <a:buNone/>
            </a:pPr>
            <a:r>
              <a:rPr lang="en-US" altLang="zh-CN" sz="2400" dirty="0"/>
              <a:t>              </a:t>
            </a:r>
            <a:r>
              <a:rPr lang="en-US" altLang="zh-CN" sz="2400" dirty="0" err="1"/>
              <a:t>getchar</a:t>
            </a:r>
            <a:r>
              <a:rPr lang="en-US" altLang="zh-CN" sz="2400" dirty="0"/>
              <a:t>( )</a:t>
            </a:r>
            <a:endParaRPr lang="zh-CN" altLang="zh-CN" sz="2400" dirty="0"/>
          </a:p>
          <a:p>
            <a:pPr>
              <a:buFont typeface="Wingdings" pitchFamily="2" charset="2"/>
              <a:buNone/>
            </a:pP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48988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B751F-F011-B39A-E4A8-8FCCAA78C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8810580-C778-658B-9627-47F0630299B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876356-B11C-52BB-AB0A-5296D08A075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（四）字符型数据的输入输出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B165623-77F5-7556-CD9C-9D2FF9C1A4F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肆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8C4DB213-0850-6F0C-0616-B95B5BB6B836}"/>
              </a:ext>
            </a:extLst>
          </p:cNvPr>
          <p:cNvSpPr txBox="1">
            <a:spLocks noChangeArrowheads="1"/>
          </p:cNvSpPr>
          <p:nvPr/>
        </p:nvSpPr>
        <p:spPr>
          <a:xfrm>
            <a:off x="1331064" y="962580"/>
            <a:ext cx="7715250" cy="39290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zh-CN" altLang="en-US" dirty="0"/>
              <a:t>示例：</a:t>
            </a:r>
            <a:r>
              <a:rPr lang="zh-CN" altLang="zh-CN" dirty="0"/>
              <a:t>从键盘输入</a:t>
            </a:r>
            <a:r>
              <a:rPr lang="en-US" altLang="zh-CN" dirty="0"/>
              <a:t>BOY</a:t>
            </a:r>
            <a:r>
              <a:rPr lang="zh-CN" altLang="zh-CN" dirty="0"/>
              <a:t>三个字符，然后把它们输出到屏幕。</a:t>
            </a:r>
            <a:endParaRPr lang="en-US" altLang="zh-CN" dirty="0"/>
          </a:p>
          <a:p>
            <a:r>
              <a:rPr lang="zh-CN" altLang="zh-CN" dirty="0"/>
              <a:t>解题思路：</a:t>
            </a:r>
            <a:endParaRPr lang="en-US" altLang="zh-CN" dirty="0"/>
          </a:p>
          <a:p>
            <a:pPr lvl="1"/>
            <a:r>
              <a:rPr lang="zh-CN" altLang="zh-CN" dirty="0"/>
              <a:t>用</a:t>
            </a:r>
            <a:r>
              <a:rPr lang="en-US" altLang="zh-CN" dirty="0"/>
              <a:t>3</a:t>
            </a:r>
            <a:r>
              <a:rPr lang="zh-CN" altLang="zh-CN" dirty="0"/>
              <a:t>个</a:t>
            </a:r>
            <a:r>
              <a:rPr lang="en-US" altLang="zh-CN" dirty="0" err="1"/>
              <a:t>getchar</a:t>
            </a:r>
            <a:r>
              <a:rPr lang="zh-CN" altLang="zh-CN" dirty="0"/>
              <a:t>函数先后从键盘向计算机输入</a:t>
            </a:r>
            <a:r>
              <a:rPr lang="en-US" altLang="zh-CN" dirty="0"/>
              <a:t>BOY</a:t>
            </a:r>
            <a:r>
              <a:rPr lang="zh-CN" altLang="zh-CN" dirty="0"/>
              <a:t>三个字符</a:t>
            </a:r>
            <a:endParaRPr lang="en-US" altLang="zh-CN" dirty="0"/>
          </a:p>
          <a:p>
            <a:pPr lvl="1"/>
            <a:r>
              <a:rPr lang="zh-CN" altLang="zh-CN" dirty="0"/>
              <a:t>用</a:t>
            </a:r>
            <a:r>
              <a:rPr lang="en-US" altLang="zh-CN" dirty="0" err="1"/>
              <a:t>putchar</a:t>
            </a:r>
            <a:r>
              <a:rPr lang="zh-CN" altLang="zh-CN" dirty="0"/>
              <a:t>函数输出</a:t>
            </a:r>
          </a:p>
        </p:txBody>
      </p:sp>
    </p:spTree>
    <p:extLst>
      <p:ext uri="{BB962C8B-B14F-4D97-AF65-F5344CB8AC3E}">
        <p14:creationId xmlns:p14="http://schemas.microsoft.com/office/powerpoint/2010/main" val="2039781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DE598-8411-9FDF-1031-206035A51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F8EE532-BB98-E549-866E-33CF2FD60EC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B6673F-B6F9-CEA0-1129-BC21F592266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903837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（四）字符型数据的输入输出</a:t>
            </a:r>
          </a:p>
          <a:p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136D319-3AD8-7BBF-7A18-ACFDA57DE51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肆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E804B00-915E-DC8F-802F-7553BC9AE251}"/>
              </a:ext>
            </a:extLst>
          </p:cNvPr>
          <p:cNvSpPr txBox="1">
            <a:spLocks noChangeArrowheads="1"/>
          </p:cNvSpPr>
          <p:nvPr/>
        </p:nvSpPr>
        <p:spPr>
          <a:xfrm>
            <a:off x="1118413" y="641090"/>
            <a:ext cx="7715250" cy="60277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400" dirty="0"/>
              <a:t>#include 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  <a:endParaRPr lang="zh-CN" altLang="zh-CN" sz="24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400" dirty="0"/>
              <a:t>int  main ( )                </a:t>
            </a:r>
            <a:endParaRPr lang="zh-CN" altLang="zh-CN" sz="24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400" dirty="0"/>
              <a:t>{ char </a:t>
            </a:r>
            <a:r>
              <a:rPr lang="en-US" altLang="zh-CN" sz="2400" dirty="0" err="1"/>
              <a:t>a,b,c</a:t>
            </a:r>
            <a:r>
              <a:rPr lang="en-US" altLang="zh-CN" sz="2400" dirty="0"/>
              <a:t>; </a:t>
            </a:r>
            <a:endParaRPr lang="zh-CN" altLang="zh-CN" sz="24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400" dirty="0"/>
              <a:t>   a=</a:t>
            </a:r>
            <a:r>
              <a:rPr lang="en-US" altLang="zh-CN" sz="2400" dirty="0" err="1"/>
              <a:t>getchar</a:t>
            </a:r>
            <a:r>
              <a:rPr lang="en-US" altLang="zh-CN" sz="2400" dirty="0"/>
              <a:t>(); </a:t>
            </a:r>
            <a:endParaRPr lang="zh-CN" altLang="zh-CN" sz="24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400" dirty="0"/>
              <a:t>   b=</a:t>
            </a:r>
            <a:r>
              <a:rPr lang="en-US" altLang="zh-CN" sz="2400" dirty="0" err="1"/>
              <a:t>getchar</a:t>
            </a:r>
            <a:r>
              <a:rPr lang="en-US" altLang="zh-CN" sz="2400" dirty="0"/>
              <a:t>(); </a:t>
            </a:r>
            <a:endParaRPr lang="zh-CN" altLang="zh-CN" sz="24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400" dirty="0"/>
              <a:t>   c=</a:t>
            </a:r>
            <a:r>
              <a:rPr lang="en-US" altLang="zh-CN" sz="2400" dirty="0" err="1"/>
              <a:t>getchar</a:t>
            </a:r>
            <a:r>
              <a:rPr lang="en-US" altLang="zh-CN" sz="2400" dirty="0"/>
              <a:t>(); </a:t>
            </a:r>
            <a:endParaRPr lang="zh-CN" altLang="zh-CN" sz="24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400" dirty="0"/>
              <a:t>   </a:t>
            </a:r>
            <a:r>
              <a:rPr lang="en-US" altLang="zh-CN" sz="2400" dirty="0" err="1"/>
              <a:t>putchar</a:t>
            </a:r>
            <a:r>
              <a:rPr lang="en-US" altLang="zh-CN" sz="2400" dirty="0"/>
              <a:t>(a); </a:t>
            </a:r>
            <a:r>
              <a:rPr lang="en-US" altLang="zh-CN" sz="2400" dirty="0" err="1"/>
              <a:t>putchar</a:t>
            </a:r>
            <a:r>
              <a:rPr lang="en-US" altLang="zh-CN" sz="2400" dirty="0"/>
              <a:t>(b); </a:t>
            </a:r>
            <a:r>
              <a:rPr lang="en-US" altLang="zh-CN" sz="2400" dirty="0" err="1"/>
              <a:t>putchar</a:t>
            </a:r>
            <a:r>
              <a:rPr lang="en-US" altLang="zh-CN" sz="2400" dirty="0"/>
              <a:t>(c); </a:t>
            </a:r>
            <a:endParaRPr lang="zh-CN" altLang="zh-CN" sz="24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400" dirty="0"/>
              <a:t>   </a:t>
            </a:r>
            <a:r>
              <a:rPr lang="en-US" altLang="zh-CN" sz="2400" dirty="0" err="1"/>
              <a:t>putchar</a:t>
            </a:r>
            <a:r>
              <a:rPr lang="en-US" altLang="zh-CN" sz="2400" dirty="0"/>
              <a:t>('\n');                </a:t>
            </a:r>
            <a:endParaRPr lang="zh-CN" altLang="zh-CN" sz="24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400" dirty="0"/>
              <a:t>   return 0;</a:t>
            </a:r>
            <a:endParaRPr lang="zh-CN" altLang="zh-CN" sz="24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400" dirty="0"/>
              <a:t> }</a:t>
            </a: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zh-CN" altLang="en-US" sz="2400" dirty="0"/>
              <a:t>输入：</a:t>
            </a:r>
            <a:r>
              <a:rPr lang="en-US" altLang="zh-CN" sz="2400" dirty="0"/>
              <a:t>BOY</a:t>
            </a: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zh-CN" altLang="en-US" sz="2400" dirty="0"/>
              <a:t>输出：</a:t>
            </a:r>
            <a:r>
              <a:rPr lang="en-US" altLang="zh-CN" sz="2400" dirty="0"/>
              <a:t>BOY</a:t>
            </a:r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070562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93CD3-6368-145A-7FD7-300978AC6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4A19AC1-01C4-3FC7-21EF-523177EF132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B3D41B-78BC-4528-C410-BED003A54A4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思考题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696F2B7-8187-4AAF-493C-C767B31E40D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肆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D3BD8A33-1C28-7C25-A842-0E289BCF8D30}"/>
              </a:ext>
            </a:extLst>
          </p:cNvPr>
          <p:cNvSpPr txBox="1">
            <a:spLocks noChangeArrowheads="1"/>
          </p:cNvSpPr>
          <p:nvPr/>
        </p:nvSpPr>
        <p:spPr>
          <a:xfrm>
            <a:off x="828964" y="1090756"/>
            <a:ext cx="9274041" cy="32872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设圆半径</a:t>
            </a:r>
            <a:r>
              <a:rPr lang="en-US" altLang="zh-CN" dirty="0"/>
              <a:t>r=1.5</a:t>
            </a:r>
            <a:r>
              <a:rPr lang="zh-CN" altLang="en-US" dirty="0"/>
              <a:t>，圆柱体高度</a:t>
            </a:r>
            <a:r>
              <a:rPr lang="en-US" altLang="zh-CN" dirty="0"/>
              <a:t>h=3</a:t>
            </a:r>
            <a:r>
              <a:rPr lang="zh-CN" altLang="en-US" dirty="0"/>
              <a:t>，求园的周长、园面子、圆球表面积，圆球体积，圆柱体表面积，圆柱体体积。采用</a:t>
            </a:r>
            <a:r>
              <a:rPr lang="en-US" altLang="zh-CN" dirty="0" err="1"/>
              <a:t>scanf</a:t>
            </a:r>
            <a:r>
              <a:rPr lang="zh-CN" altLang="en-US" dirty="0"/>
              <a:t>函数输入数据，计算之后，采用</a:t>
            </a:r>
            <a:r>
              <a:rPr lang="en-US" altLang="zh-CN" dirty="0" err="1"/>
              <a:t>printf</a:t>
            </a:r>
            <a:r>
              <a:rPr lang="zh-CN" altLang="en-US" dirty="0"/>
              <a:t>函数输出，保留两位小数。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97875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rcRect t="286" r="2693" b="28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矩形 5"/>
          <p:cNvSpPr/>
          <p:nvPr/>
        </p:nvSpPr>
        <p:spPr>
          <a:xfrm>
            <a:off x="0" y="0"/>
            <a:ext cx="10382250" cy="6858000"/>
          </a:xfrm>
          <a:prstGeom prst="rect">
            <a:avLst/>
          </a:prstGeom>
          <a:gradFill flip="none" rotWithShape="1">
            <a:gsLst>
              <a:gs pos="6000">
                <a:schemeClr val="tx2">
                  <a:lumMod val="75000"/>
                </a:schemeClr>
              </a:gs>
              <a:gs pos="55035">
                <a:schemeClr val="tx2">
                  <a:alpha val="73000"/>
                </a:schemeClr>
              </a:gs>
              <a:gs pos="75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: 形状 32"/>
          <p:cNvSpPr/>
          <p:nvPr/>
        </p:nvSpPr>
        <p:spPr>
          <a:xfrm>
            <a:off x="6859217" y="5875806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6859217" y="5964089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 rot="20967004" flipH="1">
            <a:off x="6114347" y="1962519"/>
            <a:ext cx="6024719" cy="4820056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6057642" y="2580245"/>
            <a:ext cx="2721460" cy="2721458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8723298" y="3633322"/>
            <a:ext cx="2069990" cy="206998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rcRect l="36723" t="39596"/>
          <a:stretch>
            <a:fillRect/>
          </a:stretch>
        </p:blipFill>
        <p:spPr>
          <a:xfrm>
            <a:off x="0" y="-24072"/>
            <a:ext cx="3629209" cy="3137975"/>
          </a:xfrm>
          <a:custGeom>
            <a:avLst/>
            <a:gdLst>
              <a:gd name="connsiteX0" fmla="*/ 0 w 6228122"/>
              <a:gd name="connsiteY0" fmla="*/ 0 h 5385111"/>
              <a:gd name="connsiteX1" fmla="*/ 6228122 w 6228122"/>
              <a:gd name="connsiteY1" fmla="*/ 0 h 5385111"/>
              <a:gd name="connsiteX2" fmla="*/ 6228122 w 6228122"/>
              <a:gd name="connsiteY2" fmla="*/ 5385111 h 5385111"/>
              <a:gd name="connsiteX3" fmla="*/ 0 w 6228122"/>
              <a:gd name="connsiteY3" fmla="*/ 5385111 h 5385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8122" h="5385111">
                <a:moveTo>
                  <a:pt x="0" y="0"/>
                </a:moveTo>
                <a:lnTo>
                  <a:pt x="6228122" y="0"/>
                </a:lnTo>
                <a:lnTo>
                  <a:pt x="6228122" y="5385111"/>
                </a:lnTo>
                <a:lnTo>
                  <a:pt x="0" y="5385111"/>
                </a:lnTo>
                <a:close/>
              </a:path>
            </a:pathLst>
          </a:custGeom>
        </p:spPr>
      </p:pic>
      <p:pic>
        <p:nvPicPr>
          <p:cNvPr id="3" name="图片 43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3692" y="335711"/>
            <a:ext cx="2107477" cy="60728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26513" y="2433555"/>
            <a:ext cx="3243580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0" b="1">
                <a:gradFill flip="none" rotWithShape="1">
                  <a:gsLst>
                    <a:gs pos="0">
                      <a:schemeClr val="bg1"/>
                    </a:gs>
                    <a:gs pos="40000">
                      <a:schemeClr val="bg1"/>
                    </a:gs>
                    <a:gs pos="66063">
                      <a:schemeClr val="bg1"/>
                    </a:gs>
                    <a:gs pos="55000">
                      <a:schemeClr val="accent5">
                        <a:lumMod val="20000"/>
                        <a:lumOff val="80000"/>
                      </a:schemeClr>
                    </a:gs>
                    <a:gs pos="78895">
                      <a:schemeClr val="accent4">
                        <a:lumMod val="8000"/>
                        <a:lumOff val="92000"/>
                      </a:schemeClr>
                    </a:gs>
                    <a:gs pos="20000">
                      <a:schemeClr val="bg2"/>
                    </a:gs>
                    <a:gs pos="100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dist="38100" dir="2700000" algn="tl" rotWithShape="0">
                    <a:schemeClr val="accent2"/>
                  </a:outerShdw>
                </a:effectLst>
                <a:latin typeface="百度综艺简体" panose="02010601030101010101" pitchFamily="2" charset="-122"/>
                <a:ea typeface="百度综艺简体" panose="02010601030101010101" pitchFamily="2" charset="-122"/>
              </a:rPr>
              <a:t>谢谢</a:t>
            </a:r>
          </a:p>
        </p:txBody>
      </p:sp>
      <p:sp>
        <p:nvSpPr>
          <p:cNvPr id="5" name="矩形 4"/>
          <p:cNvSpPr/>
          <p:nvPr/>
        </p:nvSpPr>
        <p:spPr>
          <a:xfrm>
            <a:off x="502732" y="544423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33843" y="544423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64953" y="5444236"/>
            <a:ext cx="548911" cy="51108"/>
          </a:xfrm>
          <a:prstGeom prst="rect">
            <a:avLst/>
          </a:prstGeom>
          <a:gradFill>
            <a:gsLst>
              <a:gs pos="37000">
                <a:schemeClr val="accent1"/>
              </a:gs>
              <a:gs pos="100000">
                <a:schemeClr val="accent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20" name="平行四边形 19"/>
          <p:cNvSpPr/>
          <p:nvPr/>
        </p:nvSpPr>
        <p:spPr>
          <a:xfrm>
            <a:off x="3222528" y="-1190052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25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0" name="平行四边形 29"/>
          <p:cNvSpPr/>
          <p:nvPr/>
        </p:nvSpPr>
        <p:spPr>
          <a:xfrm>
            <a:off x="3561270" y="-648875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13000">
                <a:schemeClr val="accent2">
                  <a:alpha val="50000"/>
                </a:schemeClr>
              </a:gs>
              <a:gs pos="83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03692" y="4777912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3302798" y="4937968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1" name="直接连接符 40"/>
          <p:cNvCxnSpPr/>
          <p:nvPr/>
        </p:nvCxnSpPr>
        <p:spPr>
          <a:xfrm>
            <a:off x="930438" y="4678888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sp>
        <p:nvSpPr>
          <p:cNvPr id="44" name="矩形 43"/>
          <p:cNvSpPr/>
          <p:nvPr/>
        </p:nvSpPr>
        <p:spPr>
          <a:xfrm>
            <a:off x="-786804" y="1774440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-1308395" y="1923303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6" name="直接连接符 45"/>
          <p:cNvCxnSpPr/>
          <p:nvPr/>
        </p:nvCxnSpPr>
        <p:spPr>
          <a:xfrm>
            <a:off x="-160058" y="1675416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grpSp>
        <p:nvGrpSpPr>
          <p:cNvPr id="47" name="组合 46"/>
          <p:cNvGrpSpPr/>
          <p:nvPr/>
        </p:nvGrpSpPr>
        <p:grpSpPr>
          <a:xfrm>
            <a:off x="648235" y="5324685"/>
            <a:ext cx="5751642" cy="1893266"/>
            <a:chOff x="1230041" y="5516197"/>
            <a:chExt cx="5169836" cy="1701753"/>
          </a:xfrm>
        </p:grpSpPr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8">
              <a:alphaModFix amt="49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30041" y="5964089"/>
              <a:ext cx="960763" cy="860955"/>
            </a:xfrm>
            <a:prstGeom prst="rect">
              <a:avLst/>
            </a:prstGeom>
          </p:spPr>
        </p:pic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10" cstate="print">
              <a:alphaModFix amt="36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9870" y="5516197"/>
              <a:ext cx="2310007" cy="1701753"/>
            </a:xfrm>
            <a:prstGeom prst="rect">
              <a:avLst/>
            </a:prstGeom>
          </p:spPr>
        </p:pic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12" cstate="print">
              <a:alphaModFix amt="73000"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0804" y="5959166"/>
              <a:ext cx="2004537" cy="8609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heme/theme1.xml><?xml version="1.0" encoding="utf-8"?>
<a:theme xmlns:a="http://schemas.openxmlformats.org/drawingml/2006/main" name="Office 主题​​">
  <a:themeElements>
    <a:clrScheme name="暨南绿">
      <a:dk1>
        <a:sysClr val="windowText" lastClr="000000"/>
      </a:dk1>
      <a:lt1>
        <a:sysClr val="window" lastClr="FFFFFF"/>
      </a:lt1>
      <a:dk2>
        <a:srgbClr val="005B6A"/>
      </a:dk2>
      <a:lt2>
        <a:srgbClr val="D5F0F1"/>
      </a:lt2>
      <a:accent1>
        <a:srgbClr val="116468"/>
      </a:accent1>
      <a:accent2>
        <a:srgbClr val="518F99"/>
      </a:accent2>
      <a:accent3>
        <a:srgbClr val="136775"/>
      </a:accent3>
      <a:accent4>
        <a:srgbClr val="019A98"/>
      </a:accent4>
      <a:accent5>
        <a:srgbClr val="6FD3DA"/>
      </a:accent5>
      <a:accent6>
        <a:srgbClr val="E98A2F"/>
      </a:accent6>
      <a:hlink>
        <a:srgbClr val="467886"/>
      </a:hlink>
      <a:folHlink>
        <a:srgbClr val="96607D"/>
      </a:folHlink>
    </a:clrScheme>
    <a:fontScheme name="英文+微软">
      <a:majorFont>
        <a:latin typeface="Times New Roman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1853</TotalTime>
  <Words>1189</Words>
  <Application>Microsoft Office PowerPoint</Application>
  <PresentationFormat>宽屏</PresentationFormat>
  <Paragraphs>172</Paragraphs>
  <Slides>18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OPPOSans R</vt:lpstr>
      <vt:lpstr>百度综艺简体</vt:lpstr>
      <vt:lpstr>等线</vt:lpstr>
      <vt:lpstr>思源黑体 CN Regular</vt:lpstr>
      <vt:lpstr>微软雅黑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af27217@365mso.com</dc:creator>
  <cp:lastModifiedBy>Zhen Zhang</cp:lastModifiedBy>
  <cp:revision>48</cp:revision>
  <dcterms:created xsi:type="dcterms:W3CDTF">2026-05-06T02:15:00Z</dcterms:created>
  <dcterms:modified xsi:type="dcterms:W3CDTF">2026-06-17T03:37:39Z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90A02FF979B44C4EBAC44244DA44C1F5_13</vt:lpwstr>
  </property>
</Properties>
</file>