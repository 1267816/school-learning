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5" r:id="rId5"/>
    <p:sldId id="266" r:id="rId6"/>
    <p:sldId id="267" r:id="rId7"/>
    <p:sldId id="268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66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2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5.wdp"/><Relationship Id="rId3" Type="http://schemas.openxmlformats.org/officeDocument/2006/relationships/image" Target="../media/image15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microsoft.com/office/2007/relationships/hdphoto" Target="../media/hdphoto4.wdp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6.GIF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5178425" y="2927985"/>
            <a:ext cx="72021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算法</a:t>
            </a:r>
            <a:r>
              <a:rPr lang="en-US" altLang="zh-CN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-</a:t>
            </a:r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程序的灵魂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966231" y="1772449"/>
            <a:ext cx="2342309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7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3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742464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什么是算法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7306" y="2347100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517891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简单算法举例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3"/>
            </p:custDataLst>
          </p:nvPr>
        </p:nvGrpSpPr>
        <p:grpSpPr>
          <a:xfrm>
            <a:off x="5817306" y="3591183"/>
            <a:ext cx="4973008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5068747" y="1539786"/>
              <a:ext cx="3753775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怎样表示一个算法</a:t>
              </a:r>
            </a:p>
          </p:txBody>
        </p:sp>
        <p:sp>
          <p:nvSpPr>
            <p:cNvPr id="49" name="梯形 48"/>
            <p:cNvSpPr/>
            <p:nvPr>
              <p:custDataLst>
                <p:tags r:id="rId1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>
            <p:custDataLst>
              <p:tags r:id="rId4"/>
            </p:custDataLst>
          </p:nvPr>
        </p:nvGrpSpPr>
        <p:grpSpPr>
          <a:xfrm>
            <a:off x="5753799" y="4918326"/>
            <a:ext cx="4973009" cy="701832"/>
            <a:chOff x="4316361" y="1433503"/>
            <a:chExt cx="4736198" cy="668411"/>
          </a:xfrm>
        </p:grpSpPr>
        <p:sp>
          <p:nvSpPr>
            <p:cNvPr id="52" name="任意多边形: 形状 51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3" name="八边形 52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54" name="文本框 53"/>
            <p:cNvSpPr txBox="1"/>
            <p:nvPr>
              <p:custDataLst>
                <p:tags r:id="rId7"/>
              </p:custDataLst>
            </p:nvPr>
          </p:nvSpPr>
          <p:spPr>
            <a:xfrm>
              <a:off x="4844175" y="1539786"/>
              <a:ext cx="420292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结构化程序设计方法</a:t>
              </a:r>
            </a:p>
          </p:txBody>
        </p:sp>
        <p:sp>
          <p:nvSpPr>
            <p:cNvPr id="55" name="梯形 54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梯形 55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什么是算法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（一）算法的定义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F630EC-3CEF-0947-60F6-61A7CDCF07F0}"/>
              </a:ext>
            </a:extLst>
          </p:cNvPr>
          <p:cNvSpPr txBox="1"/>
          <p:nvPr/>
        </p:nvSpPr>
        <p:spPr>
          <a:xfrm>
            <a:off x="622407" y="1428750"/>
            <a:ext cx="1037383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算法广义的定义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程序设计中的算法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程序设计的本质：算法</a:t>
            </a:r>
            <a:r>
              <a:rPr lang="en-US" altLang="zh-CN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+</a:t>
            </a: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现代软件的定义：软件</a:t>
            </a:r>
            <a:r>
              <a:rPr lang="en-US" altLang="zh-CN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=</a:t>
            </a: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程序</a:t>
            </a:r>
            <a:r>
              <a:rPr lang="en-US" altLang="zh-CN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+</a:t>
            </a: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数据</a:t>
            </a:r>
            <a:r>
              <a:rPr lang="en-US" altLang="zh-CN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+</a:t>
            </a: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相关文档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23D1-ECEF-8E77-D96F-F9A5715E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70CD005-CF10-7783-8224-C0873FDF18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什么是算法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21B185-D9FD-899D-4664-76804D58B7E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（二）算法质量与分类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83D2C1-F094-0FA3-5D60-84C02B18865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7FA6D1-5788-D135-A342-D4F8AB2ECFAE}"/>
              </a:ext>
            </a:extLst>
          </p:cNvPr>
          <p:cNvSpPr txBox="1"/>
          <p:nvPr/>
        </p:nvSpPr>
        <p:spPr>
          <a:xfrm>
            <a:off x="622407" y="1011116"/>
            <a:ext cx="9667875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多解性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正确性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时间效率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空间效率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使用场景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64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F6AED-5D90-8596-F5AC-49D55282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74E7E22-02E5-2A39-3A20-D748FA3E2E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什么是算法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9735D4-349E-E91F-3980-922831D8F9E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（三）算法的分类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A921CF-B9B7-3914-0AB8-AD44F6706BB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030D34-8F39-9A1B-32B5-A4077CAB7290}"/>
              </a:ext>
            </a:extLst>
          </p:cNvPr>
          <p:cNvSpPr txBox="1"/>
          <p:nvPr/>
        </p:nvSpPr>
        <p:spPr>
          <a:xfrm>
            <a:off x="622407" y="1011116"/>
            <a:ext cx="96678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数值运算算法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非数值运算算法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34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2CEA-C34E-D759-CFB2-4606F4AC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1F48737-E405-EE79-03B9-DFF47EDCF0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什么是算法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FB0738-32D7-09D0-A04B-6D3913EBCF7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（四）算法的特性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04E2B8-078F-566D-6EA5-32301357E5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289085-9C56-3F3A-8644-D60B104497AE}"/>
              </a:ext>
            </a:extLst>
          </p:cNvPr>
          <p:cNvSpPr txBox="1"/>
          <p:nvPr/>
        </p:nvSpPr>
        <p:spPr>
          <a:xfrm>
            <a:off x="622407" y="1011116"/>
            <a:ext cx="9667875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有穷性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确定性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有零个或多个输入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有一个或多个输出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>
                <a:latin typeface="华文行楷" panose="02010800040101010101" pitchFamily="2" charset="-122"/>
                <a:ea typeface="华文行楷" panose="02010800040101010101" pitchFamily="2" charset="-122"/>
              </a:rPr>
              <a:t>有效性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370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88D1-6EB2-D39D-095A-85A0AACD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58AC348-41DC-6A72-DBAE-BB3AB01A4A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什么是算法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5BF113-1D09-9961-C524-E4624CBCD3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B89399-5A63-6953-2C2B-BF78B386E12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5FFDC2-5111-5967-E5B8-7AAA9E0F21F3}"/>
              </a:ext>
            </a:extLst>
          </p:cNvPr>
          <p:cNvSpPr txBox="1"/>
          <p:nvPr/>
        </p:nvSpPr>
        <p:spPr>
          <a:xfrm>
            <a:off x="622407" y="869226"/>
            <a:ext cx="966787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什么是算法，算法的基本特性是什么？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如果要做一道酸菜鱼的菜，请同学们从数据结构和算法的角度，描述如何完成这道菜。</a:t>
            </a:r>
            <a:endParaRPr lang="en-US" altLang="zh-CN" sz="36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26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176</Words>
  <Application>Microsoft Office PowerPoint</Application>
  <PresentationFormat>宽屏</PresentationFormat>
  <Paragraphs>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OPPOSans R</vt:lpstr>
      <vt:lpstr>百度综艺简体</vt:lpstr>
      <vt:lpstr>等线</vt:lpstr>
      <vt:lpstr>华文行楷</vt:lpstr>
      <vt:lpstr>思源黑体 CN Regular</vt:lpstr>
      <vt:lpstr>微软雅黑</vt:lpstr>
      <vt:lpstr>优设标题黑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20</cp:revision>
  <dcterms:created xsi:type="dcterms:W3CDTF">2026-05-06T02:15:00Z</dcterms:created>
  <dcterms:modified xsi:type="dcterms:W3CDTF">2026-06-17T01:46:22Z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